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sldIdLst>
    <p:sldId id="707" r:id="rId4"/>
    <p:sldId id="1041" r:id="rId5"/>
    <p:sldId id="1075" r:id="rId6"/>
    <p:sldId id="1076" r:id="rId7"/>
    <p:sldId id="1077" r:id="rId8"/>
    <p:sldId id="1078" r:id="rId9"/>
    <p:sldId id="1079" r:id="rId10"/>
    <p:sldId id="1080" r:id="rId11"/>
    <p:sldId id="1081" r:id="rId12"/>
    <p:sldId id="1082" r:id="rId13"/>
    <p:sldId id="1083" r:id="rId14"/>
    <p:sldId id="1084" r:id="rId15"/>
    <p:sldId id="1085" r:id="rId16"/>
    <p:sldId id="1086" r:id="rId17"/>
  </p:sldIdLst>
  <p:sldSz cx="9144000" cy="6858000" type="screen4x3"/>
  <p:notesSz cx="6858000" cy="9144000"/>
  <p:custDataLst>
    <p:tags r:id="rId2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yj" initials="y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586" autoAdjust="0"/>
  </p:normalViewPr>
  <p:slideViewPr>
    <p:cSldViewPr snapToGrid="0">
      <p:cViewPr varScale="1">
        <p:scale>
          <a:sx n="81" d="100"/>
          <a:sy n="81" d="100"/>
        </p:scale>
        <p:origin x="1296" y="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2" Type="http://schemas.openxmlformats.org/officeDocument/2006/relationships/tags" Target="tags/tag160.xml"/><Relationship Id="rId21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29C9B-8CE5-43BC-A8ED-373B412DCAE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82C3-01F7-4B45-9202-42784281006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29C9B-8CE5-43BC-A8ED-373B412DCAE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82C3-01F7-4B45-9202-42784281006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29C9B-8CE5-43BC-A8ED-373B412DCAE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82C3-01F7-4B45-9202-42784281006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29C9B-8CE5-43BC-A8ED-373B412DCAE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82C3-01F7-4B45-9202-42784281006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29C9B-8CE5-43BC-A8ED-373B412DCAE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82C3-01F7-4B45-9202-42784281006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29C9B-8CE5-43BC-A8ED-373B412DCAE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82C3-01F7-4B45-9202-42784281006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29C9B-8CE5-43BC-A8ED-373B412DCAE6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82C3-01F7-4B45-9202-42784281006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29C9B-8CE5-43BC-A8ED-373B412DCAE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82C3-01F7-4B45-9202-42784281006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29C9B-8CE5-43BC-A8ED-373B412DCAE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82C3-01F7-4B45-9202-42784281006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29C9B-8CE5-43BC-A8ED-373B412DCAE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82C3-01F7-4B45-9202-42784281006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29C9B-8CE5-43BC-A8ED-373B412DCAE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82C3-01F7-4B45-9202-42784281006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5335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135"/>
            </a:lvl1pPr>
            <a:lvl2pPr marL="406400" indent="0" algn="ctr">
              <a:buNone/>
              <a:defRPr sz="1780"/>
            </a:lvl2pPr>
            <a:lvl3pPr marL="812800" indent="0" algn="ctr">
              <a:buNone/>
              <a:defRPr sz="1600"/>
            </a:lvl3pPr>
            <a:lvl4pPr marL="1219200" indent="0" algn="ctr">
              <a:buNone/>
              <a:defRPr sz="1420"/>
            </a:lvl4pPr>
            <a:lvl5pPr marL="1625600" indent="0" algn="ctr">
              <a:buNone/>
              <a:defRPr sz="1420"/>
            </a:lvl5pPr>
            <a:lvl6pPr marL="2032000" indent="0" algn="ctr">
              <a:buNone/>
              <a:defRPr sz="1420"/>
            </a:lvl6pPr>
            <a:lvl7pPr marL="2438400" indent="0" algn="ctr">
              <a:buNone/>
              <a:defRPr sz="1420"/>
            </a:lvl7pPr>
            <a:lvl8pPr marL="2844800" indent="0" algn="ctr">
              <a:buNone/>
              <a:defRPr sz="1420"/>
            </a:lvl8pPr>
            <a:lvl9pPr marL="3251200" indent="0" algn="ctr">
              <a:buNone/>
              <a:defRPr sz="142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2E5CA3A9-AA34-461B-A2FE-A31999C7E8EB}" type="slidenum">
              <a:rPr lang="zh-CN" altLang="en-US"/>
            </a:fld>
            <a:r>
              <a:rPr lang="en-US" altLang="zh-CN"/>
              <a:t> of 109 </a:t>
            </a:r>
            <a:endParaRPr lang="en-US" altLang="zh-C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4719874D-E5BB-4418-84F9-FDDB8765DF78}" type="slidenum">
              <a:rPr lang="zh-CN" altLang="en-US"/>
            </a:fld>
            <a:r>
              <a:rPr lang="en-US" altLang="zh-CN"/>
              <a:t> of 109 </a:t>
            </a:r>
            <a:endParaRPr lang="en-US" altLang="zh-C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711" y="1709739"/>
            <a:ext cx="7886700" cy="2852737"/>
          </a:xfrm>
        </p:spPr>
        <p:txBody>
          <a:bodyPr anchor="b"/>
          <a:lstStyle>
            <a:lvl1pPr>
              <a:defRPr sz="5335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711" y="4589464"/>
            <a:ext cx="7886700" cy="1500187"/>
          </a:xfrm>
        </p:spPr>
        <p:txBody>
          <a:bodyPr/>
          <a:lstStyle>
            <a:lvl1pPr marL="0" indent="0">
              <a:buNone/>
              <a:defRPr sz="2135"/>
            </a:lvl1pPr>
            <a:lvl2pPr marL="406400" indent="0">
              <a:buNone/>
              <a:defRPr sz="1780"/>
            </a:lvl2pPr>
            <a:lvl3pPr marL="812800" indent="0">
              <a:buNone/>
              <a:defRPr sz="1600"/>
            </a:lvl3pPr>
            <a:lvl4pPr marL="1219200" indent="0">
              <a:buNone/>
              <a:defRPr sz="1420"/>
            </a:lvl4pPr>
            <a:lvl5pPr marL="1625600" indent="0">
              <a:buNone/>
              <a:defRPr sz="1420"/>
            </a:lvl5pPr>
            <a:lvl6pPr marL="2032000" indent="0">
              <a:buNone/>
              <a:defRPr sz="1420"/>
            </a:lvl6pPr>
            <a:lvl7pPr marL="2438400" indent="0">
              <a:buNone/>
              <a:defRPr sz="1420"/>
            </a:lvl7pPr>
            <a:lvl8pPr marL="2844800" indent="0">
              <a:buNone/>
              <a:defRPr sz="1420"/>
            </a:lvl8pPr>
            <a:lvl9pPr marL="3251200" indent="0">
              <a:buNone/>
              <a:defRPr sz="142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E650C09A-E02F-46C8-A9F7-9B8461D07FF8}" type="slidenum">
              <a:rPr lang="zh-CN" altLang="en-US"/>
            </a:fld>
            <a:r>
              <a:rPr lang="en-US" altLang="zh-CN"/>
              <a:t> of 109 </a:t>
            </a:r>
            <a:endParaRPr lang="en-US" altLang="zh-C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505656" y="1865313"/>
            <a:ext cx="3361267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002390" y="1865313"/>
            <a:ext cx="3361267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18654E2F-258C-44C8-AF6B-764BE5AD42E5}" type="slidenum">
              <a:rPr lang="zh-CN" altLang="en-US"/>
            </a:fld>
            <a:r>
              <a:rPr lang="en-US" altLang="zh-CN"/>
              <a:t> of 109 </a:t>
            </a:r>
            <a:endParaRPr lang="en-US" altLang="zh-C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356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356" y="1681163"/>
            <a:ext cx="3869267" cy="823912"/>
          </a:xfrm>
        </p:spPr>
        <p:txBody>
          <a:bodyPr anchor="b"/>
          <a:lstStyle>
            <a:lvl1pPr marL="0" indent="0">
              <a:buNone/>
              <a:defRPr sz="2135" b="1"/>
            </a:lvl1pPr>
            <a:lvl2pPr marL="406400" indent="0">
              <a:buNone/>
              <a:defRPr sz="1780" b="1"/>
            </a:lvl2pPr>
            <a:lvl3pPr marL="812800" indent="0">
              <a:buNone/>
              <a:defRPr sz="1600" b="1"/>
            </a:lvl3pPr>
            <a:lvl4pPr marL="1219200" indent="0">
              <a:buNone/>
              <a:defRPr sz="1420" b="1"/>
            </a:lvl4pPr>
            <a:lvl5pPr marL="1625600" indent="0">
              <a:buNone/>
              <a:defRPr sz="1420" b="1"/>
            </a:lvl5pPr>
            <a:lvl6pPr marL="2032000" indent="0">
              <a:buNone/>
              <a:defRPr sz="1420" b="1"/>
            </a:lvl6pPr>
            <a:lvl7pPr marL="2438400" indent="0">
              <a:buNone/>
              <a:defRPr sz="1420" b="1"/>
            </a:lvl7pPr>
            <a:lvl8pPr marL="2844800" indent="0">
              <a:buNone/>
              <a:defRPr sz="1420" b="1"/>
            </a:lvl8pPr>
            <a:lvl9pPr marL="3251200" indent="0">
              <a:buNone/>
              <a:defRPr sz="142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356" y="2505075"/>
            <a:ext cx="386926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856" y="1681163"/>
            <a:ext cx="3886200" cy="823912"/>
          </a:xfrm>
        </p:spPr>
        <p:txBody>
          <a:bodyPr anchor="b"/>
          <a:lstStyle>
            <a:lvl1pPr marL="0" indent="0">
              <a:buNone/>
              <a:defRPr sz="2135" b="1"/>
            </a:lvl1pPr>
            <a:lvl2pPr marL="406400" indent="0">
              <a:buNone/>
              <a:defRPr sz="1780" b="1"/>
            </a:lvl2pPr>
            <a:lvl3pPr marL="812800" indent="0">
              <a:buNone/>
              <a:defRPr sz="1600" b="1"/>
            </a:lvl3pPr>
            <a:lvl4pPr marL="1219200" indent="0">
              <a:buNone/>
              <a:defRPr sz="1420" b="1"/>
            </a:lvl4pPr>
            <a:lvl5pPr marL="1625600" indent="0">
              <a:buNone/>
              <a:defRPr sz="1420" b="1"/>
            </a:lvl5pPr>
            <a:lvl6pPr marL="2032000" indent="0">
              <a:buNone/>
              <a:defRPr sz="1420" b="1"/>
            </a:lvl6pPr>
            <a:lvl7pPr marL="2438400" indent="0">
              <a:buNone/>
              <a:defRPr sz="1420" b="1"/>
            </a:lvl7pPr>
            <a:lvl8pPr marL="2844800" indent="0">
              <a:buNone/>
              <a:defRPr sz="1420" b="1"/>
            </a:lvl8pPr>
            <a:lvl9pPr marL="3251200" indent="0">
              <a:buNone/>
              <a:defRPr sz="142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856" y="2505075"/>
            <a:ext cx="388620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BDF555C-49C4-4825-8AA5-65587520C102}" type="slidenum">
              <a:rPr lang="zh-CN" altLang="en-US"/>
            </a:fld>
            <a:r>
              <a:rPr lang="en-US" altLang="zh-CN"/>
              <a:t> of 109 </a:t>
            </a:r>
            <a:endParaRPr lang="en-US" altLang="zh-C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135C9B21-2C28-47DE-8E0A-0C154416C1E9}" type="slidenum">
              <a:rPr lang="zh-CN" altLang="en-US"/>
            </a:fld>
            <a:r>
              <a:rPr lang="en-US" altLang="zh-CN"/>
              <a:t> of 109 </a:t>
            </a:r>
            <a:endParaRPr lang="en-US" altLang="zh-CN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2C1AD398-3F62-4EC2-9308-65F899E6DB1A}" type="slidenum">
              <a:rPr lang="zh-CN" altLang="en-US"/>
            </a:fld>
            <a:r>
              <a:rPr lang="en-US" altLang="zh-CN"/>
              <a:t> of 109 </a:t>
            </a:r>
            <a:endParaRPr lang="en-US" altLang="zh-CN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356" y="457200"/>
            <a:ext cx="2949222" cy="1600200"/>
          </a:xfrm>
        </p:spPr>
        <p:txBody>
          <a:bodyPr anchor="b"/>
          <a:lstStyle>
            <a:lvl1pPr>
              <a:defRPr sz="2845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612" y="987426"/>
            <a:ext cx="4628444" cy="4873625"/>
          </a:xfrm>
        </p:spPr>
        <p:txBody>
          <a:bodyPr/>
          <a:lstStyle>
            <a:lvl1pPr>
              <a:defRPr sz="2845"/>
            </a:lvl1pPr>
            <a:lvl2pPr>
              <a:defRPr sz="2490"/>
            </a:lvl2pPr>
            <a:lvl3pPr>
              <a:defRPr sz="2135"/>
            </a:lvl3pPr>
            <a:lvl4pPr>
              <a:defRPr sz="1780"/>
            </a:lvl4pPr>
            <a:lvl5pPr>
              <a:defRPr sz="1780"/>
            </a:lvl5pPr>
            <a:lvl6pPr>
              <a:defRPr sz="1780"/>
            </a:lvl6pPr>
            <a:lvl7pPr>
              <a:defRPr sz="1780"/>
            </a:lvl7pPr>
            <a:lvl8pPr>
              <a:defRPr sz="1780"/>
            </a:lvl8pPr>
            <a:lvl9pPr>
              <a:defRPr sz="178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356" y="2057400"/>
            <a:ext cx="2949222" cy="3811588"/>
          </a:xfrm>
        </p:spPr>
        <p:txBody>
          <a:bodyPr/>
          <a:lstStyle>
            <a:lvl1pPr marL="0" indent="0">
              <a:buNone/>
              <a:defRPr sz="1420"/>
            </a:lvl1pPr>
            <a:lvl2pPr marL="406400" indent="0">
              <a:buNone/>
              <a:defRPr sz="1245"/>
            </a:lvl2pPr>
            <a:lvl3pPr marL="812800" indent="0">
              <a:buNone/>
              <a:defRPr sz="1065"/>
            </a:lvl3pPr>
            <a:lvl4pPr marL="1219200" indent="0">
              <a:buNone/>
              <a:defRPr sz="890"/>
            </a:lvl4pPr>
            <a:lvl5pPr marL="1625600" indent="0">
              <a:buNone/>
              <a:defRPr sz="890"/>
            </a:lvl5pPr>
            <a:lvl6pPr marL="2032000" indent="0">
              <a:buNone/>
              <a:defRPr sz="890"/>
            </a:lvl6pPr>
            <a:lvl7pPr marL="2438400" indent="0">
              <a:buNone/>
              <a:defRPr sz="890"/>
            </a:lvl7pPr>
            <a:lvl8pPr marL="2844800" indent="0">
              <a:buNone/>
              <a:defRPr sz="890"/>
            </a:lvl8pPr>
            <a:lvl9pPr marL="3251200" indent="0">
              <a:buNone/>
              <a:defRPr sz="89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3656374-4376-4BD4-9B9A-6E90B7D02300}" type="slidenum">
              <a:rPr lang="zh-CN" altLang="en-US"/>
            </a:fld>
            <a:r>
              <a:rPr lang="en-US" altLang="zh-CN"/>
              <a:t> of 109 </a:t>
            </a:r>
            <a:endParaRPr lang="en-US" altLang="zh-CN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356" y="457200"/>
            <a:ext cx="2949222" cy="1600200"/>
          </a:xfrm>
        </p:spPr>
        <p:txBody>
          <a:bodyPr anchor="b"/>
          <a:lstStyle>
            <a:lvl1pPr>
              <a:defRPr sz="2845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612" y="987426"/>
            <a:ext cx="4628444" cy="4873625"/>
          </a:xfrm>
        </p:spPr>
        <p:txBody>
          <a:bodyPr/>
          <a:lstStyle>
            <a:lvl1pPr marL="0" indent="0">
              <a:buNone/>
              <a:defRPr sz="2845"/>
            </a:lvl1pPr>
            <a:lvl2pPr marL="406400" indent="0">
              <a:buNone/>
              <a:defRPr sz="2490"/>
            </a:lvl2pPr>
            <a:lvl3pPr marL="812800" indent="0">
              <a:buNone/>
              <a:defRPr sz="2135"/>
            </a:lvl3pPr>
            <a:lvl4pPr marL="1219200" indent="0">
              <a:buNone/>
              <a:defRPr sz="1780"/>
            </a:lvl4pPr>
            <a:lvl5pPr marL="1625600" indent="0">
              <a:buNone/>
              <a:defRPr sz="1780"/>
            </a:lvl5pPr>
            <a:lvl6pPr marL="2032000" indent="0">
              <a:buNone/>
              <a:defRPr sz="1780"/>
            </a:lvl6pPr>
            <a:lvl7pPr marL="2438400" indent="0">
              <a:buNone/>
              <a:defRPr sz="1780"/>
            </a:lvl7pPr>
            <a:lvl8pPr marL="2844800" indent="0">
              <a:buNone/>
              <a:defRPr sz="1780"/>
            </a:lvl8pPr>
            <a:lvl9pPr marL="3251200" indent="0">
              <a:buNone/>
              <a:defRPr sz="178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356" y="2057400"/>
            <a:ext cx="2949222" cy="3811588"/>
          </a:xfrm>
        </p:spPr>
        <p:txBody>
          <a:bodyPr/>
          <a:lstStyle>
            <a:lvl1pPr marL="0" indent="0">
              <a:buNone/>
              <a:defRPr sz="1420"/>
            </a:lvl1pPr>
            <a:lvl2pPr marL="406400" indent="0">
              <a:buNone/>
              <a:defRPr sz="1245"/>
            </a:lvl2pPr>
            <a:lvl3pPr marL="812800" indent="0">
              <a:buNone/>
              <a:defRPr sz="1065"/>
            </a:lvl3pPr>
            <a:lvl4pPr marL="1219200" indent="0">
              <a:buNone/>
              <a:defRPr sz="890"/>
            </a:lvl4pPr>
            <a:lvl5pPr marL="1625600" indent="0">
              <a:buNone/>
              <a:defRPr sz="890"/>
            </a:lvl5pPr>
            <a:lvl6pPr marL="2032000" indent="0">
              <a:buNone/>
              <a:defRPr sz="890"/>
            </a:lvl6pPr>
            <a:lvl7pPr marL="2438400" indent="0">
              <a:buNone/>
              <a:defRPr sz="890"/>
            </a:lvl7pPr>
            <a:lvl8pPr marL="2844800" indent="0">
              <a:buNone/>
              <a:defRPr sz="890"/>
            </a:lvl8pPr>
            <a:lvl9pPr marL="3251200" indent="0">
              <a:buNone/>
              <a:defRPr sz="89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60032B6-D9C9-4FDC-AD22-AC2458BF0F80}" type="slidenum">
              <a:rPr lang="zh-CN" altLang="en-US"/>
            </a:fld>
            <a:r>
              <a:rPr lang="en-US" altLang="zh-CN"/>
              <a:t> of 109 </a:t>
            </a:r>
            <a:endParaRPr lang="en-US" altLang="zh-CN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E96CF5BA-D58A-444F-BAE7-639CB6EC056B}" type="slidenum">
              <a:rPr lang="zh-CN" altLang="en-US"/>
            </a:fld>
            <a:r>
              <a:rPr lang="en-US" altLang="zh-CN"/>
              <a:t> of 109 </a:t>
            </a:r>
            <a:endParaRPr lang="en-US" altLang="zh-CN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99956" y="427039"/>
            <a:ext cx="1730022" cy="55530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505656" y="427039"/>
            <a:ext cx="5058833" cy="55530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0F8B4202-7ADB-4D67-A997-9DF5A2D2F685}" type="slidenum">
              <a:rPr lang="zh-CN" altLang="en-US"/>
            </a:fld>
            <a:r>
              <a:rPr lang="en-US" altLang="zh-CN"/>
              <a:t> of 109 </a:t>
            </a:r>
            <a:endParaRPr lang="en-US" altLang="zh-CN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47990" y="427038"/>
            <a:ext cx="6881988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505656" y="1865313"/>
            <a:ext cx="3361267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002390" y="1865313"/>
            <a:ext cx="3361267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>
          <a:xfrm>
            <a:off x="7239000" y="657225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DD0F7A18-F61B-4351-A603-EB5084247D40}" type="slidenum">
              <a:rPr lang="zh-CN" altLang="en-US"/>
            </a:fld>
            <a:r>
              <a:rPr lang="en-US" altLang="zh-CN"/>
              <a:t> of 109 </a:t>
            </a:r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0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9" Type="http://schemas.openxmlformats.org/officeDocument/2006/relationships/image" Target="../media/image7.png"/><Relationship Id="rId18" Type="http://schemas.openxmlformats.org/officeDocument/2006/relationships/image" Target="../media/image6.png"/><Relationship Id="rId17" Type="http://schemas.openxmlformats.org/officeDocument/2006/relationships/image" Target="../media/image5.png"/><Relationship Id="rId16" Type="http://schemas.openxmlformats.org/officeDocument/2006/relationships/image" Target="../media/image4.png"/><Relationship Id="rId15" Type="http://schemas.openxmlformats.org/officeDocument/2006/relationships/image" Target="../media/image3.png"/><Relationship Id="rId14" Type="http://schemas.openxmlformats.org/officeDocument/2006/relationships/image" Target="../media/image2.png"/><Relationship Id="rId13" Type="http://schemas.openxmlformats.org/officeDocument/2006/relationships/image" Target="../media/image1.png"/><Relationship Id="rId12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F29C9B-8CE5-43BC-A8ED-373B412DCAE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DC82C3-01F7-4B45-9202-42784281006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1547990" y="427038"/>
            <a:ext cx="6881988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zh-CN"/>
              <a:t>Click to edit Master title style</a:t>
            </a:r>
            <a:endParaRPr lang="en-US" altLang="zh-CN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1505656" y="1865313"/>
            <a:ext cx="68580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en-US" altLang="zh-CN"/>
          </a:p>
        </p:txBody>
      </p:sp>
      <p:sp>
        <p:nvSpPr>
          <p:cNvPr id="1032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239000" y="65722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245" b="1">
                <a:solidFill>
                  <a:schemeClr val="bg1"/>
                </a:solidFill>
                <a:ea typeface="宋体" panose="02010600030101010101" pitchFamily="2" charset="-122"/>
              </a:defRPr>
            </a:lvl1pPr>
          </a:lstStyle>
          <a:p>
            <a:fld id="{DB926631-E03F-49E0-B3C1-DB0DB725F966}" type="slidenum">
              <a:rPr lang="zh-CN" altLang="en-US"/>
            </a:fld>
            <a:r>
              <a:rPr lang="en-US" altLang="zh-CN"/>
              <a:t> of 109 </a:t>
            </a:r>
            <a:endParaRPr lang="en-US" altLang="zh-CN"/>
          </a:p>
        </p:txBody>
      </p:sp>
      <p:pic>
        <p:nvPicPr>
          <p:cNvPr id="10" name="Picture 2" descr="下边框"/>
          <p:cNvPicPr>
            <a:picLocks noChangeAspect="1" noChangeArrowheads="1"/>
          </p:cNvPicPr>
          <p:nvPr userDrawn="1"/>
        </p:nvPicPr>
        <p:blipFill>
          <a:blip r:embed="rId1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688014"/>
            <a:ext cx="9144000" cy="1196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3" descr="后退">
            <a:hlinkClick r:id="" action="ppaction://hlinkshowjump?jump=lastslideviewed" highlightClick="1"/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6738" y="6364288"/>
            <a:ext cx="1039812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4" descr="目录">
            <a:hlinkClick r:id="" action="ppaction://noaction" highlightClick="1"/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3625" y="6364288"/>
            <a:ext cx="1039813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5" descr="上一页">
            <a:hlinkClick r:id="" action="ppaction://hlinkshowjump?jump=previousslide" highlightClick="1"/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4713" y="6364288"/>
            <a:ext cx="1039812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6" descr="退出">
            <a:hlinkClick r:id="" action="ppaction://hlinkshowjump?jump=endshow" highlightClick="1"/>
          </p:cNvPr>
          <p:cNvPicPr>
            <a:picLocks noChangeAspect="1" noChangeArrowheads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7988" y="6364288"/>
            <a:ext cx="1039812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7" descr="下一页">
            <a:hlinkClick r:id="" action="ppaction://hlinkshowjump?jump=nextslide" highlightClick="1"/>
          </p:cNvPr>
          <p:cNvPicPr>
            <a:picLocks noChangeAspect="1" noChangeArrowheads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5963" y="6364288"/>
            <a:ext cx="1039812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Picture 8" descr="主页">
            <a:hlinkClick r:id="" action="ppaction://hlinkshowjump?jump=firstslide" highlightClick="1"/>
          </p:cNvPr>
          <p:cNvPicPr>
            <a:picLocks noChangeAspect="1" noChangeArrowheads="1"/>
          </p:cNvPicPr>
          <p:nvPr userDrawn="1"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2538" y="6364288"/>
            <a:ext cx="1041400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555" b="1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555" b="1">
          <a:solidFill>
            <a:schemeClr val="tx1"/>
          </a:solidFill>
          <a:latin typeface="Times New Roman" panose="02020603050405020304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555" b="1">
          <a:solidFill>
            <a:schemeClr val="tx1"/>
          </a:solidFill>
          <a:latin typeface="Times New Roman" panose="02020603050405020304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555" b="1">
          <a:solidFill>
            <a:schemeClr val="tx1"/>
          </a:solidFill>
          <a:latin typeface="Times New Roman" panose="02020603050405020304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555" b="1">
          <a:solidFill>
            <a:schemeClr val="tx1"/>
          </a:solidFill>
          <a:latin typeface="Times New Roman" panose="02020603050405020304" pitchFamily="18" charset="0"/>
        </a:defRPr>
      </a:lvl5pPr>
      <a:lvl6pPr marL="406400" algn="ctr" rtl="0" eaLnBrk="0" fontAlgn="base" hangingPunct="0">
        <a:spcBef>
          <a:spcPct val="0"/>
        </a:spcBef>
        <a:spcAft>
          <a:spcPct val="0"/>
        </a:spcAft>
        <a:defRPr sz="3555" b="1">
          <a:solidFill>
            <a:schemeClr val="tx1"/>
          </a:solidFill>
          <a:latin typeface="Times New Roman" panose="02020603050405020304" pitchFamily="18" charset="0"/>
        </a:defRPr>
      </a:lvl6pPr>
      <a:lvl7pPr marL="812800" algn="ctr" rtl="0" eaLnBrk="0" fontAlgn="base" hangingPunct="0">
        <a:spcBef>
          <a:spcPct val="0"/>
        </a:spcBef>
        <a:spcAft>
          <a:spcPct val="0"/>
        </a:spcAft>
        <a:defRPr sz="3555" b="1">
          <a:solidFill>
            <a:schemeClr val="tx1"/>
          </a:solidFill>
          <a:latin typeface="Times New Roman" panose="02020603050405020304" pitchFamily="18" charset="0"/>
        </a:defRPr>
      </a:lvl7pPr>
      <a:lvl8pPr marL="1219200" algn="ctr" rtl="0" eaLnBrk="0" fontAlgn="base" hangingPunct="0">
        <a:spcBef>
          <a:spcPct val="0"/>
        </a:spcBef>
        <a:spcAft>
          <a:spcPct val="0"/>
        </a:spcAft>
        <a:defRPr sz="3555" b="1">
          <a:solidFill>
            <a:schemeClr val="tx1"/>
          </a:solidFill>
          <a:latin typeface="Times New Roman" panose="02020603050405020304" pitchFamily="18" charset="0"/>
        </a:defRPr>
      </a:lvl8pPr>
      <a:lvl9pPr marL="1625600" algn="ctr" rtl="0" eaLnBrk="0" fontAlgn="base" hangingPunct="0">
        <a:spcBef>
          <a:spcPct val="0"/>
        </a:spcBef>
        <a:spcAft>
          <a:spcPct val="0"/>
        </a:spcAft>
        <a:defRPr sz="3555" b="1">
          <a:solidFill>
            <a:schemeClr val="tx1"/>
          </a:solidFill>
          <a:latin typeface="Times New Roman" panose="02020603050405020304" pitchFamily="18" charset="0"/>
        </a:defRPr>
      </a:lvl9pPr>
    </p:titleStyle>
    <p:bodyStyle>
      <a:lvl1pPr marL="304800" indent="-304800" algn="l" rtl="0" eaLnBrk="0" fontAlgn="base" hangingPunct="0">
        <a:spcBef>
          <a:spcPct val="20000"/>
        </a:spcBef>
        <a:spcAft>
          <a:spcPct val="0"/>
        </a:spcAft>
        <a:buChar char="•"/>
        <a:defRPr sz="2135" kern="1200">
          <a:solidFill>
            <a:schemeClr val="tx1"/>
          </a:solidFill>
          <a:latin typeface="+mn-lt"/>
          <a:ea typeface="+mn-ea"/>
          <a:cs typeface="+mn-cs"/>
        </a:defRPr>
      </a:lvl1pPr>
      <a:lvl2pPr marL="660400" indent="-254000" algn="l" rtl="0" eaLnBrk="0" fontAlgn="base" hangingPunct="0">
        <a:spcBef>
          <a:spcPct val="20000"/>
        </a:spcBef>
        <a:spcAft>
          <a:spcPct val="0"/>
        </a:spcAft>
        <a:buChar char="–"/>
        <a:defRPr sz="1780" kern="1200">
          <a:solidFill>
            <a:schemeClr val="tx1"/>
          </a:solidFill>
          <a:latin typeface="+mn-lt"/>
          <a:ea typeface="+mn-ea"/>
          <a:cs typeface="+mn-cs"/>
        </a:defRPr>
      </a:lvl2pPr>
      <a:lvl3pPr marL="1016000" indent="-203200" algn="l" rtl="0" eaLnBrk="0" fontAlgn="base" hangingPunct="0">
        <a:spcBef>
          <a:spcPct val="20000"/>
        </a:spcBef>
        <a:spcAft>
          <a:spcPct val="0"/>
        </a:spcAft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1422400" indent="-203200" algn="l" rtl="0" eaLnBrk="0" fontAlgn="base" hangingPunct="0">
        <a:spcBef>
          <a:spcPct val="20000"/>
        </a:spcBef>
        <a:spcAft>
          <a:spcPct val="0"/>
        </a:spcAft>
        <a:buChar char="–"/>
        <a:defRPr sz="142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03200" algn="l" rtl="0" eaLnBrk="0" fontAlgn="base" hangingPunct="0">
        <a:spcBef>
          <a:spcPct val="20000"/>
        </a:spcBef>
        <a:spcAft>
          <a:spcPct val="0"/>
        </a:spcAft>
        <a:buChar char="»"/>
        <a:defRPr sz="1420" kern="1200">
          <a:solidFill>
            <a:schemeClr val="tx1"/>
          </a:solidFill>
          <a:latin typeface="+mn-lt"/>
          <a:ea typeface="+mn-ea"/>
          <a:cs typeface="+mn-cs"/>
        </a:defRPr>
      </a:lvl5pPr>
      <a:lvl6pPr marL="2235200" indent="-203200" algn="l" defTabSz="812800" rtl="0" eaLnBrk="1" latinLnBrk="0" hangingPunct="1">
        <a:lnSpc>
          <a:spcPct val="90000"/>
        </a:lnSpc>
        <a:spcBef>
          <a:spcPts val="44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641600" indent="-203200" algn="l" defTabSz="812800" rtl="0" eaLnBrk="1" latinLnBrk="0" hangingPunct="1">
        <a:lnSpc>
          <a:spcPct val="90000"/>
        </a:lnSpc>
        <a:spcBef>
          <a:spcPts val="44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048000" indent="-203200" algn="l" defTabSz="812800" rtl="0" eaLnBrk="1" latinLnBrk="0" hangingPunct="1">
        <a:lnSpc>
          <a:spcPct val="90000"/>
        </a:lnSpc>
        <a:spcBef>
          <a:spcPts val="44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454400" indent="-203200" algn="l" defTabSz="812800" rtl="0" eaLnBrk="1" latinLnBrk="0" hangingPunct="1">
        <a:lnSpc>
          <a:spcPct val="90000"/>
        </a:lnSpc>
        <a:spcBef>
          <a:spcPts val="44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8128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06400" algn="l" defTabSz="8128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12800" algn="l" defTabSz="8128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19200" algn="l" defTabSz="8128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25600" algn="l" defTabSz="8128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032000" algn="l" defTabSz="8128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438400" algn="l" defTabSz="8128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844800" algn="l" defTabSz="8128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251200" algn="l" defTabSz="8128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image" Target="../media/image8.png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3.xml"/><Relationship Id="rId5" Type="http://schemas.openxmlformats.org/officeDocument/2006/relationships/tags" Target="../tags/tag8.xml"/><Relationship Id="rId4" Type="http://schemas.openxmlformats.org/officeDocument/2006/relationships/tags" Target="../tags/tag7.xml"/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" Type="http://schemas.openxmlformats.org/officeDocument/2006/relationships/tags" Target="../tags/tag4.xml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3.xml"/><Relationship Id="rId5" Type="http://schemas.openxmlformats.org/officeDocument/2006/relationships/image" Target="../media/image9.png"/><Relationship Id="rId4" Type="http://schemas.openxmlformats.org/officeDocument/2006/relationships/tags" Target="../tags/tag12.xml"/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tags" Target="../tags/tag9.xml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3.xml"/><Relationship Id="rId5" Type="http://schemas.openxmlformats.org/officeDocument/2006/relationships/image" Target="../media/image10.png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tags" Target="../tags/tag13.xml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3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" Type="http://schemas.openxmlformats.org/officeDocument/2006/relationships/image" Target="../media/image11.png"/><Relationship Id="rId1" Type="http://schemas.openxmlformats.org/officeDocument/2006/relationships/tags" Target="../tags/tag17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.png"/><Relationship Id="rId8" Type="http://schemas.openxmlformats.org/officeDocument/2006/relationships/tags" Target="../tags/tag27.xml"/><Relationship Id="rId7" Type="http://schemas.openxmlformats.org/officeDocument/2006/relationships/image" Target="../media/image12.png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0" Type="http://schemas.openxmlformats.org/officeDocument/2006/relationships/slideLayout" Target="../slideLayouts/slideLayout13.xml"/><Relationship Id="rId1" Type="http://schemas.openxmlformats.org/officeDocument/2006/relationships/tags" Target="../tags/tag2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7" Type="http://schemas.openxmlformats.org/officeDocument/2006/relationships/image" Target="../media/image14.png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tags" Target="../tags/tag28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37.xml"/><Relationship Id="rId3" Type="http://schemas.openxmlformats.org/officeDocument/2006/relationships/tags" Target="../tags/tag36.xml"/><Relationship Id="rId2" Type="http://schemas.openxmlformats.org/officeDocument/2006/relationships/tags" Target="../tags/tag35.xml"/><Relationship Id="rId1" Type="http://schemas.openxmlformats.org/officeDocument/2006/relationships/tags" Target="../tags/tag34.xml"/></Relationships>
</file>

<file path=ppt/slides/_rels/slide9.xml.rels><?xml version="1.0" encoding="UTF-8" standalone="yes"?>
<Relationships xmlns="http://schemas.openxmlformats.org/package/2006/relationships"><Relationship Id="rId99" Type="http://schemas.openxmlformats.org/officeDocument/2006/relationships/tags" Target="../tags/tag136.xml"/><Relationship Id="rId98" Type="http://schemas.openxmlformats.org/officeDocument/2006/relationships/tags" Target="../tags/tag135.xml"/><Relationship Id="rId97" Type="http://schemas.openxmlformats.org/officeDocument/2006/relationships/tags" Target="../tags/tag134.xml"/><Relationship Id="rId96" Type="http://schemas.openxmlformats.org/officeDocument/2006/relationships/tags" Target="../tags/tag133.xml"/><Relationship Id="rId95" Type="http://schemas.openxmlformats.org/officeDocument/2006/relationships/tags" Target="../tags/tag132.xml"/><Relationship Id="rId94" Type="http://schemas.openxmlformats.org/officeDocument/2006/relationships/tags" Target="../tags/tag131.xml"/><Relationship Id="rId93" Type="http://schemas.openxmlformats.org/officeDocument/2006/relationships/tags" Target="../tags/tag130.xml"/><Relationship Id="rId92" Type="http://schemas.openxmlformats.org/officeDocument/2006/relationships/tags" Target="../tags/tag129.xml"/><Relationship Id="rId91" Type="http://schemas.openxmlformats.org/officeDocument/2006/relationships/tags" Target="../tags/tag128.xml"/><Relationship Id="rId90" Type="http://schemas.openxmlformats.org/officeDocument/2006/relationships/tags" Target="../tags/tag127.xml"/><Relationship Id="rId9" Type="http://schemas.openxmlformats.org/officeDocument/2006/relationships/tags" Target="../tags/tag46.xml"/><Relationship Id="rId89" Type="http://schemas.openxmlformats.org/officeDocument/2006/relationships/tags" Target="../tags/tag126.xml"/><Relationship Id="rId88" Type="http://schemas.openxmlformats.org/officeDocument/2006/relationships/tags" Target="../tags/tag125.xml"/><Relationship Id="rId87" Type="http://schemas.openxmlformats.org/officeDocument/2006/relationships/tags" Target="../tags/tag124.xml"/><Relationship Id="rId86" Type="http://schemas.openxmlformats.org/officeDocument/2006/relationships/tags" Target="../tags/tag123.xml"/><Relationship Id="rId85" Type="http://schemas.openxmlformats.org/officeDocument/2006/relationships/tags" Target="../tags/tag122.xml"/><Relationship Id="rId84" Type="http://schemas.openxmlformats.org/officeDocument/2006/relationships/tags" Target="../tags/tag121.xml"/><Relationship Id="rId83" Type="http://schemas.openxmlformats.org/officeDocument/2006/relationships/tags" Target="../tags/tag120.xml"/><Relationship Id="rId82" Type="http://schemas.openxmlformats.org/officeDocument/2006/relationships/tags" Target="../tags/tag119.xml"/><Relationship Id="rId81" Type="http://schemas.openxmlformats.org/officeDocument/2006/relationships/tags" Target="../tags/tag118.xml"/><Relationship Id="rId80" Type="http://schemas.openxmlformats.org/officeDocument/2006/relationships/tags" Target="../tags/tag117.xml"/><Relationship Id="rId8" Type="http://schemas.openxmlformats.org/officeDocument/2006/relationships/tags" Target="../tags/tag45.xml"/><Relationship Id="rId79" Type="http://schemas.openxmlformats.org/officeDocument/2006/relationships/tags" Target="../tags/tag116.xml"/><Relationship Id="rId78" Type="http://schemas.openxmlformats.org/officeDocument/2006/relationships/tags" Target="../tags/tag115.xml"/><Relationship Id="rId77" Type="http://schemas.openxmlformats.org/officeDocument/2006/relationships/tags" Target="../tags/tag114.xml"/><Relationship Id="rId76" Type="http://schemas.openxmlformats.org/officeDocument/2006/relationships/tags" Target="../tags/tag113.xml"/><Relationship Id="rId75" Type="http://schemas.openxmlformats.org/officeDocument/2006/relationships/tags" Target="../tags/tag112.xml"/><Relationship Id="rId74" Type="http://schemas.openxmlformats.org/officeDocument/2006/relationships/tags" Target="../tags/tag111.xml"/><Relationship Id="rId73" Type="http://schemas.openxmlformats.org/officeDocument/2006/relationships/tags" Target="../tags/tag110.xml"/><Relationship Id="rId72" Type="http://schemas.openxmlformats.org/officeDocument/2006/relationships/tags" Target="../tags/tag109.xml"/><Relationship Id="rId71" Type="http://schemas.openxmlformats.org/officeDocument/2006/relationships/tags" Target="../tags/tag108.xml"/><Relationship Id="rId70" Type="http://schemas.openxmlformats.org/officeDocument/2006/relationships/tags" Target="../tags/tag107.xml"/><Relationship Id="rId7" Type="http://schemas.openxmlformats.org/officeDocument/2006/relationships/tags" Target="../tags/tag44.xml"/><Relationship Id="rId69" Type="http://schemas.openxmlformats.org/officeDocument/2006/relationships/tags" Target="../tags/tag106.xml"/><Relationship Id="rId68" Type="http://schemas.openxmlformats.org/officeDocument/2006/relationships/tags" Target="../tags/tag105.xml"/><Relationship Id="rId67" Type="http://schemas.openxmlformats.org/officeDocument/2006/relationships/tags" Target="../tags/tag104.xml"/><Relationship Id="rId66" Type="http://schemas.openxmlformats.org/officeDocument/2006/relationships/tags" Target="../tags/tag103.xml"/><Relationship Id="rId65" Type="http://schemas.openxmlformats.org/officeDocument/2006/relationships/tags" Target="../tags/tag102.xml"/><Relationship Id="rId64" Type="http://schemas.openxmlformats.org/officeDocument/2006/relationships/tags" Target="../tags/tag101.xml"/><Relationship Id="rId63" Type="http://schemas.openxmlformats.org/officeDocument/2006/relationships/tags" Target="../tags/tag100.xml"/><Relationship Id="rId62" Type="http://schemas.openxmlformats.org/officeDocument/2006/relationships/tags" Target="../tags/tag99.xml"/><Relationship Id="rId61" Type="http://schemas.openxmlformats.org/officeDocument/2006/relationships/tags" Target="../tags/tag98.xml"/><Relationship Id="rId60" Type="http://schemas.openxmlformats.org/officeDocument/2006/relationships/tags" Target="../tags/tag97.xml"/><Relationship Id="rId6" Type="http://schemas.openxmlformats.org/officeDocument/2006/relationships/tags" Target="../tags/tag43.xml"/><Relationship Id="rId59" Type="http://schemas.openxmlformats.org/officeDocument/2006/relationships/tags" Target="../tags/tag96.xml"/><Relationship Id="rId58" Type="http://schemas.openxmlformats.org/officeDocument/2006/relationships/tags" Target="../tags/tag95.xml"/><Relationship Id="rId57" Type="http://schemas.openxmlformats.org/officeDocument/2006/relationships/tags" Target="../tags/tag94.xml"/><Relationship Id="rId56" Type="http://schemas.openxmlformats.org/officeDocument/2006/relationships/tags" Target="../tags/tag93.xml"/><Relationship Id="rId55" Type="http://schemas.openxmlformats.org/officeDocument/2006/relationships/tags" Target="../tags/tag92.xml"/><Relationship Id="rId54" Type="http://schemas.openxmlformats.org/officeDocument/2006/relationships/tags" Target="../tags/tag91.xml"/><Relationship Id="rId53" Type="http://schemas.openxmlformats.org/officeDocument/2006/relationships/tags" Target="../tags/tag90.xml"/><Relationship Id="rId52" Type="http://schemas.openxmlformats.org/officeDocument/2006/relationships/tags" Target="../tags/tag89.xml"/><Relationship Id="rId51" Type="http://schemas.openxmlformats.org/officeDocument/2006/relationships/tags" Target="../tags/tag88.xml"/><Relationship Id="rId50" Type="http://schemas.openxmlformats.org/officeDocument/2006/relationships/tags" Target="../tags/tag87.xml"/><Relationship Id="rId5" Type="http://schemas.openxmlformats.org/officeDocument/2006/relationships/tags" Target="../tags/tag42.xml"/><Relationship Id="rId49" Type="http://schemas.openxmlformats.org/officeDocument/2006/relationships/tags" Target="../tags/tag86.xml"/><Relationship Id="rId48" Type="http://schemas.openxmlformats.org/officeDocument/2006/relationships/tags" Target="../tags/tag85.xml"/><Relationship Id="rId47" Type="http://schemas.openxmlformats.org/officeDocument/2006/relationships/tags" Target="../tags/tag84.xml"/><Relationship Id="rId46" Type="http://schemas.openxmlformats.org/officeDocument/2006/relationships/tags" Target="../tags/tag83.xml"/><Relationship Id="rId45" Type="http://schemas.openxmlformats.org/officeDocument/2006/relationships/tags" Target="../tags/tag82.xml"/><Relationship Id="rId44" Type="http://schemas.openxmlformats.org/officeDocument/2006/relationships/tags" Target="../tags/tag81.xml"/><Relationship Id="rId43" Type="http://schemas.openxmlformats.org/officeDocument/2006/relationships/tags" Target="../tags/tag80.xml"/><Relationship Id="rId42" Type="http://schemas.openxmlformats.org/officeDocument/2006/relationships/tags" Target="../tags/tag79.xml"/><Relationship Id="rId41" Type="http://schemas.openxmlformats.org/officeDocument/2006/relationships/tags" Target="../tags/tag78.xml"/><Relationship Id="rId40" Type="http://schemas.openxmlformats.org/officeDocument/2006/relationships/tags" Target="../tags/tag77.xml"/><Relationship Id="rId4" Type="http://schemas.openxmlformats.org/officeDocument/2006/relationships/tags" Target="../tags/tag41.xml"/><Relationship Id="rId39" Type="http://schemas.openxmlformats.org/officeDocument/2006/relationships/tags" Target="../tags/tag76.xml"/><Relationship Id="rId38" Type="http://schemas.openxmlformats.org/officeDocument/2006/relationships/tags" Target="../tags/tag75.xml"/><Relationship Id="rId37" Type="http://schemas.openxmlformats.org/officeDocument/2006/relationships/tags" Target="../tags/tag74.xml"/><Relationship Id="rId36" Type="http://schemas.openxmlformats.org/officeDocument/2006/relationships/tags" Target="../tags/tag73.xml"/><Relationship Id="rId35" Type="http://schemas.openxmlformats.org/officeDocument/2006/relationships/tags" Target="../tags/tag72.xml"/><Relationship Id="rId34" Type="http://schemas.openxmlformats.org/officeDocument/2006/relationships/tags" Target="../tags/tag71.xml"/><Relationship Id="rId33" Type="http://schemas.openxmlformats.org/officeDocument/2006/relationships/tags" Target="../tags/tag70.xml"/><Relationship Id="rId32" Type="http://schemas.openxmlformats.org/officeDocument/2006/relationships/tags" Target="../tags/tag69.xml"/><Relationship Id="rId31" Type="http://schemas.openxmlformats.org/officeDocument/2006/relationships/tags" Target="../tags/tag68.xml"/><Relationship Id="rId30" Type="http://schemas.openxmlformats.org/officeDocument/2006/relationships/tags" Target="../tags/tag67.xml"/><Relationship Id="rId3" Type="http://schemas.openxmlformats.org/officeDocument/2006/relationships/tags" Target="../tags/tag40.xml"/><Relationship Id="rId29" Type="http://schemas.openxmlformats.org/officeDocument/2006/relationships/tags" Target="../tags/tag66.xml"/><Relationship Id="rId28" Type="http://schemas.openxmlformats.org/officeDocument/2006/relationships/tags" Target="../tags/tag65.xml"/><Relationship Id="rId27" Type="http://schemas.openxmlformats.org/officeDocument/2006/relationships/tags" Target="../tags/tag64.xml"/><Relationship Id="rId26" Type="http://schemas.openxmlformats.org/officeDocument/2006/relationships/tags" Target="../tags/tag63.xml"/><Relationship Id="rId25" Type="http://schemas.openxmlformats.org/officeDocument/2006/relationships/tags" Target="../tags/tag62.xml"/><Relationship Id="rId24" Type="http://schemas.openxmlformats.org/officeDocument/2006/relationships/tags" Target="../tags/tag61.xml"/><Relationship Id="rId23" Type="http://schemas.openxmlformats.org/officeDocument/2006/relationships/tags" Target="../tags/tag60.xml"/><Relationship Id="rId22" Type="http://schemas.openxmlformats.org/officeDocument/2006/relationships/tags" Target="../tags/tag59.xml"/><Relationship Id="rId21" Type="http://schemas.openxmlformats.org/officeDocument/2006/relationships/tags" Target="../tags/tag58.xml"/><Relationship Id="rId20" Type="http://schemas.openxmlformats.org/officeDocument/2006/relationships/tags" Target="../tags/tag57.xml"/><Relationship Id="rId2" Type="http://schemas.openxmlformats.org/officeDocument/2006/relationships/tags" Target="../tags/tag39.xml"/><Relationship Id="rId19" Type="http://schemas.openxmlformats.org/officeDocument/2006/relationships/tags" Target="../tags/tag56.xml"/><Relationship Id="rId18" Type="http://schemas.openxmlformats.org/officeDocument/2006/relationships/tags" Target="../tags/tag55.xml"/><Relationship Id="rId17" Type="http://schemas.openxmlformats.org/officeDocument/2006/relationships/tags" Target="../tags/tag54.xml"/><Relationship Id="rId16" Type="http://schemas.openxmlformats.org/officeDocument/2006/relationships/tags" Target="../tags/tag53.xml"/><Relationship Id="rId15" Type="http://schemas.openxmlformats.org/officeDocument/2006/relationships/tags" Target="../tags/tag52.xml"/><Relationship Id="rId14" Type="http://schemas.openxmlformats.org/officeDocument/2006/relationships/tags" Target="../tags/tag51.xml"/><Relationship Id="rId13" Type="http://schemas.openxmlformats.org/officeDocument/2006/relationships/tags" Target="../tags/tag50.xml"/><Relationship Id="rId12" Type="http://schemas.openxmlformats.org/officeDocument/2006/relationships/tags" Target="../tags/tag49.xml"/><Relationship Id="rId112" Type="http://schemas.openxmlformats.org/officeDocument/2006/relationships/slideLayout" Target="../slideLayouts/slideLayout13.xml"/><Relationship Id="rId111" Type="http://schemas.openxmlformats.org/officeDocument/2006/relationships/tags" Target="../tags/tag148.xml"/><Relationship Id="rId110" Type="http://schemas.openxmlformats.org/officeDocument/2006/relationships/tags" Target="../tags/tag147.xml"/><Relationship Id="rId11" Type="http://schemas.openxmlformats.org/officeDocument/2006/relationships/tags" Target="../tags/tag48.xml"/><Relationship Id="rId109" Type="http://schemas.openxmlformats.org/officeDocument/2006/relationships/tags" Target="../tags/tag146.xml"/><Relationship Id="rId108" Type="http://schemas.openxmlformats.org/officeDocument/2006/relationships/tags" Target="../tags/tag145.xml"/><Relationship Id="rId107" Type="http://schemas.openxmlformats.org/officeDocument/2006/relationships/tags" Target="../tags/tag144.xml"/><Relationship Id="rId106" Type="http://schemas.openxmlformats.org/officeDocument/2006/relationships/tags" Target="../tags/tag143.xml"/><Relationship Id="rId105" Type="http://schemas.openxmlformats.org/officeDocument/2006/relationships/tags" Target="../tags/tag142.xml"/><Relationship Id="rId104" Type="http://schemas.openxmlformats.org/officeDocument/2006/relationships/tags" Target="../tags/tag141.xml"/><Relationship Id="rId103" Type="http://schemas.openxmlformats.org/officeDocument/2006/relationships/tags" Target="../tags/tag140.xml"/><Relationship Id="rId102" Type="http://schemas.openxmlformats.org/officeDocument/2006/relationships/tags" Target="../tags/tag139.xml"/><Relationship Id="rId101" Type="http://schemas.openxmlformats.org/officeDocument/2006/relationships/tags" Target="../tags/tag138.xml"/><Relationship Id="rId100" Type="http://schemas.openxmlformats.org/officeDocument/2006/relationships/tags" Target="../tags/tag137.xml"/><Relationship Id="rId10" Type="http://schemas.openxmlformats.org/officeDocument/2006/relationships/tags" Target="../tags/tag47.xml"/><Relationship Id="rId1" Type="http://schemas.openxmlformats.org/officeDocument/2006/relationships/tags" Target="../tags/tag38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image" Target="../media/image16.png"/><Relationship Id="rId3" Type="http://schemas.openxmlformats.org/officeDocument/2006/relationships/tags" Target="../tags/tag150.xml"/><Relationship Id="rId2" Type="http://schemas.openxmlformats.org/officeDocument/2006/relationships/image" Target="../media/image15.png"/><Relationship Id="rId1" Type="http://schemas.openxmlformats.org/officeDocument/2006/relationships/tags" Target="../tags/tag149.xm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image" Target="../media/image18.png"/><Relationship Id="rId3" Type="http://schemas.openxmlformats.org/officeDocument/2006/relationships/tags" Target="../tags/tag152.xml"/><Relationship Id="rId2" Type="http://schemas.openxmlformats.org/officeDocument/2006/relationships/image" Target="../media/image17.png"/><Relationship Id="rId1" Type="http://schemas.openxmlformats.org/officeDocument/2006/relationships/tags" Target="../tags/tag151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image" Target="../media/image20.png"/><Relationship Id="rId3" Type="http://schemas.openxmlformats.org/officeDocument/2006/relationships/tags" Target="../tags/tag154.xml"/><Relationship Id="rId2" Type="http://schemas.openxmlformats.org/officeDocument/2006/relationships/image" Target="../media/image19.png"/><Relationship Id="rId1" Type="http://schemas.openxmlformats.org/officeDocument/2006/relationships/tags" Target="../tags/tag153.xm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image" Target="../media/image21.png"/><Relationship Id="rId3" Type="http://schemas.openxmlformats.org/officeDocument/2006/relationships/tags" Target="../tags/tag156.xml"/><Relationship Id="rId2" Type="http://schemas.openxmlformats.org/officeDocument/2006/relationships/image" Target="../media/image19.png"/><Relationship Id="rId1" Type="http://schemas.openxmlformats.org/officeDocument/2006/relationships/tags" Target="../tags/tag155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159.xml"/><Relationship Id="rId2" Type="http://schemas.openxmlformats.org/officeDocument/2006/relationships/tags" Target="../tags/tag158.xml"/><Relationship Id="rId1" Type="http://schemas.openxmlformats.org/officeDocument/2006/relationships/tags" Target="../tags/tag15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812800" eaLnBrk="0" fontAlgn="base" hangingPunct="0">
              <a:spcBef>
                <a:spcPct val="0"/>
              </a:spcBef>
              <a:spcAft>
                <a:spcPct val="0"/>
              </a:spcAft>
            </a:pPr>
            <a:fld id="{F7F55921-32A6-47BD-9D17-6576B1BA9D2A}" type="slidenum">
              <a:rPr lang="zh-CN" altLang="en-US">
                <a:solidFill>
                  <a:srgbClr val="FFFFFF"/>
                </a:solidFill>
                <a:latin typeface="Times New Roman" panose="02020603050405020304" pitchFamily="18" charset="0"/>
              </a:rPr>
            </a:fld>
            <a:r>
              <a:rPr lang="en-US" altLang="zh-CN">
                <a:solidFill>
                  <a:srgbClr val="FFFFFF"/>
                </a:solidFill>
                <a:latin typeface="Times New Roman" panose="02020603050405020304" pitchFamily="18" charset="0"/>
              </a:rPr>
              <a:t> of 109 </a:t>
            </a:r>
            <a:endParaRPr lang="en-US" altLang="zh-CN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979311" y="863600"/>
            <a:ext cx="6881989" cy="540456"/>
          </a:xfrm>
        </p:spPr>
        <p:txBody>
          <a:bodyPr/>
          <a:lstStyle/>
          <a:p>
            <a:pPr algn="l"/>
            <a:r>
              <a:rPr lang="en-US" altLang="zh-CN" dirty="0">
                <a:solidFill>
                  <a:srgbClr val="FF0000"/>
                </a:solidFill>
                <a:ea typeface="楷体_GB2312" pitchFamily="49" charset="-122"/>
              </a:rPr>
              <a:t>4</a:t>
            </a:r>
            <a:r>
              <a:rPr lang="zh-CN" altLang="en-US" dirty="0">
                <a:solidFill>
                  <a:srgbClr val="FF0000"/>
                </a:solidFill>
                <a:ea typeface="楷体_GB2312" pitchFamily="49" charset="-122"/>
              </a:rPr>
              <a:t>.</a:t>
            </a:r>
            <a:r>
              <a:rPr lang="en-US" altLang="zh-CN" dirty="0">
                <a:solidFill>
                  <a:srgbClr val="FF0000"/>
                </a:solidFill>
                <a:ea typeface="楷体_GB2312" pitchFamily="49" charset="-122"/>
              </a:rPr>
              <a:t>4</a:t>
            </a:r>
            <a:r>
              <a:rPr lang="zh-CN" altLang="en-US" dirty="0">
                <a:solidFill>
                  <a:srgbClr val="FF0000"/>
                </a:solidFill>
                <a:ea typeface="楷体_GB2312" pitchFamily="49" charset="-122"/>
              </a:rPr>
              <a:t>   合金电镀原理与技术</a:t>
            </a:r>
            <a:endParaRPr lang="zh-CN" altLang="en-US" dirty="0">
              <a:solidFill>
                <a:srgbClr val="FF0000"/>
              </a:solidFill>
              <a:ea typeface="楷体_GB2312" pitchFamily="49" charset="-122"/>
            </a:endParaRPr>
          </a:p>
        </p:txBody>
      </p:sp>
      <p:sp>
        <p:nvSpPr>
          <p:cNvPr id="80" name="textbox 80"/>
          <p:cNvSpPr/>
          <p:nvPr>
            <p:custDataLst>
              <p:tags r:id="rId1"/>
            </p:custDataLst>
          </p:nvPr>
        </p:nvSpPr>
        <p:spPr>
          <a:xfrm>
            <a:off x="897890" y="2876550"/>
            <a:ext cx="3689350" cy="554355"/>
          </a:xfrm>
          <a:prstGeom prst="rect">
            <a:avLst/>
          </a:prstGeom>
        </p:spPr>
        <p:txBody>
          <a:bodyPr vert="horz" wrap="square" lIns="0" tIns="0" rIns="0" bIns="0"/>
          <a:p>
            <a:pPr algn="l" rtl="0" eaLnBrk="0">
              <a:lnSpc>
                <a:spcPct val="74000"/>
              </a:lnSpc>
            </a:pPr>
            <a:endParaRPr lang="en-US" altLang="en-US" dirty="0"/>
          </a:p>
          <a:p>
            <a:pPr marL="12700" indent="107950" algn="l" rtl="0" eaLnBrk="0">
              <a:lnSpc>
                <a:spcPct val="145000"/>
              </a:lnSpc>
            </a:pPr>
            <a:r>
              <a:rPr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金属电沉积过程：是指简 </a:t>
            </a:r>
            <a:r>
              <a:rPr kern="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单金属离子或金属络</a:t>
            </a:r>
            <a:r>
              <a:rPr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离子通过  </a:t>
            </a:r>
            <a:r>
              <a:rPr kern="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电化学方法在固体（</a:t>
            </a:r>
            <a:r>
              <a:rPr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导体或半  </a:t>
            </a:r>
            <a:r>
              <a:rPr kern="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导体）表面上放电还</a:t>
            </a:r>
            <a:r>
              <a:rPr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原为金属 </a:t>
            </a:r>
            <a:r>
              <a:rPr kern="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原子附着于电极表面</a:t>
            </a:r>
            <a:r>
              <a:rPr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，从而获 </a:t>
            </a:r>
            <a:r>
              <a:rPr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得一金属层的过程。</a:t>
            </a:r>
            <a:endParaRPr lang="en-US" altLang="en-US" dirty="0"/>
          </a:p>
        </p:txBody>
      </p:sp>
      <p:sp>
        <p:nvSpPr>
          <p:cNvPr id="158" name="textbox 158"/>
          <p:cNvSpPr/>
          <p:nvPr>
            <p:custDataLst>
              <p:tags r:id="rId2"/>
            </p:custDataLst>
          </p:nvPr>
        </p:nvSpPr>
        <p:spPr>
          <a:xfrm>
            <a:off x="979170" y="1880870"/>
            <a:ext cx="2569210" cy="939165"/>
          </a:xfrm>
          <a:prstGeom prst="rect">
            <a:avLst/>
          </a:prstGeom>
        </p:spPr>
        <p:txBody>
          <a:bodyPr vert="horz" wrap="square" lIns="0" tIns="0" rIns="0" bIns="0"/>
          <a:p>
            <a:pPr algn="l" rtl="0" eaLnBrk="0">
              <a:lnSpc>
                <a:spcPct val="136000"/>
              </a:lnSpc>
            </a:pPr>
            <a:endParaRPr lang="en-US" altLang="en-US" dirty="0"/>
          </a:p>
          <a:p>
            <a:pPr marL="93345" algn="l" rtl="0" eaLnBrk="0">
              <a:lnSpc>
                <a:spcPct val="99000"/>
              </a:lnSpc>
              <a:spcBef>
                <a:spcPts val="0"/>
              </a:spcBef>
              <a:tabLst>
                <a:tab pos="143510" algn="l"/>
                <a:tab pos="476250" algn="l"/>
              </a:tabLst>
            </a:pPr>
            <a:r>
              <a:rPr u="dbl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b="1" u="sng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金属电沉积	</a:t>
            </a:r>
            <a:endParaRPr lang="en-US" altLang="en-US" dirty="0"/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038725" y="2399665"/>
            <a:ext cx="3909695" cy="27400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box 50"/>
          <p:cNvSpPr/>
          <p:nvPr>
            <p:custDataLst>
              <p:tags r:id="rId1"/>
            </p:custDataLst>
          </p:nvPr>
        </p:nvSpPr>
        <p:spPr>
          <a:xfrm>
            <a:off x="746760" y="289560"/>
            <a:ext cx="8233410" cy="5661660"/>
          </a:xfrm>
          <a:prstGeom prst="rect">
            <a:avLst/>
          </a:prstGeom>
        </p:spPr>
        <p:txBody>
          <a:bodyPr vert="horz" wrap="square" lIns="0" tIns="0" rIns="0" bIns="0"/>
          <a:p>
            <a:pPr algn="l" rtl="0" eaLnBrk="0">
              <a:lnSpc>
                <a:spcPct val="138000"/>
              </a:lnSpc>
            </a:pPr>
            <a:endParaRPr lang="en-US" altLang="en-US" sz="2400" dirty="0"/>
          </a:p>
          <a:p>
            <a:pPr marL="93345" algn="l" rtl="0" eaLnBrk="0">
              <a:lnSpc>
                <a:spcPct val="99000"/>
              </a:lnSpc>
              <a:tabLst>
                <a:tab pos="141605" algn="l"/>
              </a:tabLst>
            </a:pPr>
            <a:r>
              <a:rPr sz="2400" u="dbl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2400" b="1" u="sng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金属阴极共沉</a:t>
            </a:r>
            <a:r>
              <a:rPr sz="24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积</a:t>
            </a:r>
            <a:endParaRPr lang="en-US" altLang="en-US" sz="2400" dirty="0"/>
          </a:p>
          <a:p>
            <a:pPr marL="128905" algn="l" rtl="0" eaLnBrk="0">
              <a:lnSpc>
                <a:spcPct val="99000"/>
              </a:lnSpc>
              <a:spcBef>
                <a:spcPts val="710"/>
              </a:spcBef>
            </a:pPr>
            <a:endParaRPr sz="2400" kern="0" spc="0" dirty="0">
              <a:solidFill>
                <a:srgbClr val="00000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91490" indent="-359410" algn="l" rtl="0" eaLnBrk="0">
              <a:lnSpc>
                <a:spcPct val="135000"/>
              </a:lnSpc>
              <a:spcBef>
                <a:spcPts val="555"/>
              </a:spcBef>
            </a:pPr>
            <a:endParaRPr sz="2400" kern="0" spc="10" dirty="0">
              <a:solidFill>
                <a:srgbClr val="00000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91490" indent="-359410" algn="l" rtl="0" eaLnBrk="0">
              <a:lnSpc>
                <a:spcPct val="135000"/>
              </a:lnSpc>
              <a:spcBef>
                <a:spcPts val="555"/>
              </a:spcBef>
            </a:pPr>
            <a:endParaRPr sz="2400" kern="0" spc="10" dirty="0">
              <a:solidFill>
                <a:srgbClr val="00000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91490" indent="-359410" algn="l" rtl="0" eaLnBrk="0">
              <a:lnSpc>
                <a:spcPct val="135000"/>
              </a:lnSpc>
              <a:spcBef>
                <a:spcPts val="555"/>
              </a:spcBef>
            </a:pPr>
            <a:r>
              <a:rPr sz="2400" kern="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制备合金，如：锡铅合金有好的润滑性、耐</a:t>
            </a: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蚀性、钎焊性   锡镍——枪黑色高光亮镀层</a:t>
            </a:r>
            <a:endParaRPr lang="en-US" altLang="en-US" sz="2400" dirty="0"/>
          </a:p>
          <a:p>
            <a:pPr marL="138430" algn="l" rtl="0" eaLnBrk="0">
              <a:lnSpc>
                <a:spcPct val="100000"/>
              </a:lnSpc>
              <a:spcBef>
                <a:spcPts val="915"/>
              </a:spcBef>
            </a:pPr>
            <a:r>
              <a:rPr sz="2400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课堂讨论</a:t>
            </a:r>
            <a:endParaRPr lang="en-US" altLang="en-US" sz="2400" dirty="0"/>
          </a:p>
          <a:p>
            <a:pPr algn="l" rtl="0" eaLnBrk="0">
              <a:lnSpc>
                <a:spcPct val="104000"/>
              </a:lnSpc>
            </a:pPr>
            <a:endParaRPr lang="en-US" altLang="en-US" sz="2400" dirty="0"/>
          </a:p>
          <a:p>
            <a:pPr marL="174625" indent="123825" algn="l" rtl="0" eaLnBrk="0">
              <a:lnSpc>
                <a:spcPct val="101000"/>
              </a:lnSpc>
            </a:pPr>
            <a:endParaRPr sz="2400" kern="0" spc="10" dirty="0">
              <a:solidFill>
                <a:srgbClr val="00000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74625" indent="123825" algn="l" rtl="0" eaLnBrk="0">
              <a:lnSpc>
                <a:spcPct val="101000"/>
              </a:lnSpc>
            </a:pPr>
            <a:r>
              <a:rPr sz="2400" kern="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要使两种或两种以上金属在阴</a:t>
            </a: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极上共沉积，需要满</a:t>
            </a:r>
            <a:r>
              <a:rPr sz="24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足</a:t>
            </a:r>
            <a:endParaRPr sz="2400" kern="0" spc="-20" dirty="0">
              <a:solidFill>
                <a:srgbClr val="00000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74625" indent="123825" algn="l" rtl="0" eaLnBrk="0">
              <a:lnSpc>
                <a:spcPct val="101000"/>
              </a:lnSpc>
            </a:pPr>
            <a:r>
              <a:rPr sz="240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什么条件？</a:t>
            </a:r>
            <a:endParaRPr lang="en-US" altLang="en-US" sz="2400" dirty="0"/>
          </a:p>
        </p:txBody>
      </p:sp>
      <p:sp>
        <p:nvSpPr>
          <p:cNvPr id="48" name="rect"/>
          <p:cNvSpPr/>
          <p:nvPr>
            <p:custDataLst>
              <p:tags r:id="rId2"/>
            </p:custDataLst>
          </p:nvPr>
        </p:nvSpPr>
        <p:spPr>
          <a:xfrm>
            <a:off x="829310" y="1867535"/>
            <a:ext cx="3776345" cy="394970"/>
          </a:xfrm>
          <a:prstGeom prst="rect">
            <a:avLst/>
          </a:prstGeom>
          <a:solidFill>
            <a:srgbClr val="FFC518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p>
            <a:pPr algn="ctr"/>
            <a:r>
              <a:rPr sz="2400" kern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金属阴极共沉积的应用</a:t>
            </a:r>
            <a:endParaRPr lang="zh-CN" altLang="en-US" sz="2400"/>
          </a:p>
        </p:txBody>
      </p:sp>
      <p:sp>
        <p:nvSpPr>
          <p:cNvPr id="46" name="rect"/>
          <p:cNvSpPr/>
          <p:nvPr>
            <p:custDataLst>
              <p:tags r:id="rId3"/>
            </p:custDataLst>
          </p:nvPr>
        </p:nvSpPr>
        <p:spPr>
          <a:xfrm>
            <a:off x="996315" y="4346575"/>
            <a:ext cx="1558925" cy="459105"/>
          </a:xfrm>
          <a:prstGeom prst="rect">
            <a:avLst/>
          </a:prstGeom>
          <a:solidFill>
            <a:srgbClr val="187DC5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p>
            <a:pPr algn="ctr"/>
            <a:r>
              <a:rPr lang="zh-CN" altLang="en-US" sz="24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课堂讨论</a:t>
            </a:r>
            <a:endParaRPr lang="zh-CN" altLang="en-US" sz="24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1" name="group 10"/>
          <p:cNvGrpSpPr/>
          <p:nvPr/>
        </p:nvGrpSpPr>
        <p:grpSpPr>
          <a:xfrm rot="0">
            <a:off x="377825" y="746125"/>
            <a:ext cx="451485" cy="397510"/>
            <a:chOff x="0" y="0"/>
            <a:chExt cx="80822" cy="65913"/>
          </a:xfrm>
        </p:grpSpPr>
        <p:sp>
          <p:nvSpPr>
            <p:cNvPr id="52" name="path"/>
            <p:cNvSpPr/>
            <p:nvPr>
              <p:custDataLst>
                <p:tags r:id="rId4"/>
              </p:custDataLst>
            </p:nvPr>
          </p:nvSpPr>
          <p:spPr>
            <a:xfrm>
              <a:off x="0" y="0"/>
              <a:ext cx="66014" cy="65913"/>
            </a:xfrm>
            <a:custGeom>
              <a:avLst/>
              <a:gdLst/>
              <a:ahLst/>
              <a:cxnLst/>
              <a:rect l="0" t="0" r="0" b="0"/>
              <a:pathLst>
                <a:path w="103" h="103">
                  <a:moveTo>
                    <a:pt x="51" y="103"/>
                  </a:moveTo>
                  <a:lnTo>
                    <a:pt x="0" y="51"/>
                  </a:lnTo>
                  <a:lnTo>
                    <a:pt x="51" y="0"/>
                  </a:lnTo>
                  <a:lnTo>
                    <a:pt x="103" y="51"/>
                  </a:lnTo>
                  <a:lnTo>
                    <a:pt x="51" y="103"/>
                  </a:lnTo>
                  <a:close/>
                </a:path>
              </a:pathLst>
            </a:custGeom>
            <a:solidFill>
              <a:srgbClr val="0070C0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p>
              <a:pPr algn="ctr"/>
              <a:endParaRPr lang="zh-CN" altLang="en-US" sz="2400"/>
            </a:p>
          </p:txBody>
        </p:sp>
        <p:sp>
          <p:nvSpPr>
            <p:cNvPr id="54" name="path"/>
            <p:cNvSpPr/>
            <p:nvPr>
              <p:custDataLst>
                <p:tags r:id="rId5"/>
              </p:custDataLst>
            </p:nvPr>
          </p:nvSpPr>
          <p:spPr>
            <a:xfrm>
              <a:off x="39751" y="12446"/>
              <a:ext cx="41071" cy="41021"/>
            </a:xfrm>
            <a:custGeom>
              <a:avLst/>
              <a:gdLst/>
              <a:ahLst/>
              <a:cxnLst/>
              <a:rect l="0" t="0" r="0" b="0"/>
              <a:pathLst>
                <a:path w="64" h="64">
                  <a:moveTo>
                    <a:pt x="32" y="64"/>
                  </a:moveTo>
                  <a:lnTo>
                    <a:pt x="0" y="32"/>
                  </a:lnTo>
                  <a:lnTo>
                    <a:pt x="32" y="0"/>
                  </a:lnTo>
                  <a:lnTo>
                    <a:pt x="64" y="32"/>
                  </a:lnTo>
                  <a:lnTo>
                    <a:pt x="32" y="64"/>
                  </a:lnTo>
                  <a:close/>
                </a:path>
              </a:pathLst>
            </a:custGeom>
            <a:solidFill>
              <a:srgbClr val="FFC000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p>
              <a:pPr algn="ctr"/>
              <a:endParaRPr lang="zh-CN" altLang="en-US" sz="2400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764540" y="473710"/>
            <a:ext cx="4572000" cy="456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93345" algn="l" rtl="0" eaLnBrk="0">
              <a:lnSpc>
                <a:spcPct val="99000"/>
              </a:lnSpc>
              <a:tabLst>
                <a:tab pos="141605" algn="l"/>
              </a:tabLst>
            </a:pPr>
            <a:r>
              <a:rPr sz="2400" b="1" u="sng" kern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金属共沉积</a:t>
            </a:r>
            <a:r>
              <a:rPr lang="zh-CN" sz="2400" b="1" u="sng" kern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原理</a:t>
            </a:r>
            <a:endParaRPr lang="zh-CN" sz="2400" b="1" u="sng" kern="0" dirty="0">
              <a:solidFill>
                <a:srgbClr val="00000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pSp>
        <p:nvGrpSpPr>
          <p:cNvPr id="11" name="group 10"/>
          <p:cNvGrpSpPr/>
          <p:nvPr/>
        </p:nvGrpSpPr>
        <p:grpSpPr>
          <a:xfrm rot="0">
            <a:off x="395605" y="532765"/>
            <a:ext cx="451485" cy="397510"/>
            <a:chOff x="0" y="0"/>
            <a:chExt cx="80822" cy="65913"/>
          </a:xfrm>
        </p:grpSpPr>
        <p:sp>
          <p:nvSpPr>
            <p:cNvPr id="52" name="path"/>
            <p:cNvSpPr/>
            <p:nvPr>
              <p:custDataLst>
                <p:tags r:id="rId1"/>
              </p:custDataLst>
            </p:nvPr>
          </p:nvSpPr>
          <p:spPr>
            <a:xfrm>
              <a:off x="0" y="0"/>
              <a:ext cx="66014" cy="65913"/>
            </a:xfrm>
            <a:custGeom>
              <a:avLst/>
              <a:gdLst/>
              <a:ahLst/>
              <a:cxnLst/>
              <a:rect l="0" t="0" r="0" b="0"/>
              <a:pathLst>
                <a:path w="103" h="103">
                  <a:moveTo>
                    <a:pt x="51" y="103"/>
                  </a:moveTo>
                  <a:lnTo>
                    <a:pt x="0" y="51"/>
                  </a:lnTo>
                  <a:lnTo>
                    <a:pt x="51" y="0"/>
                  </a:lnTo>
                  <a:lnTo>
                    <a:pt x="103" y="51"/>
                  </a:lnTo>
                  <a:lnTo>
                    <a:pt x="51" y="103"/>
                  </a:lnTo>
                  <a:close/>
                </a:path>
              </a:pathLst>
            </a:custGeom>
            <a:solidFill>
              <a:srgbClr val="0070C0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p>
              <a:pPr algn="ctr"/>
              <a:endParaRPr lang="zh-CN" altLang="en-US" sz="2400"/>
            </a:p>
          </p:txBody>
        </p:sp>
        <p:sp>
          <p:nvSpPr>
            <p:cNvPr id="54" name="path"/>
            <p:cNvSpPr/>
            <p:nvPr>
              <p:custDataLst>
                <p:tags r:id="rId2"/>
              </p:custDataLst>
            </p:nvPr>
          </p:nvSpPr>
          <p:spPr>
            <a:xfrm>
              <a:off x="39751" y="12446"/>
              <a:ext cx="41071" cy="41021"/>
            </a:xfrm>
            <a:custGeom>
              <a:avLst/>
              <a:gdLst/>
              <a:ahLst/>
              <a:cxnLst/>
              <a:rect l="0" t="0" r="0" b="0"/>
              <a:pathLst>
                <a:path w="64" h="64">
                  <a:moveTo>
                    <a:pt x="32" y="64"/>
                  </a:moveTo>
                  <a:lnTo>
                    <a:pt x="0" y="32"/>
                  </a:lnTo>
                  <a:lnTo>
                    <a:pt x="32" y="0"/>
                  </a:lnTo>
                  <a:lnTo>
                    <a:pt x="64" y="32"/>
                  </a:lnTo>
                  <a:lnTo>
                    <a:pt x="32" y="64"/>
                  </a:lnTo>
                  <a:close/>
                </a:path>
              </a:pathLst>
            </a:custGeom>
            <a:solidFill>
              <a:srgbClr val="FFC000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p>
              <a:pPr algn="ctr"/>
              <a:endParaRPr lang="zh-CN" altLang="en-US" sz="2400"/>
            </a:p>
          </p:txBody>
        </p:sp>
      </p:grpSp>
      <p:sp>
        <p:nvSpPr>
          <p:cNvPr id="128" name="textbox 128"/>
          <p:cNvSpPr/>
          <p:nvPr>
            <p:custDataLst>
              <p:tags r:id="rId3"/>
            </p:custDataLst>
          </p:nvPr>
        </p:nvSpPr>
        <p:spPr>
          <a:xfrm>
            <a:off x="1057910" y="4942840"/>
            <a:ext cx="7517765" cy="386715"/>
          </a:xfrm>
          <a:prstGeom prst="rect">
            <a:avLst/>
          </a:prstGeom>
        </p:spPr>
        <p:txBody>
          <a:bodyPr vert="horz" wrap="square" lIns="0" tIns="0" rIns="0" bIns="0"/>
          <a:p>
            <a:pPr algn="l" rtl="0" eaLnBrk="0">
              <a:lnSpc>
                <a:spcPct val="85000"/>
              </a:lnSpc>
            </a:pPr>
            <a:endParaRPr lang="en-US" altLang="en-US" sz="2400" dirty="0"/>
          </a:p>
          <a:p>
            <a:pPr marL="12700" algn="l" rtl="0" eaLnBrk="0">
              <a:lnSpc>
                <a:spcPct val="98000"/>
              </a:lnSpc>
            </a:pPr>
            <a:r>
              <a:rPr sz="24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课堂讨论：</a:t>
            </a: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可以通过哪些方式实现</a:t>
            </a:r>
            <a:r>
              <a:rPr lang="zh-CN" sz="24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阴极的金属</a:t>
            </a: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共同析出？</a:t>
            </a:r>
            <a:endParaRPr lang="en-US" altLang="en-US" sz="2400" dirty="0"/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204470" y="1337310"/>
            <a:ext cx="8735060" cy="37414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95605" y="473710"/>
            <a:ext cx="4940935" cy="456565"/>
            <a:chOff x="623" y="746"/>
            <a:chExt cx="7781" cy="719"/>
          </a:xfrm>
        </p:grpSpPr>
        <p:sp>
          <p:nvSpPr>
            <p:cNvPr id="2" name="文本框 1"/>
            <p:cNvSpPr txBox="1"/>
            <p:nvPr>
              <p:custDataLst>
                <p:tags r:id="rId1"/>
              </p:custDataLst>
            </p:nvPr>
          </p:nvSpPr>
          <p:spPr>
            <a:xfrm>
              <a:off x="1204" y="746"/>
              <a:ext cx="7200" cy="719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marL="93345" algn="l" rtl="0" eaLnBrk="0">
                <a:lnSpc>
                  <a:spcPct val="99000"/>
                </a:lnSpc>
                <a:tabLst>
                  <a:tab pos="141605" algn="l"/>
                </a:tabLst>
              </a:pPr>
              <a:r>
                <a:rPr sz="2400" b="1" u="sng" kern="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金属共沉积</a:t>
              </a:r>
              <a:r>
                <a:rPr lang="zh-CN" sz="2400" b="1" u="sng" kern="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方法</a:t>
              </a:r>
              <a:endParaRPr lang="zh-CN" sz="2400" b="1" u="sng" kern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grpSp>
          <p:nvGrpSpPr>
            <p:cNvPr id="11" name="group 10"/>
            <p:cNvGrpSpPr/>
            <p:nvPr/>
          </p:nvGrpSpPr>
          <p:grpSpPr>
            <a:xfrm rot="0">
              <a:off x="623" y="839"/>
              <a:ext cx="711" cy="626"/>
              <a:chOff x="0" y="0"/>
              <a:chExt cx="80822" cy="65913"/>
            </a:xfrm>
          </p:grpSpPr>
          <p:sp>
            <p:nvSpPr>
              <p:cNvPr id="52" name="path"/>
              <p:cNvSpPr/>
              <p:nvPr>
                <p:custDataLst>
                  <p:tags r:id="rId2"/>
                </p:custDataLst>
              </p:nvPr>
            </p:nvSpPr>
            <p:spPr>
              <a:xfrm>
                <a:off x="0" y="0"/>
                <a:ext cx="66014" cy="65913"/>
              </a:xfrm>
              <a:custGeom>
                <a:avLst/>
                <a:gdLst/>
                <a:ahLst/>
                <a:cxnLst/>
                <a:rect l="0" t="0" r="0" b="0"/>
                <a:pathLst>
                  <a:path w="103" h="103">
                    <a:moveTo>
                      <a:pt x="51" y="103"/>
                    </a:moveTo>
                    <a:lnTo>
                      <a:pt x="0" y="51"/>
                    </a:lnTo>
                    <a:lnTo>
                      <a:pt x="51" y="0"/>
                    </a:lnTo>
                    <a:lnTo>
                      <a:pt x="103" y="51"/>
                    </a:lnTo>
                    <a:lnTo>
                      <a:pt x="51" y="103"/>
                    </a:lnTo>
                    <a:close/>
                  </a:path>
                </a:pathLst>
              </a:custGeom>
              <a:solidFill>
                <a:srgbClr val="0070C0">
                  <a:alpha val="100000"/>
                </a:srgbClr>
              </a:solidFill>
              <a:ln cap="flat">
                <a:noFill/>
                <a:prstDash val="solid"/>
                <a:miter lim="0"/>
              </a:ln>
            </p:spPr>
            <p:txBody>
              <a:bodyPr rtlCol="0"/>
              <a:p>
                <a:pPr algn="ctr"/>
                <a:endParaRPr lang="zh-CN" altLang="en-US" sz="2400"/>
              </a:p>
            </p:txBody>
          </p:sp>
          <p:sp>
            <p:nvSpPr>
              <p:cNvPr id="54" name="path"/>
              <p:cNvSpPr/>
              <p:nvPr>
                <p:custDataLst>
                  <p:tags r:id="rId3"/>
                </p:custDataLst>
              </p:nvPr>
            </p:nvSpPr>
            <p:spPr>
              <a:xfrm>
                <a:off x="39751" y="12446"/>
                <a:ext cx="41071" cy="41021"/>
              </a:xfrm>
              <a:custGeom>
                <a:avLst/>
                <a:gdLst/>
                <a:ahLst/>
                <a:cxnLst/>
                <a:rect l="0" t="0" r="0" b="0"/>
                <a:pathLst>
                  <a:path w="64" h="64">
                    <a:moveTo>
                      <a:pt x="32" y="64"/>
                    </a:moveTo>
                    <a:lnTo>
                      <a:pt x="0" y="32"/>
                    </a:lnTo>
                    <a:lnTo>
                      <a:pt x="32" y="0"/>
                    </a:lnTo>
                    <a:lnTo>
                      <a:pt x="64" y="32"/>
                    </a:lnTo>
                    <a:lnTo>
                      <a:pt x="32" y="64"/>
                    </a:lnTo>
                    <a:close/>
                  </a:path>
                </a:pathLst>
              </a:custGeom>
              <a:solidFill>
                <a:srgbClr val="FFC000">
                  <a:alpha val="100000"/>
                </a:srgbClr>
              </a:solidFill>
              <a:ln cap="flat">
                <a:noFill/>
                <a:prstDash val="solid"/>
                <a:miter lim="0"/>
              </a:ln>
            </p:spPr>
            <p:txBody>
              <a:bodyPr rtlCol="0"/>
              <a:p>
                <a:pPr algn="ctr"/>
                <a:endParaRPr lang="zh-CN" altLang="en-US" sz="2400"/>
              </a:p>
            </p:txBody>
          </p:sp>
        </p:grpSp>
      </p:grpSp>
      <p:pic>
        <p:nvPicPr>
          <p:cNvPr id="3" name="图片 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447040" y="1393825"/>
            <a:ext cx="8250555" cy="44170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97155" y="1920875"/>
            <a:ext cx="8764270" cy="3951605"/>
          </a:xfrm>
          <a:prstGeom prst="rect">
            <a:avLst/>
          </a:prstGeom>
        </p:spPr>
      </p:pic>
      <p:grpSp>
        <p:nvGrpSpPr>
          <p:cNvPr id="4" name="组合 3"/>
          <p:cNvGrpSpPr/>
          <p:nvPr/>
        </p:nvGrpSpPr>
        <p:grpSpPr>
          <a:xfrm>
            <a:off x="395605" y="473710"/>
            <a:ext cx="4940935" cy="456565"/>
            <a:chOff x="623" y="746"/>
            <a:chExt cx="7781" cy="719"/>
          </a:xfrm>
        </p:grpSpPr>
        <p:sp>
          <p:nvSpPr>
            <p:cNvPr id="3" name="文本框 2"/>
            <p:cNvSpPr txBox="1"/>
            <p:nvPr>
              <p:custDataLst>
                <p:tags r:id="rId3"/>
              </p:custDataLst>
            </p:nvPr>
          </p:nvSpPr>
          <p:spPr>
            <a:xfrm>
              <a:off x="1204" y="746"/>
              <a:ext cx="7200" cy="719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marL="93345" algn="l" rtl="0" eaLnBrk="0">
                <a:lnSpc>
                  <a:spcPct val="99000"/>
                </a:lnSpc>
                <a:tabLst>
                  <a:tab pos="141605" algn="l"/>
                </a:tabLst>
              </a:pPr>
              <a:r>
                <a:rPr sz="2400" b="1" u="sng" kern="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金属共沉积</a:t>
              </a:r>
              <a:r>
                <a:rPr lang="zh-CN" sz="2400" b="1" u="sng" kern="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方法</a:t>
              </a:r>
              <a:endParaRPr lang="zh-CN" sz="2400" b="1" u="sng" kern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grpSp>
          <p:nvGrpSpPr>
            <p:cNvPr id="11" name="group 10"/>
            <p:cNvGrpSpPr/>
            <p:nvPr/>
          </p:nvGrpSpPr>
          <p:grpSpPr>
            <a:xfrm rot="0">
              <a:off x="623" y="839"/>
              <a:ext cx="711" cy="626"/>
              <a:chOff x="0" y="0"/>
              <a:chExt cx="80822" cy="65913"/>
            </a:xfrm>
          </p:grpSpPr>
          <p:sp>
            <p:nvSpPr>
              <p:cNvPr id="52" name="path"/>
              <p:cNvSpPr/>
              <p:nvPr>
                <p:custDataLst>
                  <p:tags r:id="rId4"/>
                </p:custDataLst>
              </p:nvPr>
            </p:nvSpPr>
            <p:spPr>
              <a:xfrm>
                <a:off x="0" y="0"/>
                <a:ext cx="66014" cy="65913"/>
              </a:xfrm>
              <a:custGeom>
                <a:avLst/>
                <a:gdLst/>
                <a:ahLst/>
                <a:cxnLst/>
                <a:rect l="0" t="0" r="0" b="0"/>
                <a:pathLst>
                  <a:path w="103" h="103">
                    <a:moveTo>
                      <a:pt x="51" y="103"/>
                    </a:moveTo>
                    <a:lnTo>
                      <a:pt x="0" y="51"/>
                    </a:lnTo>
                    <a:lnTo>
                      <a:pt x="51" y="0"/>
                    </a:lnTo>
                    <a:lnTo>
                      <a:pt x="103" y="51"/>
                    </a:lnTo>
                    <a:lnTo>
                      <a:pt x="51" y="103"/>
                    </a:lnTo>
                    <a:close/>
                  </a:path>
                </a:pathLst>
              </a:custGeom>
              <a:solidFill>
                <a:srgbClr val="0070C0">
                  <a:alpha val="100000"/>
                </a:srgbClr>
              </a:solidFill>
              <a:ln cap="flat">
                <a:noFill/>
                <a:prstDash val="solid"/>
                <a:miter lim="0"/>
              </a:ln>
            </p:spPr>
            <p:txBody>
              <a:bodyPr rtlCol="0"/>
              <a:p>
                <a:pPr algn="ctr"/>
                <a:endParaRPr lang="zh-CN" altLang="en-US" sz="2400"/>
              </a:p>
            </p:txBody>
          </p:sp>
          <p:sp>
            <p:nvSpPr>
              <p:cNvPr id="54" name="path"/>
              <p:cNvSpPr/>
              <p:nvPr>
                <p:custDataLst>
                  <p:tags r:id="rId5"/>
                </p:custDataLst>
              </p:nvPr>
            </p:nvSpPr>
            <p:spPr>
              <a:xfrm>
                <a:off x="39751" y="12446"/>
                <a:ext cx="41071" cy="41021"/>
              </a:xfrm>
              <a:custGeom>
                <a:avLst/>
                <a:gdLst/>
                <a:ahLst/>
                <a:cxnLst/>
                <a:rect l="0" t="0" r="0" b="0"/>
                <a:pathLst>
                  <a:path w="64" h="64">
                    <a:moveTo>
                      <a:pt x="32" y="64"/>
                    </a:moveTo>
                    <a:lnTo>
                      <a:pt x="0" y="32"/>
                    </a:lnTo>
                    <a:lnTo>
                      <a:pt x="32" y="0"/>
                    </a:lnTo>
                    <a:lnTo>
                      <a:pt x="64" y="32"/>
                    </a:lnTo>
                    <a:lnTo>
                      <a:pt x="32" y="64"/>
                    </a:lnTo>
                    <a:close/>
                  </a:path>
                </a:pathLst>
              </a:custGeom>
              <a:solidFill>
                <a:srgbClr val="FFC000">
                  <a:alpha val="100000"/>
                </a:srgbClr>
              </a:solidFill>
              <a:ln cap="flat">
                <a:noFill/>
                <a:prstDash val="solid"/>
                <a:miter lim="0"/>
              </a:ln>
            </p:spPr>
            <p:txBody>
              <a:bodyPr rtlCol="0"/>
              <a:p>
                <a:pPr algn="ctr"/>
                <a:endParaRPr lang="zh-CN" altLang="en-US" sz="2400"/>
              </a:p>
            </p:txBody>
          </p:sp>
        </p:grp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box 38"/>
          <p:cNvSpPr/>
          <p:nvPr>
            <p:custDataLst>
              <p:tags r:id="rId1"/>
            </p:custDataLst>
          </p:nvPr>
        </p:nvSpPr>
        <p:spPr>
          <a:xfrm>
            <a:off x="598170" y="178435"/>
            <a:ext cx="7947025" cy="6084570"/>
          </a:xfrm>
          <a:prstGeom prst="rect">
            <a:avLst/>
          </a:prstGeom>
        </p:spPr>
        <p:txBody>
          <a:bodyPr vert="horz" wrap="square" lIns="0" tIns="0" rIns="0" bIns="0"/>
          <a:p>
            <a:pPr algn="l" rtl="0" eaLnBrk="0">
              <a:lnSpc>
                <a:spcPct val="107000"/>
              </a:lnSpc>
            </a:pPr>
            <a:endParaRPr lang="en-US" altLang="en-US" sz="2400" dirty="0"/>
          </a:p>
          <a:p>
            <a:pPr marL="93345" algn="l" rtl="0" eaLnBrk="0">
              <a:lnSpc>
                <a:spcPct val="98000"/>
              </a:lnSpc>
              <a:tabLst>
                <a:tab pos="142875" algn="l"/>
                <a:tab pos="530225" algn="l"/>
              </a:tabLst>
            </a:pPr>
            <a:r>
              <a:rPr sz="24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                         </a:t>
            </a:r>
            <a:r>
              <a:rPr sz="2400" b="1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endParaRPr lang="en-US" altLang="en-US" sz="2400" dirty="0"/>
          </a:p>
          <a:p>
            <a:pPr marL="111125" indent="95250" algn="l" rtl="0" eaLnBrk="0">
              <a:lnSpc>
                <a:spcPct val="128000"/>
              </a:lnSpc>
              <a:spcBef>
                <a:spcPts val="600"/>
              </a:spcBef>
            </a:pP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(3)当两种离子的</a:t>
            </a:r>
            <a:r>
              <a:rPr sz="2400" kern="0" spc="1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400" i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</a:t>
            </a:r>
            <a:r>
              <a:rPr sz="2400" kern="0" spc="0" baseline="300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θ</a:t>
            </a: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相差很大，可通过加入配位剂以改变                平衡电极电势，实现共沉积。</a:t>
            </a:r>
            <a:endParaRPr lang="en-US" altLang="en-US" sz="2400" dirty="0"/>
          </a:p>
          <a:p>
            <a:pPr algn="l" rtl="0" eaLnBrk="0">
              <a:lnSpc>
                <a:spcPct val="105000"/>
              </a:lnSpc>
            </a:pPr>
            <a:endParaRPr lang="en-US" altLang="en-US" sz="2400" dirty="0"/>
          </a:p>
          <a:p>
            <a:pPr algn="l" rtl="0" eaLnBrk="0">
              <a:lnSpc>
                <a:spcPct val="105000"/>
              </a:lnSpc>
            </a:pPr>
            <a:endParaRPr lang="en-US" altLang="en-US" sz="2400" dirty="0"/>
          </a:p>
          <a:p>
            <a:pPr algn="l" rtl="0" eaLnBrk="0">
              <a:lnSpc>
                <a:spcPct val="105000"/>
              </a:lnSpc>
            </a:pPr>
            <a:endParaRPr lang="en-US" altLang="en-US" sz="2400" dirty="0"/>
          </a:p>
          <a:p>
            <a:pPr algn="l" rtl="0" eaLnBrk="0">
              <a:lnSpc>
                <a:spcPct val="105000"/>
              </a:lnSpc>
            </a:pPr>
            <a:endParaRPr lang="en-US" altLang="en-US" sz="2400" dirty="0"/>
          </a:p>
          <a:p>
            <a:pPr algn="l" rtl="0" eaLnBrk="0">
              <a:lnSpc>
                <a:spcPct val="105000"/>
              </a:lnSpc>
            </a:pPr>
            <a:endParaRPr lang="en-US" altLang="en-US" sz="2400" dirty="0"/>
          </a:p>
          <a:p>
            <a:pPr algn="l" rtl="0" eaLnBrk="0">
              <a:lnSpc>
                <a:spcPct val="105000"/>
              </a:lnSpc>
            </a:pPr>
            <a:endParaRPr lang="en-US" altLang="en-US" sz="2400" dirty="0"/>
          </a:p>
          <a:p>
            <a:pPr algn="l" rtl="0" eaLnBrk="0">
              <a:lnSpc>
                <a:spcPct val="105000"/>
              </a:lnSpc>
            </a:pPr>
            <a:endParaRPr lang="en-US" altLang="en-US" sz="2400" dirty="0"/>
          </a:p>
          <a:p>
            <a:pPr algn="l" rtl="0" eaLnBrk="0">
              <a:lnSpc>
                <a:spcPct val="105000"/>
              </a:lnSpc>
            </a:pPr>
            <a:endParaRPr lang="en-US" altLang="en-US" sz="2400" dirty="0"/>
          </a:p>
          <a:p>
            <a:pPr marL="173355" algn="l" rtl="0" eaLnBrk="0">
              <a:lnSpc>
                <a:spcPct val="98000"/>
              </a:lnSpc>
            </a:pPr>
            <a:endParaRPr sz="2400" kern="0" spc="10" dirty="0">
              <a:solidFill>
                <a:schemeClr val="accent4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73355" algn="l" rtl="0" eaLnBrk="0">
              <a:lnSpc>
                <a:spcPct val="98000"/>
              </a:lnSpc>
            </a:pPr>
            <a:r>
              <a:rPr sz="2400" kern="0" spc="10" dirty="0">
                <a:solidFill>
                  <a:schemeClr val="accent4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再通过改变电流，改变超电势，就可以实现</a:t>
            </a:r>
            <a:r>
              <a:rPr sz="2400" kern="0" spc="0" dirty="0">
                <a:solidFill>
                  <a:schemeClr val="accent4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Cu</a:t>
            </a:r>
            <a:r>
              <a:rPr sz="2400" kern="0" spc="10" dirty="0">
                <a:solidFill>
                  <a:schemeClr val="accent4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sz="2400" kern="0" spc="0" dirty="0">
                <a:solidFill>
                  <a:schemeClr val="accent4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Zn</a:t>
            </a:r>
            <a:r>
              <a:rPr sz="2400" kern="0" spc="10" dirty="0">
                <a:solidFill>
                  <a:schemeClr val="accent4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合金电镀</a:t>
            </a:r>
            <a:r>
              <a:rPr sz="2400" kern="0" spc="0" dirty="0">
                <a:solidFill>
                  <a:schemeClr val="accent4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en-US" altLang="en-US" sz="2400" kern="0" spc="0" dirty="0">
              <a:solidFill>
                <a:schemeClr val="accent4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0" name="textbox 190"/>
          <p:cNvSpPr/>
          <p:nvPr>
            <p:custDataLst>
              <p:tags r:id="rId2"/>
            </p:custDataLst>
          </p:nvPr>
        </p:nvSpPr>
        <p:spPr>
          <a:xfrm>
            <a:off x="951230" y="4225925"/>
            <a:ext cx="1567180" cy="663575"/>
          </a:xfrm>
          <a:prstGeom prst="rect">
            <a:avLst/>
          </a:prstGeom>
        </p:spPr>
        <p:txBody>
          <a:bodyPr vert="horz" wrap="square" lIns="0" tIns="0" rIns="0" bIns="0"/>
          <a:p>
            <a:pPr algn="l" rtl="0" eaLnBrk="0">
              <a:lnSpc>
                <a:spcPct val="83000"/>
              </a:lnSpc>
            </a:pPr>
            <a:endParaRPr lang="en-US" altLang="en-US" sz="2400" dirty="0"/>
          </a:p>
          <a:p>
            <a:pPr marL="12700" algn="l" rtl="0" eaLnBrk="0">
              <a:lnSpc>
                <a:spcPct val="99000"/>
              </a:lnSpc>
            </a:pPr>
            <a:r>
              <a:rPr sz="2400" kern="0" spc="-10" dirty="0">
                <a:solidFill>
                  <a:schemeClr val="accent4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加入CN</a:t>
            </a:r>
            <a:r>
              <a:rPr sz="2400" b="1" kern="0" spc="-10" baseline="30000" dirty="0">
                <a:solidFill>
                  <a:schemeClr val="accent4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sz="2400" kern="0" spc="-10" dirty="0">
                <a:solidFill>
                  <a:schemeClr val="accent4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</a:t>
            </a:r>
            <a:r>
              <a:rPr lang="zh-CN" sz="2400" kern="0" spc="-10" dirty="0">
                <a:solidFill>
                  <a:schemeClr val="accent4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endParaRPr lang="zh-CN" sz="2400" kern="0" spc="-10" dirty="0">
              <a:solidFill>
                <a:schemeClr val="accent4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395605" y="178435"/>
            <a:ext cx="4940935" cy="456565"/>
            <a:chOff x="623" y="746"/>
            <a:chExt cx="7781" cy="719"/>
          </a:xfrm>
        </p:grpSpPr>
        <p:sp>
          <p:nvSpPr>
            <p:cNvPr id="3" name="文本框 2"/>
            <p:cNvSpPr txBox="1"/>
            <p:nvPr>
              <p:custDataLst>
                <p:tags r:id="rId3"/>
              </p:custDataLst>
            </p:nvPr>
          </p:nvSpPr>
          <p:spPr>
            <a:xfrm>
              <a:off x="1204" y="746"/>
              <a:ext cx="7200" cy="719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marL="93345" algn="l" rtl="0" eaLnBrk="0">
                <a:lnSpc>
                  <a:spcPct val="99000"/>
                </a:lnSpc>
                <a:tabLst>
                  <a:tab pos="141605" algn="l"/>
                </a:tabLst>
              </a:pPr>
              <a:r>
                <a:rPr sz="2400" b="1" u="sng" kern="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金属共沉积</a:t>
              </a:r>
              <a:r>
                <a:rPr lang="zh-CN" sz="2400" b="1" u="sng" kern="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方法</a:t>
              </a:r>
              <a:endParaRPr lang="zh-CN" sz="2400" b="1" u="sng" kern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grpSp>
          <p:nvGrpSpPr>
            <p:cNvPr id="11" name="group 10"/>
            <p:cNvGrpSpPr/>
            <p:nvPr/>
          </p:nvGrpSpPr>
          <p:grpSpPr>
            <a:xfrm rot="0">
              <a:off x="623" y="839"/>
              <a:ext cx="711" cy="626"/>
              <a:chOff x="0" y="0"/>
              <a:chExt cx="80822" cy="65913"/>
            </a:xfrm>
          </p:grpSpPr>
          <p:sp>
            <p:nvSpPr>
              <p:cNvPr id="52" name="path"/>
              <p:cNvSpPr/>
              <p:nvPr>
                <p:custDataLst>
                  <p:tags r:id="rId4"/>
                </p:custDataLst>
              </p:nvPr>
            </p:nvSpPr>
            <p:spPr>
              <a:xfrm>
                <a:off x="0" y="0"/>
                <a:ext cx="66014" cy="65913"/>
              </a:xfrm>
              <a:custGeom>
                <a:avLst/>
                <a:gdLst/>
                <a:ahLst/>
                <a:cxnLst/>
                <a:rect l="0" t="0" r="0" b="0"/>
                <a:pathLst>
                  <a:path w="103" h="103">
                    <a:moveTo>
                      <a:pt x="51" y="103"/>
                    </a:moveTo>
                    <a:lnTo>
                      <a:pt x="0" y="51"/>
                    </a:lnTo>
                    <a:lnTo>
                      <a:pt x="51" y="0"/>
                    </a:lnTo>
                    <a:lnTo>
                      <a:pt x="103" y="51"/>
                    </a:lnTo>
                    <a:lnTo>
                      <a:pt x="51" y="103"/>
                    </a:lnTo>
                    <a:close/>
                  </a:path>
                </a:pathLst>
              </a:custGeom>
              <a:solidFill>
                <a:srgbClr val="0070C0">
                  <a:alpha val="100000"/>
                </a:srgbClr>
              </a:solidFill>
              <a:ln cap="flat">
                <a:noFill/>
                <a:prstDash val="solid"/>
                <a:miter lim="0"/>
              </a:ln>
            </p:spPr>
            <p:txBody>
              <a:bodyPr rtlCol="0"/>
              <a:p>
                <a:pPr algn="ctr"/>
                <a:endParaRPr lang="zh-CN" altLang="en-US" sz="2400"/>
              </a:p>
            </p:txBody>
          </p:sp>
          <p:sp>
            <p:nvSpPr>
              <p:cNvPr id="54" name="path"/>
              <p:cNvSpPr/>
              <p:nvPr>
                <p:custDataLst>
                  <p:tags r:id="rId5"/>
                </p:custDataLst>
              </p:nvPr>
            </p:nvSpPr>
            <p:spPr>
              <a:xfrm>
                <a:off x="39751" y="12446"/>
                <a:ext cx="41071" cy="41021"/>
              </a:xfrm>
              <a:custGeom>
                <a:avLst/>
                <a:gdLst/>
                <a:ahLst/>
                <a:cxnLst/>
                <a:rect l="0" t="0" r="0" b="0"/>
                <a:pathLst>
                  <a:path w="64" h="64">
                    <a:moveTo>
                      <a:pt x="32" y="64"/>
                    </a:moveTo>
                    <a:lnTo>
                      <a:pt x="0" y="32"/>
                    </a:lnTo>
                    <a:lnTo>
                      <a:pt x="32" y="0"/>
                    </a:lnTo>
                    <a:lnTo>
                      <a:pt x="64" y="32"/>
                    </a:lnTo>
                    <a:lnTo>
                      <a:pt x="32" y="64"/>
                    </a:lnTo>
                    <a:close/>
                  </a:path>
                </a:pathLst>
              </a:custGeom>
              <a:solidFill>
                <a:srgbClr val="FFC000">
                  <a:alpha val="100000"/>
                </a:srgbClr>
              </a:solidFill>
              <a:ln cap="flat">
                <a:noFill/>
                <a:prstDash val="solid"/>
                <a:miter lim="0"/>
              </a:ln>
            </p:spPr>
            <p:txBody>
              <a:bodyPr rtlCol="0"/>
              <a:p>
                <a:pPr algn="ctr"/>
                <a:endParaRPr lang="zh-CN" altLang="en-US" sz="2400"/>
              </a:p>
            </p:txBody>
          </p:sp>
        </p:grpSp>
      </p:grpSp>
      <p:pic>
        <p:nvPicPr>
          <p:cNvPr id="5" name="图片 4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1113790" y="2331720"/>
            <a:ext cx="6593205" cy="177736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2633345" y="4109085"/>
            <a:ext cx="6039485" cy="89725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extbox 60"/>
          <p:cNvSpPr/>
          <p:nvPr>
            <p:custDataLst>
              <p:tags r:id="rId1"/>
            </p:custDataLst>
          </p:nvPr>
        </p:nvSpPr>
        <p:spPr>
          <a:xfrm>
            <a:off x="395605" y="1947545"/>
            <a:ext cx="7932420" cy="2326640"/>
          </a:xfrm>
          <a:prstGeom prst="rect">
            <a:avLst/>
          </a:prstGeom>
        </p:spPr>
        <p:txBody>
          <a:bodyPr vert="horz" wrap="square" lIns="0" tIns="0" rIns="0" bIns="0"/>
          <a:p>
            <a:pPr marL="135890" indent="103505" algn="l" rtl="0" eaLnBrk="0">
              <a:lnSpc>
                <a:spcPct val="135000"/>
              </a:lnSpc>
              <a:spcBef>
                <a:spcPts val="655"/>
              </a:spcBef>
            </a:pPr>
            <a:r>
              <a:rPr sz="2400" kern="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对于铜锌合金电镀，有研</a:t>
            </a: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究表明，阴极电流密度加大，   </a:t>
            </a:r>
            <a:r>
              <a:rPr sz="2400" kern="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阴极效率降低，引起阳极极化，镀层中</a:t>
            </a: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铜含量降低，如果       电流密度过小，镀层中锌含量会减少，如何理解？</a:t>
            </a:r>
            <a:endParaRPr lang="en-US" altLang="en-US" sz="2400" dirty="0"/>
          </a:p>
          <a:p>
            <a:pPr marL="471805" algn="l" rtl="0" eaLnBrk="0">
              <a:lnSpc>
                <a:spcPct val="70000"/>
              </a:lnSpc>
              <a:spcBef>
                <a:spcPts val="550"/>
              </a:spcBef>
            </a:pPr>
            <a:endParaRPr lang="en-US" altLang="en-US" sz="2400" dirty="0"/>
          </a:p>
        </p:txBody>
      </p:sp>
      <p:grpSp>
        <p:nvGrpSpPr>
          <p:cNvPr id="4" name="组合 3"/>
          <p:cNvGrpSpPr/>
          <p:nvPr/>
        </p:nvGrpSpPr>
        <p:grpSpPr>
          <a:xfrm>
            <a:off x="395605" y="386715"/>
            <a:ext cx="4940935" cy="456565"/>
            <a:chOff x="623" y="746"/>
            <a:chExt cx="7781" cy="719"/>
          </a:xfrm>
        </p:grpSpPr>
        <p:sp>
          <p:nvSpPr>
            <p:cNvPr id="3" name="文本框 2"/>
            <p:cNvSpPr txBox="1"/>
            <p:nvPr>
              <p:custDataLst>
                <p:tags r:id="rId2"/>
              </p:custDataLst>
            </p:nvPr>
          </p:nvSpPr>
          <p:spPr>
            <a:xfrm>
              <a:off x="1204" y="746"/>
              <a:ext cx="7200" cy="719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marL="93345" algn="l" rtl="0" eaLnBrk="0">
                <a:lnSpc>
                  <a:spcPct val="99000"/>
                </a:lnSpc>
                <a:tabLst>
                  <a:tab pos="141605" algn="l"/>
                </a:tabLst>
              </a:pPr>
              <a:r>
                <a:rPr sz="2400" b="1" u="sng" kern="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金属共沉积</a:t>
              </a:r>
              <a:r>
                <a:rPr lang="zh-CN" sz="2400" b="1" u="sng" kern="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方法</a:t>
              </a:r>
              <a:endParaRPr lang="zh-CN" sz="2400" b="1" u="sng" kern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grpSp>
          <p:nvGrpSpPr>
            <p:cNvPr id="11" name="group 10"/>
            <p:cNvGrpSpPr/>
            <p:nvPr/>
          </p:nvGrpSpPr>
          <p:grpSpPr>
            <a:xfrm rot="0">
              <a:off x="623" y="839"/>
              <a:ext cx="711" cy="626"/>
              <a:chOff x="0" y="0"/>
              <a:chExt cx="80822" cy="65913"/>
            </a:xfrm>
          </p:grpSpPr>
          <p:sp>
            <p:nvSpPr>
              <p:cNvPr id="52" name="path"/>
              <p:cNvSpPr/>
              <p:nvPr>
                <p:custDataLst>
                  <p:tags r:id="rId3"/>
                </p:custDataLst>
              </p:nvPr>
            </p:nvSpPr>
            <p:spPr>
              <a:xfrm>
                <a:off x="0" y="0"/>
                <a:ext cx="66014" cy="65913"/>
              </a:xfrm>
              <a:custGeom>
                <a:avLst/>
                <a:gdLst/>
                <a:ahLst/>
                <a:cxnLst/>
                <a:rect l="0" t="0" r="0" b="0"/>
                <a:pathLst>
                  <a:path w="103" h="103">
                    <a:moveTo>
                      <a:pt x="51" y="103"/>
                    </a:moveTo>
                    <a:lnTo>
                      <a:pt x="0" y="51"/>
                    </a:lnTo>
                    <a:lnTo>
                      <a:pt x="51" y="0"/>
                    </a:lnTo>
                    <a:lnTo>
                      <a:pt x="103" y="51"/>
                    </a:lnTo>
                    <a:lnTo>
                      <a:pt x="51" y="103"/>
                    </a:lnTo>
                    <a:close/>
                  </a:path>
                </a:pathLst>
              </a:custGeom>
              <a:solidFill>
                <a:srgbClr val="0070C0">
                  <a:alpha val="100000"/>
                </a:srgbClr>
              </a:solidFill>
              <a:ln cap="flat">
                <a:noFill/>
                <a:prstDash val="solid"/>
                <a:miter lim="0"/>
              </a:ln>
            </p:spPr>
            <p:txBody>
              <a:bodyPr rtlCol="0"/>
              <a:p>
                <a:pPr algn="ctr"/>
                <a:endParaRPr lang="zh-CN" altLang="en-US" sz="2400"/>
              </a:p>
            </p:txBody>
          </p:sp>
          <p:sp>
            <p:nvSpPr>
              <p:cNvPr id="54" name="path"/>
              <p:cNvSpPr/>
              <p:nvPr>
                <p:custDataLst>
                  <p:tags r:id="rId4"/>
                </p:custDataLst>
              </p:nvPr>
            </p:nvSpPr>
            <p:spPr>
              <a:xfrm>
                <a:off x="39751" y="12446"/>
                <a:ext cx="41071" cy="41021"/>
              </a:xfrm>
              <a:custGeom>
                <a:avLst/>
                <a:gdLst/>
                <a:ahLst/>
                <a:cxnLst/>
                <a:rect l="0" t="0" r="0" b="0"/>
                <a:pathLst>
                  <a:path w="64" h="64">
                    <a:moveTo>
                      <a:pt x="32" y="64"/>
                    </a:moveTo>
                    <a:lnTo>
                      <a:pt x="0" y="32"/>
                    </a:lnTo>
                    <a:lnTo>
                      <a:pt x="32" y="0"/>
                    </a:lnTo>
                    <a:lnTo>
                      <a:pt x="64" y="32"/>
                    </a:lnTo>
                    <a:lnTo>
                      <a:pt x="32" y="64"/>
                    </a:lnTo>
                    <a:close/>
                  </a:path>
                </a:pathLst>
              </a:custGeom>
              <a:solidFill>
                <a:srgbClr val="FFC000">
                  <a:alpha val="100000"/>
                </a:srgbClr>
              </a:solidFill>
              <a:ln cap="flat">
                <a:noFill/>
                <a:prstDash val="solid"/>
                <a:miter lim="0"/>
              </a:ln>
            </p:spPr>
            <p:txBody>
              <a:bodyPr rtlCol="0"/>
              <a:p>
                <a:pPr algn="ctr"/>
                <a:endParaRPr lang="zh-CN" altLang="en-US" sz="2400"/>
              </a:p>
            </p:txBody>
          </p:sp>
        </p:grpSp>
      </p:grpSp>
      <p:sp>
        <p:nvSpPr>
          <p:cNvPr id="48" name="rect"/>
          <p:cNvSpPr/>
          <p:nvPr>
            <p:custDataLst>
              <p:tags r:id="rId5"/>
            </p:custDataLst>
          </p:nvPr>
        </p:nvSpPr>
        <p:spPr>
          <a:xfrm>
            <a:off x="764540" y="1169035"/>
            <a:ext cx="4401820" cy="452755"/>
          </a:xfrm>
          <a:prstGeom prst="rect">
            <a:avLst/>
          </a:prstGeom>
          <a:solidFill>
            <a:srgbClr val="FFC518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p>
            <a:pPr marL="130810" algn="l" rtl="0" eaLnBrk="0">
              <a:lnSpc>
                <a:spcPct val="99000"/>
              </a:lnSpc>
              <a:spcBef>
                <a:spcPts val="715"/>
              </a:spcBef>
            </a:pPr>
            <a:r>
              <a:rPr sz="2400" kern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关于电流密度对共沉积的影响</a:t>
            </a:r>
            <a:endParaRPr lang="zh-CN" altLang="en-US" sz="2400"/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718820" y="4088765"/>
            <a:ext cx="7609205" cy="14249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32" name="table 332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307465" y="1867535"/>
          <a:ext cx="6390005" cy="2393315"/>
        </p:xfrm>
        <a:graphic>
          <a:graphicData uri="http://schemas.openxmlformats.org/drawingml/2006/table">
            <a:tbl>
              <a:tblPr/>
              <a:tblGrid>
                <a:gridCol w="6390005"/>
              </a:tblGrid>
              <a:tr h="2393315">
                <a:tc>
                  <a:txBody>
                    <a:bodyPr/>
                    <a:p>
                      <a:pPr algn="l" rtl="0" eaLnBrk="0">
                        <a:lnSpc>
                          <a:spcPct val="107000"/>
                        </a:lnSpc>
                      </a:pPr>
                      <a:endParaRPr lang="en-US" altLang="en-US" sz="2400" dirty="0"/>
                    </a:p>
                    <a:p>
                      <a:pPr marL="33020" indent="18415" algn="l" rtl="0" eaLnBrk="0">
                        <a:lnSpc>
                          <a:spcPct val="136000"/>
                        </a:lnSpc>
                        <a:spcBef>
                          <a:spcPts val="0"/>
                        </a:spcBef>
                      </a:pPr>
                      <a:r>
                        <a:rPr sz="2400" b="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(4)添加剂的加入</a:t>
                      </a:r>
                      <a:endParaRPr sz="2400" b="0" kern="0" spc="10" dirty="0">
                        <a:solidFill>
                          <a:srgbClr val="000000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33020" indent="18415" algn="l" rtl="0" eaLnBrk="0">
                        <a:lnSpc>
                          <a:spcPct val="136000"/>
                        </a:lnSpc>
                        <a:spcBef>
                          <a:spcPts val="0"/>
                        </a:spcBef>
                      </a:pPr>
                      <a:r>
                        <a:rPr sz="24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可能引起某种</a:t>
                      </a:r>
                      <a:r>
                        <a:rPr sz="2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离子阴极还原时极化超电势</a:t>
                      </a:r>
                      <a:r>
                        <a:rPr sz="24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较大，</a:t>
                      </a:r>
                      <a:endParaRPr sz="2400" kern="0" spc="10" dirty="0">
                        <a:solidFill>
                          <a:srgbClr val="000000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33020" indent="18415" algn="l" rtl="0" eaLnBrk="0">
                        <a:lnSpc>
                          <a:spcPct val="136000"/>
                        </a:lnSpc>
                        <a:spcBef>
                          <a:spcPts val="0"/>
                        </a:spcBef>
                      </a:pPr>
                      <a:r>
                        <a:rPr sz="24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而对另种离子的还原则无影响，</a:t>
                      </a:r>
                      <a:endParaRPr sz="2400" kern="0" spc="10" dirty="0">
                        <a:solidFill>
                          <a:srgbClr val="000000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33020" indent="18415" algn="l" rtl="0" eaLnBrk="0">
                        <a:lnSpc>
                          <a:spcPct val="136000"/>
                        </a:lnSpc>
                        <a:spcBef>
                          <a:spcPts val="0"/>
                        </a:spcBef>
                      </a:pPr>
                      <a:r>
                        <a:rPr sz="24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这</a:t>
                      </a:r>
                      <a:r>
                        <a:rPr sz="2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时亦可实现金属</a:t>
                      </a:r>
                      <a:r>
                        <a:rPr sz="2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的共沉积。</a:t>
                      </a:r>
                      <a:endParaRPr lang="en-US" altLang="en-US" sz="2400" dirty="0"/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2663A2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2663A2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2663A2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2663A2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id="4" name="组合 3"/>
          <p:cNvGrpSpPr/>
          <p:nvPr/>
        </p:nvGrpSpPr>
        <p:grpSpPr>
          <a:xfrm>
            <a:off x="395605" y="386715"/>
            <a:ext cx="4940935" cy="456565"/>
            <a:chOff x="623" y="746"/>
            <a:chExt cx="7781" cy="719"/>
          </a:xfrm>
        </p:grpSpPr>
        <p:sp>
          <p:nvSpPr>
            <p:cNvPr id="3" name="文本框 2"/>
            <p:cNvSpPr txBox="1"/>
            <p:nvPr>
              <p:custDataLst>
                <p:tags r:id="rId2"/>
              </p:custDataLst>
            </p:nvPr>
          </p:nvSpPr>
          <p:spPr>
            <a:xfrm>
              <a:off x="1204" y="746"/>
              <a:ext cx="7200" cy="719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marL="93345" algn="l" rtl="0" eaLnBrk="0">
                <a:lnSpc>
                  <a:spcPct val="99000"/>
                </a:lnSpc>
                <a:tabLst>
                  <a:tab pos="141605" algn="l"/>
                </a:tabLst>
              </a:pPr>
              <a:r>
                <a:rPr sz="2400" b="1" u="sng" kern="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金属共沉积</a:t>
              </a:r>
              <a:r>
                <a:rPr lang="zh-CN" sz="2400" b="1" u="sng" kern="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方法</a:t>
              </a:r>
              <a:endParaRPr lang="zh-CN" sz="2400" b="1" u="sng" kern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grpSp>
          <p:nvGrpSpPr>
            <p:cNvPr id="11" name="group 10"/>
            <p:cNvGrpSpPr/>
            <p:nvPr/>
          </p:nvGrpSpPr>
          <p:grpSpPr>
            <a:xfrm rot="0">
              <a:off x="623" y="839"/>
              <a:ext cx="711" cy="626"/>
              <a:chOff x="0" y="0"/>
              <a:chExt cx="80822" cy="65913"/>
            </a:xfrm>
          </p:grpSpPr>
          <p:sp>
            <p:nvSpPr>
              <p:cNvPr id="52" name="path"/>
              <p:cNvSpPr/>
              <p:nvPr>
                <p:custDataLst>
                  <p:tags r:id="rId3"/>
                </p:custDataLst>
              </p:nvPr>
            </p:nvSpPr>
            <p:spPr>
              <a:xfrm>
                <a:off x="0" y="0"/>
                <a:ext cx="66014" cy="65913"/>
              </a:xfrm>
              <a:custGeom>
                <a:avLst/>
                <a:gdLst/>
                <a:ahLst/>
                <a:cxnLst/>
                <a:rect l="0" t="0" r="0" b="0"/>
                <a:pathLst>
                  <a:path w="103" h="103">
                    <a:moveTo>
                      <a:pt x="51" y="103"/>
                    </a:moveTo>
                    <a:lnTo>
                      <a:pt x="0" y="51"/>
                    </a:lnTo>
                    <a:lnTo>
                      <a:pt x="51" y="0"/>
                    </a:lnTo>
                    <a:lnTo>
                      <a:pt x="103" y="51"/>
                    </a:lnTo>
                    <a:lnTo>
                      <a:pt x="51" y="103"/>
                    </a:lnTo>
                    <a:close/>
                  </a:path>
                </a:pathLst>
              </a:custGeom>
              <a:solidFill>
                <a:srgbClr val="0070C0">
                  <a:alpha val="100000"/>
                </a:srgbClr>
              </a:solidFill>
              <a:ln cap="flat">
                <a:noFill/>
                <a:prstDash val="solid"/>
                <a:miter lim="0"/>
              </a:ln>
            </p:spPr>
            <p:txBody>
              <a:bodyPr rtlCol="0"/>
              <a:p>
                <a:pPr algn="ctr"/>
                <a:endParaRPr lang="zh-CN" altLang="en-US" sz="2400"/>
              </a:p>
            </p:txBody>
          </p:sp>
          <p:sp>
            <p:nvSpPr>
              <p:cNvPr id="54" name="path"/>
              <p:cNvSpPr/>
              <p:nvPr>
                <p:custDataLst>
                  <p:tags r:id="rId4"/>
                </p:custDataLst>
              </p:nvPr>
            </p:nvSpPr>
            <p:spPr>
              <a:xfrm>
                <a:off x="39751" y="12446"/>
                <a:ext cx="41071" cy="41021"/>
              </a:xfrm>
              <a:custGeom>
                <a:avLst/>
                <a:gdLst/>
                <a:ahLst/>
                <a:cxnLst/>
                <a:rect l="0" t="0" r="0" b="0"/>
                <a:pathLst>
                  <a:path w="64" h="64">
                    <a:moveTo>
                      <a:pt x="32" y="64"/>
                    </a:moveTo>
                    <a:lnTo>
                      <a:pt x="0" y="32"/>
                    </a:lnTo>
                    <a:lnTo>
                      <a:pt x="32" y="0"/>
                    </a:lnTo>
                    <a:lnTo>
                      <a:pt x="64" y="32"/>
                    </a:lnTo>
                    <a:lnTo>
                      <a:pt x="32" y="64"/>
                    </a:lnTo>
                    <a:close/>
                  </a:path>
                </a:pathLst>
              </a:custGeom>
              <a:solidFill>
                <a:srgbClr val="FFC000">
                  <a:alpha val="100000"/>
                </a:srgbClr>
              </a:solidFill>
              <a:ln cap="flat">
                <a:noFill/>
                <a:prstDash val="solid"/>
                <a:miter lim="0"/>
              </a:ln>
            </p:spPr>
            <p:txBody>
              <a:bodyPr rtlCol="0"/>
              <a:p>
                <a:pPr algn="ctr"/>
                <a:endParaRPr lang="zh-CN" altLang="en-US" sz="2400"/>
              </a:p>
            </p:txBody>
          </p:sp>
        </p:grp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95605" y="178435"/>
            <a:ext cx="4940935" cy="456565"/>
            <a:chOff x="623" y="746"/>
            <a:chExt cx="7781" cy="719"/>
          </a:xfrm>
        </p:grpSpPr>
        <p:sp>
          <p:nvSpPr>
            <p:cNvPr id="3" name="文本框 2"/>
            <p:cNvSpPr txBox="1"/>
            <p:nvPr>
              <p:custDataLst>
                <p:tags r:id="rId1"/>
              </p:custDataLst>
            </p:nvPr>
          </p:nvSpPr>
          <p:spPr>
            <a:xfrm>
              <a:off x="1204" y="746"/>
              <a:ext cx="7200" cy="719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marL="93345" algn="l" rtl="0" eaLnBrk="0">
                <a:lnSpc>
                  <a:spcPct val="99000"/>
                </a:lnSpc>
                <a:tabLst>
                  <a:tab pos="141605" algn="l"/>
                </a:tabLst>
              </a:pPr>
              <a:r>
                <a:rPr lang="zh-CN" sz="2400" b="1" u="sng" kern="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合金电镀案例</a:t>
              </a:r>
              <a:endParaRPr lang="zh-CN" sz="2400" b="1" u="sng" kern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grpSp>
          <p:nvGrpSpPr>
            <p:cNvPr id="11" name="group 10"/>
            <p:cNvGrpSpPr/>
            <p:nvPr/>
          </p:nvGrpSpPr>
          <p:grpSpPr>
            <a:xfrm rot="0">
              <a:off x="623" y="839"/>
              <a:ext cx="711" cy="626"/>
              <a:chOff x="0" y="0"/>
              <a:chExt cx="80822" cy="65913"/>
            </a:xfrm>
          </p:grpSpPr>
          <p:sp>
            <p:nvSpPr>
              <p:cNvPr id="52" name="path"/>
              <p:cNvSpPr/>
              <p:nvPr>
                <p:custDataLst>
                  <p:tags r:id="rId2"/>
                </p:custDataLst>
              </p:nvPr>
            </p:nvSpPr>
            <p:spPr>
              <a:xfrm>
                <a:off x="0" y="0"/>
                <a:ext cx="66014" cy="65913"/>
              </a:xfrm>
              <a:custGeom>
                <a:avLst/>
                <a:gdLst/>
                <a:ahLst/>
                <a:cxnLst/>
                <a:rect l="0" t="0" r="0" b="0"/>
                <a:pathLst>
                  <a:path w="103" h="103">
                    <a:moveTo>
                      <a:pt x="51" y="103"/>
                    </a:moveTo>
                    <a:lnTo>
                      <a:pt x="0" y="51"/>
                    </a:lnTo>
                    <a:lnTo>
                      <a:pt x="51" y="0"/>
                    </a:lnTo>
                    <a:lnTo>
                      <a:pt x="103" y="51"/>
                    </a:lnTo>
                    <a:lnTo>
                      <a:pt x="51" y="103"/>
                    </a:lnTo>
                    <a:close/>
                  </a:path>
                </a:pathLst>
              </a:custGeom>
              <a:solidFill>
                <a:srgbClr val="0070C0">
                  <a:alpha val="100000"/>
                </a:srgbClr>
              </a:solidFill>
              <a:ln cap="flat">
                <a:noFill/>
                <a:prstDash val="solid"/>
                <a:miter lim="0"/>
              </a:ln>
            </p:spPr>
            <p:txBody>
              <a:bodyPr rtlCol="0"/>
              <a:p>
                <a:pPr algn="ctr"/>
                <a:endParaRPr lang="zh-CN" altLang="en-US" sz="2400"/>
              </a:p>
            </p:txBody>
          </p:sp>
          <p:sp>
            <p:nvSpPr>
              <p:cNvPr id="54" name="path"/>
              <p:cNvSpPr/>
              <p:nvPr>
                <p:custDataLst>
                  <p:tags r:id="rId3"/>
                </p:custDataLst>
              </p:nvPr>
            </p:nvSpPr>
            <p:spPr>
              <a:xfrm>
                <a:off x="39751" y="12446"/>
                <a:ext cx="41071" cy="41021"/>
              </a:xfrm>
              <a:custGeom>
                <a:avLst/>
                <a:gdLst/>
                <a:ahLst/>
                <a:cxnLst/>
                <a:rect l="0" t="0" r="0" b="0"/>
                <a:pathLst>
                  <a:path w="64" h="64">
                    <a:moveTo>
                      <a:pt x="32" y="64"/>
                    </a:moveTo>
                    <a:lnTo>
                      <a:pt x="0" y="32"/>
                    </a:lnTo>
                    <a:lnTo>
                      <a:pt x="32" y="0"/>
                    </a:lnTo>
                    <a:lnTo>
                      <a:pt x="64" y="32"/>
                    </a:lnTo>
                    <a:lnTo>
                      <a:pt x="32" y="64"/>
                    </a:lnTo>
                    <a:close/>
                  </a:path>
                </a:pathLst>
              </a:custGeom>
              <a:solidFill>
                <a:srgbClr val="FFC000">
                  <a:alpha val="100000"/>
                </a:srgbClr>
              </a:solidFill>
              <a:ln cap="flat">
                <a:noFill/>
                <a:prstDash val="solid"/>
                <a:miter lim="0"/>
              </a:ln>
            </p:spPr>
            <p:txBody>
              <a:bodyPr rtlCol="0"/>
              <a:p>
                <a:pPr algn="ctr"/>
                <a:endParaRPr lang="zh-CN" altLang="en-US" sz="2400"/>
              </a:p>
            </p:txBody>
          </p:sp>
        </p:grpSp>
      </p:grpSp>
      <p:sp>
        <p:nvSpPr>
          <p:cNvPr id="48" name="rect"/>
          <p:cNvSpPr/>
          <p:nvPr>
            <p:custDataLst>
              <p:tags r:id="rId4"/>
            </p:custDataLst>
          </p:nvPr>
        </p:nvSpPr>
        <p:spPr>
          <a:xfrm>
            <a:off x="764540" y="1169035"/>
            <a:ext cx="3806825" cy="464185"/>
          </a:xfrm>
          <a:prstGeom prst="rect">
            <a:avLst/>
          </a:prstGeom>
          <a:solidFill>
            <a:srgbClr val="FFC518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p>
            <a:pPr marL="130810" algn="l" rtl="0" eaLnBrk="0">
              <a:lnSpc>
                <a:spcPct val="99000"/>
              </a:lnSpc>
              <a:spcBef>
                <a:spcPts val="715"/>
              </a:spcBef>
            </a:pPr>
            <a:r>
              <a:rPr sz="2400" kern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Cu-Zn合金电镀工艺流程</a:t>
            </a:r>
            <a:endParaRPr lang="zh-CN" altLang="en-US" sz="2400"/>
          </a:p>
        </p:txBody>
      </p:sp>
      <p:grpSp>
        <p:nvGrpSpPr>
          <p:cNvPr id="2" name="组合 1"/>
          <p:cNvGrpSpPr/>
          <p:nvPr/>
        </p:nvGrpSpPr>
        <p:grpSpPr>
          <a:xfrm>
            <a:off x="1097951" y="2119966"/>
            <a:ext cx="7082728" cy="3775778"/>
            <a:chOff x="4293" y="2717"/>
            <a:chExt cx="2160" cy="963"/>
          </a:xfrm>
        </p:grpSpPr>
        <p:grpSp>
          <p:nvGrpSpPr>
            <p:cNvPr id="68" name="group 68"/>
            <p:cNvGrpSpPr/>
            <p:nvPr/>
          </p:nvGrpSpPr>
          <p:grpSpPr>
            <a:xfrm rot="21600000">
              <a:off x="5820" y="2717"/>
              <a:ext cx="300" cy="250"/>
              <a:chOff x="0" y="0"/>
              <a:chExt cx="190754" cy="158750"/>
            </a:xfrm>
          </p:grpSpPr>
          <p:sp>
            <p:nvSpPr>
              <p:cNvPr id="296" name="path"/>
              <p:cNvSpPr/>
              <p:nvPr>
                <p:custDataLst>
                  <p:tags r:id="rId5"/>
                </p:custDataLst>
              </p:nvPr>
            </p:nvSpPr>
            <p:spPr>
              <a:xfrm>
                <a:off x="889" y="61848"/>
                <a:ext cx="30479" cy="33528"/>
              </a:xfrm>
              <a:custGeom>
                <a:avLst/>
                <a:gdLst/>
                <a:ahLst/>
                <a:cxnLst/>
                <a:rect l="0" t="0" r="0" b="0"/>
                <a:pathLst>
                  <a:path w="47" h="52">
                    <a:moveTo>
                      <a:pt x="0" y="10"/>
                    </a:moveTo>
                    <a:lnTo>
                      <a:pt x="24" y="10"/>
                    </a:lnTo>
                    <a:lnTo>
                      <a:pt x="24" y="0"/>
                    </a:lnTo>
                    <a:lnTo>
                      <a:pt x="47" y="26"/>
                    </a:lnTo>
                    <a:lnTo>
                      <a:pt x="24" y="52"/>
                    </a:lnTo>
                    <a:lnTo>
                      <a:pt x="24" y="42"/>
                    </a:lnTo>
                    <a:lnTo>
                      <a:pt x="0" y="42"/>
                    </a:ln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187DC5">
                  <a:alpha val="100000"/>
                </a:srgbClr>
              </a:solidFill>
              <a:ln cap="flat">
                <a:noFill/>
                <a:prstDash val="solid"/>
                <a:miter lim="0"/>
              </a:ln>
            </p:spPr>
            <p:txBody>
              <a:bodyPr rtlCol="0"/>
              <a:p>
                <a:pPr algn="ctr"/>
                <a:endParaRPr lang="zh-CN" altLang="en-US" sz="1400"/>
              </a:p>
            </p:txBody>
          </p:sp>
          <p:sp>
            <p:nvSpPr>
              <p:cNvPr id="298" name="path"/>
              <p:cNvSpPr/>
              <p:nvPr>
                <p:custDataLst>
                  <p:tags r:id="rId6"/>
                </p:custDataLst>
              </p:nvPr>
            </p:nvSpPr>
            <p:spPr>
              <a:xfrm>
                <a:off x="0" y="60959"/>
                <a:ext cx="32258" cy="35306"/>
              </a:xfrm>
              <a:custGeom>
                <a:avLst/>
                <a:gdLst/>
                <a:ahLst/>
                <a:cxnLst/>
                <a:rect l="0" t="0" r="0" b="0"/>
                <a:pathLst>
                  <a:path w="50" h="55">
                    <a:moveTo>
                      <a:pt x="1" y="11"/>
                    </a:moveTo>
                    <a:lnTo>
                      <a:pt x="25" y="11"/>
                    </a:lnTo>
                    <a:lnTo>
                      <a:pt x="25" y="1"/>
                    </a:lnTo>
                    <a:lnTo>
                      <a:pt x="49" y="27"/>
                    </a:lnTo>
                    <a:lnTo>
                      <a:pt x="25" y="54"/>
                    </a:lnTo>
                    <a:lnTo>
                      <a:pt x="25" y="43"/>
                    </a:lnTo>
                    <a:lnTo>
                      <a:pt x="1" y="43"/>
                    </a:lnTo>
                    <a:lnTo>
                      <a:pt x="1" y="11"/>
                    </a:lnTo>
                    <a:close/>
                  </a:path>
                </a:pathLst>
              </a:custGeom>
              <a:noFill/>
              <a:ln w="1778" cap="flat">
                <a:solidFill>
                  <a:srgbClr val="187DC5">
                    <a:alpha val="100000"/>
                  </a:srgbClr>
                </a:solidFill>
                <a:prstDash val="solid"/>
                <a:round/>
              </a:ln>
            </p:spPr>
            <p:txBody>
              <a:bodyPr rtlCol="0"/>
              <a:p>
                <a:pPr algn="ctr"/>
                <a:endParaRPr lang="zh-CN" altLang="en-US" sz="1400"/>
              </a:p>
            </p:txBody>
          </p:sp>
          <p:sp>
            <p:nvSpPr>
              <p:cNvPr id="300" name="path"/>
              <p:cNvSpPr/>
              <p:nvPr>
                <p:custDataLst>
                  <p:tags r:id="rId7"/>
                </p:custDataLst>
              </p:nvPr>
            </p:nvSpPr>
            <p:spPr>
              <a:xfrm>
                <a:off x="45085" y="889"/>
                <a:ext cx="144779" cy="156971"/>
              </a:xfrm>
              <a:custGeom>
                <a:avLst/>
                <a:gdLst/>
                <a:ahLst/>
                <a:cxnLst/>
                <a:rect l="0" t="0" r="0" b="0"/>
                <a:pathLst>
                  <a:path w="227" h="247">
                    <a:moveTo>
                      <a:pt x="0" y="21"/>
                    </a:moveTo>
                    <a:cubicBezTo>
                      <a:pt x="0" y="9"/>
                      <a:pt x="10" y="0"/>
                      <a:pt x="22" y="0"/>
                    </a:cubicBezTo>
                    <a:lnTo>
                      <a:pt x="205" y="0"/>
                    </a:lnTo>
                    <a:cubicBezTo>
                      <a:pt x="217" y="0"/>
                      <a:pt x="227" y="9"/>
                      <a:pt x="227" y="21"/>
                    </a:cubicBezTo>
                    <a:cubicBezTo>
                      <a:pt x="227" y="89"/>
                      <a:pt x="227" y="157"/>
                      <a:pt x="227" y="225"/>
                    </a:cubicBezTo>
                    <a:cubicBezTo>
                      <a:pt x="227" y="237"/>
                      <a:pt x="217" y="247"/>
                      <a:pt x="205" y="247"/>
                    </a:cubicBezTo>
                    <a:lnTo>
                      <a:pt x="22" y="247"/>
                    </a:lnTo>
                    <a:cubicBezTo>
                      <a:pt x="10" y="247"/>
                      <a:pt x="0" y="237"/>
                      <a:pt x="0" y="225"/>
                    </a:cubicBezTo>
                    <a:lnTo>
                      <a:pt x="0" y="21"/>
                    </a:lnTo>
                    <a:close/>
                  </a:path>
                </a:pathLst>
              </a:custGeom>
              <a:solidFill>
                <a:srgbClr val="187DC5">
                  <a:alpha val="100000"/>
                </a:srgbClr>
              </a:solidFill>
              <a:ln cap="flat">
                <a:noFill/>
                <a:prstDash val="solid"/>
                <a:miter lim="0"/>
              </a:ln>
            </p:spPr>
            <p:txBody>
              <a:bodyPr rtlCol="0"/>
              <a:p>
                <a:pPr algn="ctr"/>
                <a:endParaRPr lang="zh-CN" altLang="en-US" sz="1400"/>
              </a:p>
            </p:txBody>
          </p:sp>
          <p:sp>
            <p:nvSpPr>
              <p:cNvPr id="302" name="path"/>
              <p:cNvSpPr/>
              <p:nvPr>
                <p:custDataLst>
                  <p:tags r:id="rId8"/>
                </p:custDataLst>
              </p:nvPr>
            </p:nvSpPr>
            <p:spPr>
              <a:xfrm>
                <a:off x="44196" y="0"/>
                <a:ext cx="146558" cy="158750"/>
              </a:xfrm>
              <a:custGeom>
                <a:avLst/>
                <a:gdLst/>
                <a:ahLst/>
                <a:cxnLst/>
                <a:rect l="0" t="0" r="0" b="0"/>
                <a:pathLst>
                  <a:path w="230" h="250">
                    <a:moveTo>
                      <a:pt x="1" y="22"/>
                    </a:moveTo>
                    <a:cubicBezTo>
                      <a:pt x="1" y="10"/>
                      <a:pt x="11" y="1"/>
                      <a:pt x="24" y="1"/>
                    </a:cubicBezTo>
                    <a:lnTo>
                      <a:pt x="206" y="1"/>
                    </a:lnTo>
                    <a:cubicBezTo>
                      <a:pt x="219" y="1"/>
                      <a:pt x="229" y="10"/>
                      <a:pt x="229" y="22"/>
                    </a:cubicBezTo>
                    <a:cubicBezTo>
                      <a:pt x="229" y="90"/>
                      <a:pt x="229" y="158"/>
                      <a:pt x="229" y="227"/>
                    </a:cubicBezTo>
                    <a:cubicBezTo>
                      <a:pt x="229" y="238"/>
                      <a:pt x="219" y="248"/>
                      <a:pt x="206" y="248"/>
                    </a:cubicBezTo>
                    <a:lnTo>
                      <a:pt x="24" y="248"/>
                    </a:lnTo>
                    <a:cubicBezTo>
                      <a:pt x="11" y="248"/>
                      <a:pt x="1" y="238"/>
                      <a:pt x="1" y="227"/>
                    </a:cubicBezTo>
                    <a:lnTo>
                      <a:pt x="1" y="22"/>
                    </a:lnTo>
                    <a:close/>
                  </a:path>
                </a:pathLst>
              </a:custGeom>
              <a:noFill/>
              <a:ln w="1778" cap="flat">
                <a:solidFill>
                  <a:srgbClr val="187DC5">
                    <a:alpha val="100000"/>
                  </a:srgbClr>
                </a:solidFill>
                <a:prstDash val="solid"/>
                <a:miter lim="800000"/>
              </a:ln>
            </p:spPr>
            <p:txBody>
              <a:bodyPr rtlCol="0"/>
              <a:p>
                <a:pPr algn="ctr"/>
                <a:endParaRPr lang="zh-CN" altLang="en-US" sz="1400"/>
              </a:p>
            </p:txBody>
          </p:sp>
        </p:grpSp>
        <p:grpSp>
          <p:nvGrpSpPr>
            <p:cNvPr id="70" name="group 70"/>
            <p:cNvGrpSpPr/>
            <p:nvPr/>
          </p:nvGrpSpPr>
          <p:grpSpPr>
            <a:xfrm rot="21600000">
              <a:off x="5510" y="3098"/>
              <a:ext cx="298" cy="245"/>
              <a:chOff x="0" y="0"/>
              <a:chExt cx="189230" cy="155702"/>
            </a:xfrm>
          </p:grpSpPr>
          <p:sp>
            <p:nvSpPr>
              <p:cNvPr id="306" name="path"/>
              <p:cNvSpPr/>
              <p:nvPr>
                <p:custDataLst>
                  <p:tags r:id="rId9"/>
                </p:custDataLst>
              </p:nvPr>
            </p:nvSpPr>
            <p:spPr>
              <a:xfrm>
                <a:off x="889" y="61848"/>
                <a:ext cx="30479" cy="33528"/>
              </a:xfrm>
              <a:custGeom>
                <a:avLst/>
                <a:gdLst/>
                <a:ahLst/>
                <a:cxnLst/>
                <a:rect l="0" t="0" r="0" b="0"/>
                <a:pathLst>
                  <a:path w="47" h="52">
                    <a:moveTo>
                      <a:pt x="0" y="10"/>
                    </a:moveTo>
                    <a:lnTo>
                      <a:pt x="24" y="10"/>
                    </a:lnTo>
                    <a:lnTo>
                      <a:pt x="24" y="0"/>
                    </a:lnTo>
                    <a:lnTo>
                      <a:pt x="47" y="26"/>
                    </a:lnTo>
                    <a:lnTo>
                      <a:pt x="24" y="52"/>
                    </a:lnTo>
                    <a:lnTo>
                      <a:pt x="24" y="42"/>
                    </a:lnTo>
                    <a:lnTo>
                      <a:pt x="0" y="42"/>
                    </a:ln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187DC5">
                  <a:alpha val="100000"/>
                </a:srgbClr>
              </a:solidFill>
              <a:ln cap="flat">
                <a:noFill/>
                <a:prstDash val="solid"/>
                <a:miter lim="0"/>
              </a:ln>
            </p:spPr>
            <p:txBody>
              <a:bodyPr rtlCol="0"/>
              <a:p>
                <a:pPr algn="ctr"/>
                <a:endParaRPr lang="zh-CN" altLang="en-US" sz="1400"/>
              </a:p>
            </p:txBody>
          </p:sp>
          <p:sp>
            <p:nvSpPr>
              <p:cNvPr id="308" name="path"/>
              <p:cNvSpPr/>
              <p:nvPr>
                <p:custDataLst>
                  <p:tags r:id="rId10"/>
                </p:custDataLst>
              </p:nvPr>
            </p:nvSpPr>
            <p:spPr>
              <a:xfrm>
                <a:off x="0" y="60959"/>
                <a:ext cx="32258" cy="35306"/>
              </a:xfrm>
              <a:custGeom>
                <a:avLst/>
                <a:gdLst/>
                <a:ahLst/>
                <a:cxnLst/>
                <a:rect l="0" t="0" r="0" b="0"/>
                <a:pathLst>
                  <a:path w="50" h="55">
                    <a:moveTo>
                      <a:pt x="1" y="12"/>
                    </a:moveTo>
                    <a:lnTo>
                      <a:pt x="25" y="12"/>
                    </a:lnTo>
                    <a:lnTo>
                      <a:pt x="25" y="1"/>
                    </a:lnTo>
                    <a:lnTo>
                      <a:pt x="49" y="27"/>
                    </a:lnTo>
                    <a:lnTo>
                      <a:pt x="25" y="54"/>
                    </a:lnTo>
                    <a:lnTo>
                      <a:pt x="25" y="43"/>
                    </a:lnTo>
                    <a:lnTo>
                      <a:pt x="1" y="43"/>
                    </a:lnTo>
                    <a:lnTo>
                      <a:pt x="1" y="12"/>
                    </a:lnTo>
                    <a:close/>
                  </a:path>
                </a:pathLst>
              </a:custGeom>
              <a:noFill/>
              <a:ln w="1778" cap="flat">
                <a:solidFill>
                  <a:srgbClr val="187DC5">
                    <a:alpha val="100000"/>
                  </a:srgbClr>
                </a:solidFill>
                <a:prstDash val="solid"/>
                <a:round/>
              </a:ln>
            </p:spPr>
            <p:txBody>
              <a:bodyPr rtlCol="0"/>
              <a:p>
                <a:pPr algn="ctr"/>
                <a:endParaRPr lang="zh-CN" altLang="en-US" sz="1400"/>
              </a:p>
            </p:txBody>
          </p:sp>
          <p:sp>
            <p:nvSpPr>
              <p:cNvPr id="310" name="path"/>
              <p:cNvSpPr/>
              <p:nvPr>
                <p:custDataLst>
                  <p:tags r:id="rId11"/>
                </p:custDataLst>
              </p:nvPr>
            </p:nvSpPr>
            <p:spPr>
              <a:xfrm>
                <a:off x="43561" y="889"/>
                <a:ext cx="144779" cy="153923"/>
              </a:xfrm>
              <a:custGeom>
                <a:avLst/>
                <a:gdLst/>
                <a:ahLst/>
                <a:cxnLst/>
                <a:rect l="0" t="0" r="0" b="0"/>
                <a:pathLst>
                  <a:path w="227" h="242">
                    <a:moveTo>
                      <a:pt x="0" y="21"/>
                    </a:moveTo>
                    <a:cubicBezTo>
                      <a:pt x="0" y="9"/>
                      <a:pt x="10" y="0"/>
                      <a:pt x="22" y="0"/>
                    </a:cubicBezTo>
                    <a:lnTo>
                      <a:pt x="205" y="0"/>
                    </a:lnTo>
                    <a:cubicBezTo>
                      <a:pt x="217" y="0"/>
                      <a:pt x="227" y="9"/>
                      <a:pt x="227" y="21"/>
                    </a:cubicBezTo>
                    <a:cubicBezTo>
                      <a:pt x="227" y="88"/>
                      <a:pt x="227" y="154"/>
                      <a:pt x="227" y="220"/>
                    </a:cubicBezTo>
                    <a:cubicBezTo>
                      <a:pt x="227" y="232"/>
                      <a:pt x="217" y="242"/>
                      <a:pt x="205" y="242"/>
                    </a:cubicBezTo>
                    <a:lnTo>
                      <a:pt x="22" y="242"/>
                    </a:lnTo>
                    <a:cubicBezTo>
                      <a:pt x="10" y="242"/>
                      <a:pt x="0" y="232"/>
                      <a:pt x="0" y="220"/>
                    </a:cubicBezTo>
                    <a:lnTo>
                      <a:pt x="0" y="21"/>
                    </a:lnTo>
                    <a:close/>
                  </a:path>
                </a:pathLst>
              </a:custGeom>
              <a:solidFill>
                <a:srgbClr val="187DC5">
                  <a:alpha val="100000"/>
                </a:srgbClr>
              </a:solidFill>
              <a:ln cap="flat">
                <a:noFill/>
                <a:prstDash val="solid"/>
                <a:miter lim="0"/>
              </a:ln>
            </p:spPr>
            <p:txBody>
              <a:bodyPr rtlCol="0"/>
              <a:p>
                <a:pPr algn="ctr"/>
                <a:endParaRPr lang="zh-CN" altLang="en-US" sz="1400"/>
              </a:p>
            </p:txBody>
          </p:sp>
          <p:sp>
            <p:nvSpPr>
              <p:cNvPr id="312" name="path"/>
              <p:cNvSpPr/>
              <p:nvPr>
                <p:custDataLst>
                  <p:tags r:id="rId12"/>
                </p:custDataLst>
              </p:nvPr>
            </p:nvSpPr>
            <p:spPr>
              <a:xfrm>
                <a:off x="42672" y="0"/>
                <a:ext cx="146558" cy="155702"/>
              </a:xfrm>
              <a:custGeom>
                <a:avLst/>
                <a:gdLst/>
                <a:ahLst/>
                <a:cxnLst/>
                <a:rect l="0" t="0" r="0" b="0"/>
                <a:pathLst>
                  <a:path w="230" h="245">
                    <a:moveTo>
                      <a:pt x="1" y="22"/>
                    </a:moveTo>
                    <a:cubicBezTo>
                      <a:pt x="1" y="11"/>
                      <a:pt x="11" y="1"/>
                      <a:pt x="24" y="1"/>
                    </a:cubicBezTo>
                    <a:lnTo>
                      <a:pt x="206" y="1"/>
                    </a:lnTo>
                    <a:cubicBezTo>
                      <a:pt x="219" y="1"/>
                      <a:pt x="229" y="11"/>
                      <a:pt x="229" y="22"/>
                    </a:cubicBezTo>
                    <a:cubicBezTo>
                      <a:pt x="229" y="89"/>
                      <a:pt x="229" y="155"/>
                      <a:pt x="229" y="222"/>
                    </a:cubicBezTo>
                    <a:cubicBezTo>
                      <a:pt x="229" y="234"/>
                      <a:pt x="219" y="243"/>
                      <a:pt x="206" y="243"/>
                    </a:cubicBezTo>
                    <a:lnTo>
                      <a:pt x="24" y="243"/>
                    </a:lnTo>
                    <a:cubicBezTo>
                      <a:pt x="11" y="243"/>
                      <a:pt x="1" y="234"/>
                      <a:pt x="1" y="222"/>
                    </a:cubicBezTo>
                    <a:lnTo>
                      <a:pt x="1" y="22"/>
                    </a:lnTo>
                    <a:close/>
                  </a:path>
                </a:pathLst>
              </a:custGeom>
              <a:noFill/>
              <a:ln w="1778" cap="flat">
                <a:solidFill>
                  <a:srgbClr val="187DC5">
                    <a:alpha val="100000"/>
                  </a:srgbClr>
                </a:solidFill>
                <a:prstDash val="solid"/>
                <a:miter lim="800000"/>
              </a:ln>
            </p:spPr>
            <p:txBody>
              <a:bodyPr rtlCol="0"/>
              <a:p>
                <a:pPr algn="ctr"/>
                <a:endParaRPr lang="zh-CN" altLang="en-US" sz="1400"/>
              </a:p>
            </p:txBody>
          </p:sp>
        </p:grpSp>
        <p:grpSp>
          <p:nvGrpSpPr>
            <p:cNvPr id="72" name="group 72"/>
            <p:cNvGrpSpPr/>
            <p:nvPr/>
          </p:nvGrpSpPr>
          <p:grpSpPr>
            <a:xfrm rot="21600000">
              <a:off x="6156" y="3494"/>
              <a:ext cx="298" cy="185"/>
              <a:chOff x="0" y="0"/>
              <a:chExt cx="189230" cy="117602"/>
            </a:xfrm>
          </p:grpSpPr>
          <p:sp>
            <p:nvSpPr>
              <p:cNvPr id="314" name="path"/>
              <p:cNvSpPr/>
              <p:nvPr>
                <p:custDataLst>
                  <p:tags r:id="rId13"/>
                </p:custDataLst>
              </p:nvPr>
            </p:nvSpPr>
            <p:spPr>
              <a:xfrm>
                <a:off x="889" y="42036"/>
                <a:ext cx="30480" cy="33528"/>
              </a:xfrm>
              <a:custGeom>
                <a:avLst/>
                <a:gdLst/>
                <a:ahLst/>
                <a:cxnLst/>
                <a:rect l="0" t="0" r="0" b="0"/>
                <a:pathLst>
                  <a:path w="48" h="52">
                    <a:moveTo>
                      <a:pt x="0" y="10"/>
                    </a:moveTo>
                    <a:lnTo>
                      <a:pt x="24" y="10"/>
                    </a:lnTo>
                    <a:lnTo>
                      <a:pt x="24" y="0"/>
                    </a:lnTo>
                    <a:lnTo>
                      <a:pt x="48" y="26"/>
                    </a:lnTo>
                    <a:lnTo>
                      <a:pt x="24" y="52"/>
                    </a:lnTo>
                    <a:lnTo>
                      <a:pt x="24" y="42"/>
                    </a:lnTo>
                    <a:lnTo>
                      <a:pt x="0" y="42"/>
                    </a:ln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187DC5">
                  <a:alpha val="100000"/>
                </a:srgbClr>
              </a:solidFill>
              <a:ln cap="flat">
                <a:noFill/>
                <a:prstDash val="solid"/>
                <a:miter lim="0"/>
              </a:ln>
            </p:spPr>
            <p:txBody>
              <a:bodyPr rtlCol="0"/>
              <a:p>
                <a:pPr algn="ctr"/>
                <a:endParaRPr lang="zh-CN" altLang="en-US" sz="1400"/>
              </a:p>
            </p:txBody>
          </p:sp>
          <p:sp>
            <p:nvSpPr>
              <p:cNvPr id="316" name="path"/>
              <p:cNvSpPr/>
              <p:nvPr>
                <p:custDataLst>
                  <p:tags r:id="rId14"/>
                </p:custDataLst>
              </p:nvPr>
            </p:nvSpPr>
            <p:spPr>
              <a:xfrm>
                <a:off x="0" y="41147"/>
                <a:ext cx="32258" cy="35307"/>
              </a:xfrm>
              <a:custGeom>
                <a:avLst/>
                <a:gdLst/>
                <a:ahLst/>
                <a:cxnLst/>
                <a:rect l="0" t="0" r="0" b="0"/>
                <a:pathLst>
                  <a:path w="50" h="55">
                    <a:moveTo>
                      <a:pt x="1" y="12"/>
                    </a:moveTo>
                    <a:lnTo>
                      <a:pt x="25" y="12"/>
                    </a:lnTo>
                    <a:lnTo>
                      <a:pt x="25" y="1"/>
                    </a:lnTo>
                    <a:lnTo>
                      <a:pt x="49" y="27"/>
                    </a:lnTo>
                    <a:lnTo>
                      <a:pt x="25" y="54"/>
                    </a:lnTo>
                    <a:lnTo>
                      <a:pt x="25" y="43"/>
                    </a:lnTo>
                    <a:lnTo>
                      <a:pt x="1" y="43"/>
                    </a:lnTo>
                    <a:lnTo>
                      <a:pt x="1" y="12"/>
                    </a:lnTo>
                    <a:close/>
                  </a:path>
                </a:pathLst>
              </a:custGeom>
              <a:noFill/>
              <a:ln w="1778" cap="flat">
                <a:solidFill>
                  <a:srgbClr val="187DC5">
                    <a:alpha val="100000"/>
                  </a:srgbClr>
                </a:solidFill>
                <a:prstDash val="solid"/>
                <a:round/>
              </a:ln>
            </p:spPr>
            <p:txBody>
              <a:bodyPr rtlCol="0"/>
              <a:p>
                <a:pPr algn="ctr"/>
                <a:endParaRPr lang="zh-CN" altLang="en-US" sz="1400"/>
              </a:p>
            </p:txBody>
          </p:sp>
          <p:sp>
            <p:nvSpPr>
              <p:cNvPr id="318" name="path"/>
              <p:cNvSpPr/>
              <p:nvPr>
                <p:custDataLst>
                  <p:tags r:id="rId15"/>
                </p:custDataLst>
              </p:nvPr>
            </p:nvSpPr>
            <p:spPr>
              <a:xfrm>
                <a:off x="43561" y="889"/>
                <a:ext cx="144779" cy="115824"/>
              </a:xfrm>
              <a:custGeom>
                <a:avLst/>
                <a:gdLst/>
                <a:ahLst/>
                <a:cxnLst/>
                <a:rect l="0" t="0" r="0" b="0"/>
                <a:pathLst>
                  <a:path w="227" h="182">
                    <a:moveTo>
                      <a:pt x="0" y="18"/>
                    </a:moveTo>
                    <a:cubicBezTo>
                      <a:pt x="0" y="8"/>
                      <a:pt x="8" y="0"/>
                      <a:pt x="19" y="0"/>
                    </a:cubicBezTo>
                    <a:lnTo>
                      <a:pt x="208" y="0"/>
                    </a:lnTo>
                    <a:cubicBezTo>
                      <a:pt x="219" y="0"/>
                      <a:pt x="227" y="8"/>
                      <a:pt x="227" y="18"/>
                    </a:cubicBezTo>
                    <a:lnTo>
                      <a:pt x="227" y="164"/>
                    </a:lnTo>
                    <a:cubicBezTo>
                      <a:pt x="227" y="174"/>
                      <a:pt x="219" y="182"/>
                      <a:pt x="208" y="182"/>
                    </a:cubicBezTo>
                    <a:lnTo>
                      <a:pt x="19" y="182"/>
                    </a:lnTo>
                    <a:cubicBezTo>
                      <a:pt x="8" y="182"/>
                      <a:pt x="0" y="174"/>
                      <a:pt x="0" y="164"/>
                    </a:cubicBezTo>
                    <a:lnTo>
                      <a:pt x="0" y="18"/>
                    </a:lnTo>
                    <a:close/>
                  </a:path>
                </a:pathLst>
              </a:custGeom>
              <a:solidFill>
                <a:srgbClr val="187DC5">
                  <a:alpha val="100000"/>
                </a:srgbClr>
              </a:solidFill>
              <a:ln cap="flat">
                <a:noFill/>
                <a:prstDash val="solid"/>
                <a:miter lim="0"/>
              </a:ln>
            </p:spPr>
            <p:txBody>
              <a:bodyPr rtlCol="0"/>
              <a:p>
                <a:pPr algn="ctr"/>
                <a:endParaRPr lang="zh-CN" altLang="en-US" sz="1400"/>
              </a:p>
            </p:txBody>
          </p:sp>
          <p:sp>
            <p:nvSpPr>
              <p:cNvPr id="320" name="path"/>
              <p:cNvSpPr/>
              <p:nvPr>
                <p:custDataLst>
                  <p:tags r:id="rId16"/>
                </p:custDataLst>
              </p:nvPr>
            </p:nvSpPr>
            <p:spPr>
              <a:xfrm>
                <a:off x="42672" y="0"/>
                <a:ext cx="146558" cy="117602"/>
              </a:xfrm>
              <a:custGeom>
                <a:avLst/>
                <a:gdLst/>
                <a:ahLst/>
                <a:cxnLst/>
                <a:rect l="0" t="0" r="0" b="0"/>
                <a:pathLst>
                  <a:path w="230" h="185">
                    <a:moveTo>
                      <a:pt x="1" y="19"/>
                    </a:moveTo>
                    <a:cubicBezTo>
                      <a:pt x="1" y="9"/>
                      <a:pt x="10" y="1"/>
                      <a:pt x="20" y="1"/>
                    </a:cubicBezTo>
                    <a:lnTo>
                      <a:pt x="210" y="1"/>
                    </a:lnTo>
                    <a:cubicBezTo>
                      <a:pt x="220" y="1"/>
                      <a:pt x="229" y="9"/>
                      <a:pt x="229" y="19"/>
                    </a:cubicBezTo>
                    <a:lnTo>
                      <a:pt x="229" y="165"/>
                    </a:lnTo>
                    <a:cubicBezTo>
                      <a:pt x="229" y="175"/>
                      <a:pt x="220" y="183"/>
                      <a:pt x="210" y="183"/>
                    </a:cubicBezTo>
                    <a:lnTo>
                      <a:pt x="20" y="183"/>
                    </a:lnTo>
                    <a:cubicBezTo>
                      <a:pt x="10" y="183"/>
                      <a:pt x="1" y="175"/>
                      <a:pt x="1" y="165"/>
                    </a:cubicBezTo>
                    <a:lnTo>
                      <a:pt x="1" y="19"/>
                    </a:lnTo>
                    <a:close/>
                  </a:path>
                </a:pathLst>
              </a:custGeom>
              <a:noFill/>
              <a:ln w="1778" cap="flat">
                <a:solidFill>
                  <a:srgbClr val="187DC5">
                    <a:alpha val="100000"/>
                  </a:srgbClr>
                </a:solidFill>
                <a:prstDash val="solid"/>
                <a:miter lim="800000"/>
              </a:ln>
            </p:spPr>
            <p:txBody>
              <a:bodyPr rtlCol="0"/>
              <a:p>
                <a:pPr algn="ctr"/>
                <a:endParaRPr lang="zh-CN" altLang="en-US" sz="1400"/>
              </a:p>
            </p:txBody>
          </p:sp>
        </p:grpSp>
        <p:grpSp>
          <p:nvGrpSpPr>
            <p:cNvPr id="76" name="group 76"/>
            <p:cNvGrpSpPr/>
            <p:nvPr/>
          </p:nvGrpSpPr>
          <p:grpSpPr>
            <a:xfrm rot="21600000">
              <a:off x="4416" y="3420"/>
              <a:ext cx="1925" cy="80"/>
              <a:chOff x="0" y="0"/>
              <a:chExt cx="1222501" cy="50546"/>
            </a:xfrm>
          </p:grpSpPr>
          <p:sp>
            <p:nvSpPr>
              <p:cNvPr id="346" name="path"/>
              <p:cNvSpPr/>
              <p:nvPr>
                <p:custDataLst>
                  <p:tags r:id="rId17"/>
                </p:custDataLst>
              </p:nvPr>
            </p:nvSpPr>
            <p:spPr>
              <a:xfrm>
                <a:off x="5461" y="889"/>
                <a:ext cx="1216151" cy="12191"/>
              </a:xfrm>
              <a:custGeom>
                <a:avLst/>
                <a:gdLst/>
                <a:ahLst/>
                <a:cxnLst/>
                <a:rect l="0" t="0" r="0" b="0"/>
                <a:pathLst>
                  <a:path w="1915" h="19">
                    <a:moveTo>
                      <a:pt x="0" y="19"/>
                    </a:moveTo>
                    <a:lnTo>
                      <a:pt x="1915" y="19"/>
                    </a:lnTo>
                    <a:lnTo>
                      <a:pt x="1915" y="0"/>
                    </a:lnTo>
                    <a:lnTo>
                      <a:pt x="0" y="0"/>
                    </a:ln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187DC5">
                  <a:alpha val="100000"/>
                </a:srgbClr>
              </a:solidFill>
              <a:ln cap="flat">
                <a:noFill/>
                <a:prstDash val="solid"/>
                <a:miter lim="0"/>
              </a:ln>
            </p:spPr>
            <p:txBody>
              <a:bodyPr rtlCol="0"/>
              <a:p>
                <a:pPr algn="ctr"/>
                <a:endParaRPr lang="zh-CN" altLang="en-US" sz="1400"/>
              </a:p>
            </p:txBody>
          </p:sp>
          <p:sp>
            <p:nvSpPr>
              <p:cNvPr id="348" name="path"/>
              <p:cNvSpPr/>
              <p:nvPr>
                <p:custDataLst>
                  <p:tags r:id="rId18"/>
                </p:custDataLst>
              </p:nvPr>
            </p:nvSpPr>
            <p:spPr>
              <a:xfrm>
                <a:off x="4572" y="0"/>
                <a:ext cx="1217929" cy="13969"/>
              </a:xfrm>
              <a:custGeom>
                <a:avLst/>
                <a:gdLst/>
                <a:ahLst/>
                <a:cxnLst/>
                <a:rect l="0" t="0" r="0" b="0"/>
                <a:pathLst>
                  <a:path w="1917" h="21">
                    <a:moveTo>
                      <a:pt x="1" y="20"/>
                    </a:moveTo>
                    <a:lnTo>
                      <a:pt x="1916" y="20"/>
                    </a:lnTo>
                    <a:lnTo>
                      <a:pt x="1916" y="1"/>
                    </a:lnTo>
                    <a:lnTo>
                      <a:pt x="1" y="1"/>
                    </a:lnTo>
                    <a:lnTo>
                      <a:pt x="1" y="20"/>
                    </a:lnTo>
                    <a:close/>
                  </a:path>
                </a:pathLst>
              </a:custGeom>
              <a:noFill/>
              <a:ln w="1778" cap="flat">
                <a:solidFill>
                  <a:srgbClr val="187DC5">
                    <a:alpha val="100000"/>
                  </a:srgbClr>
                </a:solidFill>
                <a:prstDash val="solid"/>
                <a:miter lim="800000"/>
              </a:ln>
            </p:spPr>
            <p:txBody>
              <a:bodyPr rtlCol="0"/>
              <a:p>
                <a:pPr algn="ctr"/>
                <a:endParaRPr lang="zh-CN" altLang="en-US" sz="1400"/>
              </a:p>
            </p:txBody>
          </p:sp>
          <p:sp>
            <p:nvSpPr>
              <p:cNvPr id="350" name="path"/>
              <p:cNvSpPr/>
              <p:nvPr>
                <p:custDataLst>
                  <p:tags r:id="rId19"/>
                </p:custDataLst>
              </p:nvPr>
            </p:nvSpPr>
            <p:spPr>
              <a:xfrm>
                <a:off x="889" y="13080"/>
                <a:ext cx="27432" cy="36576"/>
              </a:xfrm>
              <a:custGeom>
                <a:avLst/>
                <a:gdLst/>
                <a:ahLst/>
                <a:cxnLst/>
                <a:rect l="0" t="0" r="0" b="0"/>
                <a:pathLst>
                  <a:path w="43" h="57">
                    <a:moveTo>
                      <a:pt x="0" y="36"/>
                    </a:moveTo>
                    <a:lnTo>
                      <a:pt x="10" y="36"/>
                    </a:lnTo>
                    <a:lnTo>
                      <a:pt x="10" y="0"/>
                    </a:lnTo>
                    <a:lnTo>
                      <a:pt x="32" y="0"/>
                    </a:lnTo>
                    <a:lnTo>
                      <a:pt x="32" y="36"/>
                    </a:lnTo>
                    <a:lnTo>
                      <a:pt x="43" y="36"/>
                    </a:lnTo>
                    <a:lnTo>
                      <a:pt x="21" y="57"/>
                    </a:lnTo>
                    <a:lnTo>
                      <a:pt x="0" y="36"/>
                    </a:lnTo>
                    <a:close/>
                  </a:path>
                </a:pathLst>
              </a:custGeom>
              <a:solidFill>
                <a:srgbClr val="187DC5">
                  <a:alpha val="100000"/>
                </a:srgbClr>
              </a:solidFill>
              <a:ln cap="flat">
                <a:noFill/>
                <a:prstDash val="solid"/>
                <a:miter lim="0"/>
              </a:ln>
            </p:spPr>
            <p:txBody>
              <a:bodyPr rtlCol="0"/>
              <a:p>
                <a:pPr algn="ctr"/>
                <a:endParaRPr lang="zh-CN" altLang="en-US" sz="1400"/>
              </a:p>
            </p:txBody>
          </p:sp>
          <p:sp>
            <p:nvSpPr>
              <p:cNvPr id="352" name="path"/>
              <p:cNvSpPr/>
              <p:nvPr>
                <p:custDataLst>
                  <p:tags r:id="rId20"/>
                </p:custDataLst>
              </p:nvPr>
            </p:nvSpPr>
            <p:spPr>
              <a:xfrm>
                <a:off x="0" y="12191"/>
                <a:ext cx="29210" cy="38355"/>
              </a:xfrm>
              <a:custGeom>
                <a:avLst/>
                <a:gdLst/>
                <a:ahLst/>
                <a:cxnLst/>
                <a:rect l="0" t="0" r="0" b="0"/>
                <a:pathLst>
                  <a:path w="46" h="60">
                    <a:moveTo>
                      <a:pt x="1" y="37"/>
                    </a:moveTo>
                    <a:lnTo>
                      <a:pt x="12" y="37"/>
                    </a:lnTo>
                    <a:lnTo>
                      <a:pt x="12" y="1"/>
                    </a:lnTo>
                    <a:lnTo>
                      <a:pt x="33" y="1"/>
                    </a:lnTo>
                    <a:lnTo>
                      <a:pt x="33" y="37"/>
                    </a:lnTo>
                    <a:lnTo>
                      <a:pt x="44" y="37"/>
                    </a:lnTo>
                    <a:lnTo>
                      <a:pt x="22" y="59"/>
                    </a:lnTo>
                    <a:lnTo>
                      <a:pt x="1" y="37"/>
                    </a:lnTo>
                    <a:close/>
                  </a:path>
                </a:pathLst>
              </a:custGeom>
              <a:noFill/>
              <a:ln w="1778" cap="flat">
                <a:solidFill>
                  <a:srgbClr val="187DC5">
                    <a:alpha val="100000"/>
                  </a:srgbClr>
                </a:solidFill>
                <a:prstDash val="solid"/>
                <a:miter lim="800000"/>
              </a:ln>
            </p:spPr>
            <p:txBody>
              <a:bodyPr rtlCol="0"/>
              <a:p>
                <a:pPr algn="ctr"/>
                <a:endParaRPr lang="zh-CN" altLang="en-US" sz="1400"/>
              </a:p>
            </p:txBody>
          </p:sp>
        </p:grpSp>
        <p:grpSp>
          <p:nvGrpSpPr>
            <p:cNvPr id="78" name="group 78"/>
            <p:cNvGrpSpPr/>
            <p:nvPr/>
          </p:nvGrpSpPr>
          <p:grpSpPr>
            <a:xfrm rot="21600000">
              <a:off x="4401" y="3029"/>
              <a:ext cx="1930" cy="68"/>
              <a:chOff x="0" y="0"/>
              <a:chExt cx="1225550" cy="42925"/>
            </a:xfrm>
          </p:grpSpPr>
          <p:sp>
            <p:nvSpPr>
              <p:cNvPr id="354" name="path"/>
              <p:cNvSpPr/>
              <p:nvPr>
                <p:custDataLst>
                  <p:tags r:id="rId21"/>
                </p:custDataLst>
              </p:nvPr>
            </p:nvSpPr>
            <p:spPr>
              <a:xfrm>
                <a:off x="889" y="6984"/>
                <a:ext cx="27432" cy="35052"/>
              </a:xfrm>
              <a:custGeom>
                <a:avLst/>
                <a:gdLst/>
                <a:ahLst/>
                <a:cxnLst/>
                <a:rect l="0" t="0" r="0" b="0"/>
                <a:pathLst>
                  <a:path w="43" h="55">
                    <a:moveTo>
                      <a:pt x="0" y="33"/>
                    </a:moveTo>
                    <a:lnTo>
                      <a:pt x="10" y="33"/>
                    </a:lnTo>
                    <a:lnTo>
                      <a:pt x="10" y="0"/>
                    </a:lnTo>
                    <a:lnTo>
                      <a:pt x="32" y="0"/>
                    </a:lnTo>
                    <a:lnTo>
                      <a:pt x="32" y="33"/>
                    </a:lnTo>
                    <a:lnTo>
                      <a:pt x="43" y="33"/>
                    </a:lnTo>
                    <a:lnTo>
                      <a:pt x="21" y="55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187DC5">
                  <a:alpha val="100000"/>
                </a:srgbClr>
              </a:solidFill>
              <a:ln cap="flat">
                <a:noFill/>
                <a:prstDash val="solid"/>
                <a:miter lim="0"/>
              </a:ln>
            </p:spPr>
            <p:txBody>
              <a:bodyPr rtlCol="0"/>
              <a:p>
                <a:pPr algn="ctr"/>
                <a:endParaRPr lang="zh-CN" altLang="en-US" sz="1400"/>
              </a:p>
            </p:txBody>
          </p:sp>
          <p:sp>
            <p:nvSpPr>
              <p:cNvPr id="356" name="path"/>
              <p:cNvSpPr/>
              <p:nvPr>
                <p:custDataLst>
                  <p:tags r:id="rId22"/>
                </p:custDataLst>
              </p:nvPr>
            </p:nvSpPr>
            <p:spPr>
              <a:xfrm>
                <a:off x="0" y="6094"/>
                <a:ext cx="29210" cy="36830"/>
              </a:xfrm>
              <a:custGeom>
                <a:avLst/>
                <a:gdLst/>
                <a:ahLst/>
                <a:cxnLst/>
                <a:rect l="0" t="0" r="0" b="0"/>
                <a:pathLst>
                  <a:path w="46" h="58">
                    <a:moveTo>
                      <a:pt x="1" y="35"/>
                    </a:moveTo>
                    <a:lnTo>
                      <a:pt x="12" y="35"/>
                    </a:lnTo>
                    <a:lnTo>
                      <a:pt x="12" y="1"/>
                    </a:lnTo>
                    <a:lnTo>
                      <a:pt x="33" y="1"/>
                    </a:lnTo>
                    <a:lnTo>
                      <a:pt x="33" y="35"/>
                    </a:lnTo>
                    <a:lnTo>
                      <a:pt x="44" y="35"/>
                    </a:lnTo>
                    <a:lnTo>
                      <a:pt x="23" y="56"/>
                    </a:lnTo>
                    <a:lnTo>
                      <a:pt x="1" y="35"/>
                    </a:lnTo>
                    <a:close/>
                  </a:path>
                </a:pathLst>
              </a:custGeom>
              <a:noFill/>
              <a:ln w="1778" cap="flat">
                <a:solidFill>
                  <a:srgbClr val="187DC5">
                    <a:alpha val="100000"/>
                  </a:srgbClr>
                </a:solidFill>
                <a:prstDash val="solid"/>
                <a:miter lim="800000"/>
              </a:ln>
            </p:spPr>
            <p:txBody>
              <a:bodyPr rtlCol="0"/>
              <a:p>
                <a:pPr algn="ctr"/>
                <a:endParaRPr lang="zh-CN" altLang="en-US" sz="1400"/>
              </a:p>
            </p:txBody>
          </p:sp>
          <p:sp>
            <p:nvSpPr>
              <p:cNvPr id="358" name="path"/>
              <p:cNvSpPr/>
              <p:nvPr>
                <p:custDataLst>
                  <p:tags r:id="rId23"/>
                </p:custDataLst>
              </p:nvPr>
            </p:nvSpPr>
            <p:spPr>
              <a:xfrm>
                <a:off x="8508" y="889"/>
                <a:ext cx="1216152" cy="12191"/>
              </a:xfrm>
              <a:custGeom>
                <a:avLst/>
                <a:gdLst/>
                <a:ahLst/>
                <a:cxnLst/>
                <a:rect l="0" t="0" r="0" b="0"/>
                <a:pathLst>
                  <a:path w="1915" h="19">
                    <a:moveTo>
                      <a:pt x="0" y="19"/>
                    </a:moveTo>
                    <a:lnTo>
                      <a:pt x="1915" y="19"/>
                    </a:lnTo>
                    <a:lnTo>
                      <a:pt x="1915" y="0"/>
                    </a:lnTo>
                    <a:lnTo>
                      <a:pt x="0" y="0"/>
                    </a:ln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187DC5">
                  <a:alpha val="100000"/>
                </a:srgbClr>
              </a:solidFill>
              <a:ln cap="flat">
                <a:noFill/>
                <a:prstDash val="solid"/>
                <a:miter lim="0"/>
              </a:ln>
            </p:spPr>
            <p:txBody>
              <a:bodyPr rtlCol="0"/>
              <a:p>
                <a:pPr algn="ctr"/>
                <a:endParaRPr lang="zh-CN" altLang="en-US" sz="1400"/>
              </a:p>
            </p:txBody>
          </p:sp>
          <p:sp>
            <p:nvSpPr>
              <p:cNvPr id="360" name="path"/>
              <p:cNvSpPr/>
              <p:nvPr>
                <p:custDataLst>
                  <p:tags r:id="rId24"/>
                </p:custDataLst>
              </p:nvPr>
            </p:nvSpPr>
            <p:spPr>
              <a:xfrm>
                <a:off x="7619" y="0"/>
                <a:ext cx="1217930" cy="13969"/>
              </a:xfrm>
              <a:custGeom>
                <a:avLst/>
                <a:gdLst/>
                <a:ahLst/>
                <a:cxnLst/>
                <a:rect l="0" t="0" r="0" b="0"/>
                <a:pathLst>
                  <a:path w="1918" h="21">
                    <a:moveTo>
                      <a:pt x="1" y="20"/>
                    </a:moveTo>
                    <a:lnTo>
                      <a:pt x="1916" y="20"/>
                    </a:lnTo>
                    <a:lnTo>
                      <a:pt x="1916" y="1"/>
                    </a:lnTo>
                    <a:lnTo>
                      <a:pt x="1" y="1"/>
                    </a:lnTo>
                    <a:lnTo>
                      <a:pt x="1" y="20"/>
                    </a:lnTo>
                    <a:close/>
                  </a:path>
                </a:pathLst>
              </a:custGeom>
              <a:noFill/>
              <a:ln w="1778" cap="flat">
                <a:solidFill>
                  <a:srgbClr val="187DC5">
                    <a:alpha val="100000"/>
                  </a:srgbClr>
                </a:solidFill>
                <a:prstDash val="solid"/>
                <a:miter lim="800000"/>
              </a:ln>
            </p:spPr>
            <p:txBody>
              <a:bodyPr rtlCol="0"/>
              <a:p>
                <a:pPr algn="ctr"/>
                <a:endParaRPr lang="zh-CN" altLang="en-US" sz="1400"/>
              </a:p>
            </p:txBody>
          </p:sp>
        </p:grpSp>
        <p:grpSp>
          <p:nvGrpSpPr>
            <p:cNvPr id="82" name="group 82"/>
            <p:cNvGrpSpPr/>
            <p:nvPr/>
          </p:nvGrpSpPr>
          <p:grpSpPr>
            <a:xfrm rot="21600000">
              <a:off x="6139" y="2717"/>
              <a:ext cx="300" cy="250"/>
              <a:chOff x="0" y="0"/>
              <a:chExt cx="190754" cy="158750"/>
            </a:xfrm>
          </p:grpSpPr>
          <p:sp>
            <p:nvSpPr>
              <p:cNvPr id="382" name="path"/>
              <p:cNvSpPr/>
              <p:nvPr>
                <p:custDataLst>
                  <p:tags r:id="rId25"/>
                </p:custDataLst>
              </p:nvPr>
            </p:nvSpPr>
            <p:spPr>
              <a:xfrm>
                <a:off x="889" y="61848"/>
                <a:ext cx="30479" cy="33528"/>
              </a:xfrm>
              <a:custGeom>
                <a:avLst/>
                <a:gdLst/>
                <a:ahLst/>
                <a:cxnLst/>
                <a:rect l="0" t="0" r="0" b="0"/>
                <a:pathLst>
                  <a:path w="47" h="52">
                    <a:moveTo>
                      <a:pt x="0" y="10"/>
                    </a:moveTo>
                    <a:lnTo>
                      <a:pt x="24" y="10"/>
                    </a:lnTo>
                    <a:lnTo>
                      <a:pt x="24" y="0"/>
                    </a:lnTo>
                    <a:lnTo>
                      <a:pt x="47" y="26"/>
                    </a:lnTo>
                    <a:lnTo>
                      <a:pt x="24" y="52"/>
                    </a:lnTo>
                    <a:lnTo>
                      <a:pt x="24" y="42"/>
                    </a:lnTo>
                    <a:lnTo>
                      <a:pt x="0" y="42"/>
                    </a:ln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187DC5">
                  <a:alpha val="100000"/>
                </a:srgbClr>
              </a:solidFill>
              <a:ln cap="flat">
                <a:noFill/>
                <a:prstDash val="solid"/>
                <a:miter lim="0"/>
              </a:ln>
            </p:spPr>
            <p:txBody>
              <a:bodyPr rtlCol="0"/>
              <a:p>
                <a:pPr algn="ctr"/>
                <a:endParaRPr lang="zh-CN" altLang="en-US" sz="1400"/>
              </a:p>
            </p:txBody>
          </p:sp>
          <p:sp>
            <p:nvSpPr>
              <p:cNvPr id="384" name="path"/>
              <p:cNvSpPr/>
              <p:nvPr>
                <p:custDataLst>
                  <p:tags r:id="rId26"/>
                </p:custDataLst>
              </p:nvPr>
            </p:nvSpPr>
            <p:spPr>
              <a:xfrm>
                <a:off x="0" y="60959"/>
                <a:ext cx="32258" cy="35306"/>
              </a:xfrm>
              <a:custGeom>
                <a:avLst/>
                <a:gdLst/>
                <a:ahLst/>
                <a:cxnLst/>
                <a:rect l="0" t="0" r="0" b="0"/>
                <a:pathLst>
                  <a:path w="50" h="55">
                    <a:moveTo>
                      <a:pt x="1" y="11"/>
                    </a:moveTo>
                    <a:lnTo>
                      <a:pt x="25" y="11"/>
                    </a:lnTo>
                    <a:lnTo>
                      <a:pt x="25" y="1"/>
                    </a:lnTo>
                    <a:lnTo>
                      <a:pt x="49" y="27"/>
                    </a:lnTo>
                    <a:lnTo>
                      <a:pt x="25" y="54"/>
                    </a:lnTo>
                    <a:lnTo>
                      <a:pt x="25" y="43"/>
                    </a:lnTo>
                    <a:lnTo>
                      <a:pt x="1" y="43"/>
                    </a:lnTo>
                    <a:lnTo>
                      <a:pt x="1" y="11"/>
                    </a:lnTo>
                    <a:close/>
                  </a:path>
                </a:pathLst>
              </a:custGeom>
              <a:noFill/>
              <a:ln w="1778" cap="flat">
                <a:solidFill>
                  <a:srgbClr val="187DC5">
                    <a:alpha val="100000"/>
                  </a:srgbClr>
                </a:solidFill>
                <a:prstDash val="solid"/>
                <a:round/>
              </a:ln>
            </p:spPr>
            <p:txBody>
              <a:bodyPr rtlCol="0"/>
              <a:p>
                <a:pPr algn="ctr"/>
                <a:endParaRPr lang="zh-CN" altLang="en-US" sz="1400"/>
              </a:p>
            </p:txBody>
          </p:sp>
          <p:sp>
            <p:nvSpPr>
              <p:cNvPr id="386" name="path"/>
              <p:cNvSpPr/>
              <p:nvPr>
                <p:custDataLst>
                  <p:tags r:id="rId27"/>
                </p:custDataLst>
              </p:nvPr>
            </p:nvSpPr>
            <p:spPr>
              <a:xfrm>
                <a:off x="45085" y="889"/>
                <a:ext cx="144779" cy="156971"/>
              </a:xfrm>
              <a:custGeom>
                <a:avLst/>
                <a:gdLst/>
                <a:ahLst/>
                <a:cxnLst/>
                <a:rect l="0" t="0" r="0" b="0"/>
                <a:pathLst>
                  <a:path w="227" h="247">
                    <a:moveTo>
                      <a:pt x="0" y="21"/>
                    </a:moveTo>
                    <a:cubicBezTo>
                      <a:pt x="0" y="9"/>
                      <a:pt x="10" y="0"/>
                      <a:pt x="22" y="0"/>
                    </a:cubicBezTo>
                    <a:lnTo>
                      <a:pt x="205" y="0"/>
                    </a:lnTo>
                    <a:cubicBezTo>
                      <a:pt x="217" y="0"/>
                      <a:pt x="227" y="9"/>
                      <a:pt x="227" y="21"/>
                    </a:cubicBezTo>
                    <a:cubicBezTo>
                      <a:pt x="227" y="89"/>
                      <a:pt x="227" y="157"/>
                      <a:pt x="227" y="225"/>
                    </a:cubicBezTo>
                    <a:cubicBezTo>
                      <a:pt x="227" y="237"/>
                      <a:pt x="217" y="247"/>
                      <a:pt x="205" y="247"/>
                    </a:cubicBezTo>
                    <a:lnTo>
                      <a:pt x="22" y="247"/>
                    </a:lnTo>
                    <a:cubicBezTo>
                      <a:pt x="10" y="247"/>
                      <a:pt x="0" y="237"/>
                      <a:pt x="0" y="225"/>
                    </a:cubicBezTo>
                    <a:lnTo>
                      <a:pt x="0" y="21"/>
                    </a:lnTo>
                    <a:close/>
                  </a:path>
                </a:pathLst>
              </a:custGeom>
              <a:solidFill>
                <a:srgbClr val="187DC5">
                  <a:alpha val="100000"/>
                </a:srgbClr>
              </a:solidFill>
              <a:ln cap="flat">
                <a:noFill/>
                <a:prstDash val="solid"/>
                <a:miter lim="0"/>
              </a:ln>
            </p:spPr>
            <p:txBody>
              <a:bodyPr rtlCol="0"/>
              <a:p>
                <a:pPr algn="ctr"/>
                <a:endParaRPr lang="zh-CN" altLang="en-US" sz="1400"/>
              </a:p>
            </p:txBody>
          </p:sp>
          <p:sp>
            <p:nvSpPr>
              <p:cNvPr id="388" name="path"/>
              <p:cNvSpPr/>
              <p:nvPr>
                <p:custDataLst>
                  <p:tags r:id="rId28"/>
                </p:custDataLst>
              </p:nvPr>
            </p:nvSpPr>
            <p:spPr>
              <a:xfrm>
                <a:off x="44196" y="0"/>
                <a:ext cx="146558" cy="158750"/>
              </a:xfrm>
              <a:custGeom>
                <a:avLst/>
                <a:gdLst/>
                <a:ahLst/>
                <a:cxnLst/>
                <a:rect l="0" t="0" r="0" b="0"/>
                <a:pathLst>
                  <a:path w="230" h="250">
                    <a:moveTo>
                      <a:pt x="1" y="22"/>
                    </a:moveTo>
                    <a:cubicBezTo>
                      <a:pt x="1" y="10"/>
                      <a:pt x="11" y="1"/>
                      <a:pt x="24" y="1"/>
                    </a:cubicBezTo>
                    <a:lnTo>
                      <a:pt x="206" y="1"/>
                    </a:lnTo>
                    <a:cubicBezTo>
                      <a:pt x="219" y="1"/>
                      <a:pt x="229" y="10"/>
                      <a:pt x="229" y="22"/>
                    </a:cubicBezTo>
                    <a:cubicBezTo>
                      <a:pt x="229" y="90"/>
                      <a:pt x="229" y="158"/>
                      <a:pt x="229" y="227"/>
                    </a:cubicBezTo>
                    <a:cubicBezTo>
                      <a:pt x="229" y="238"/>
                      <a:pt x="219" y="248"/>
                      <a:pt x="206" y="248"/>
                    </a:cubicBezTo>
                    <a:lnTo>
                      <a:pt x="24" y="248"/>
                    </a:lnTo>
                    <a:cubicBezTo>
                      <a:pt x="11" y="248"/>
                      <a:pt x="1" y="238"/>
                      <a:pt x="1" y="227"/>
                    </a:cubicBezTo>
                    <a:lnTo>
                      <a:pt x="1" y="22"/>
                    </a:lnTo>
                    <a:close/>
                  </a:path>
                </a:pathLst>
              </a:custGeom>
              <a:noFill/>
              <a:ln w="1778" cap="flat">
                <a:solidFill>
                  <a:srgbClr val="187DC5">
                    <a:alpha val="100000"/>
                  </a:srgbClr>
                </a:solidFill>
                <a:prstDash val="solid"/>
                <a:miter lim="800000"/>
              </a:ln>
            </p:spPr>
            <p:txBody>
              <a:bodyPr rtlCol="0"/>
              <a:p>
                <a:pPr algn="ctr"/>
                <a:endParaRPr lang="zh-CN" altLang="en-US" sz="1400"/>
              </a:p>
            </p:txBody>
          </p:sp>
        </p:grpSp>
        <p:grpSp>
          <p:nvGrpSpPr>
            <p:cNvPr id="84" name="group 84"/>
            <p:cNvGrpSpPr/>
            <p:nvPr/>
          </p:nvGrpSpPr>
          <p:grpSpPr>
            <a:xfrm rot="21600000">
              <a:off x="5501" y="2717"/>
              <a:ext cx="300" cy="250"/>
              <a:chOff x="0" y="0"/>
              <a:chExt cx="190753" cy="158750"/>
            </a:xfrm>
          </p:grpSpPr>
          <p:sp>
            <p:nvSpPr>
              <p:cNvPr id="390" name="path"/>
              <p:cNvSpPr/>
              <p:nvPr>
                <p:custDataLst>
                  <p:tags r:id="rId29"/>
                </p:custDataLst>
              </p:nvPr>
            </p:nvSpPr>
            <p:spPr>
              <a:xfrm>
                <a:off x="889" y="61848"/>
                <a:ext cx="32003" cy="33528"/>
              </a:xfrm>
              <a:custGeom>
                <a:avLst/>
                <a:gdLst/>
                <a:ahLst/>
                <a:cxnLst/>
                <a:rect l="0" t="0" r="0" b="0"/>
                <a:pathLst>
                  <a:path w="50" h="52">
                    <a:moveTo>
                      <a:pt x="0" y="10"/>
                    </a:moveTo>
                    <a:lnTo>
                      <a:pt x="25" y="10"/>
                    </a:lnTo>
                    <a:lnTo>
                      <a:pt x="25" y="0"/>
                    </a:lnTo>
                    <a:lnTo>
                      <a:pt x="50" y="26"/>
                    </a:lnTo>
                    <a:lnTo>
                      <a:pt x="25" y="52"/>
                    </a:lnTo>
                    <a:lnTo>
                      <a:pt x="25" y="42"/>
                    </a:lnTo>
                    <a:lnTo>
                      <a:pt x="0" y="42"/>
                    </a:ln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187DC5">
                  <a:alpha val="100000"/>
                </a:srgbClr>
              </a:solidFill>
              <a:ln cap="flat">
                <a:noFill/>
                <a:prstDash val="solid"/>
                <a:miter lim="0"/>
              </a:ln>
            </p:spPr>
            <p:txBody>
              <a:bodyPr rtlCol="0"/>
              <a:p>
                <a:pPr algn="ctr"/>
                <a:endParaRPr lang="zh-CN" altLang="en-US" sz="1400"/>
              </a:p>
            </p:txBody>
          </p:sp>
          <p:sp>
            <p:nvSpPr>
              <p:cNvPr id="392" name="path"/>
              <p:cNvSpPr/>
              <p:nvPr>
                <p:custDataLst>
                  <p:tags r:id="rId30"/>
                </p:custDataLst>
              </p:nvPr>
            </p:nvSpPr>
            <p:spPr>
              <a:xfrm>
                <a:off x="0" y="60959"/>
                <a:ext cx="33782" cy="35306"/>
              </a:xfrm>
              <a:custGeom>
                <a:avLst/>
                <a:gdLst/>
                <a:ahLst/>
                <a:cxnLst/>
                <a:rect l="0" t="0" r="0" b="0"/>
                <a:pathLst>
                  <a:path w="53" h="55">
                    <a:moveTo>
                      <a:pt x="1" y="11"/>
                    </a:moveTo>
                    <a:lnTo>
                      <a:pt x="26" y="11"/>
                    </a:lnTo>
                    <a:lnTo>
                      <a:pt x="26" y="1"/>
                    </a:lnTo>
                    <a:lnTo>
                      <a:pt x="51" y="27"/>
                    </a:lnTo>
                    <a:lnTo>
                      <a:pt x="26" y="54"/>
                    </a:lnTo>
                    <a:lnTo>
                      <a:pt x="26" y="43"/>
                    </a:lnTo>
                    <a:lnTo>
                      <a:pt x="1" y="43"/>
                    </a:lnTo>
                    <a:lnTo>
                      <a:pt x="1" y="11"/>
                    </a:lnTo>
                    <a:close/>
                  </a:path>
                </a:pathLst>
              </a:custGeom>
              <a:noFill/>
              <a:ln w="1778" cap="flat">
                <a:solidFill>
                  <a:srgbClr val="187DC5">
                    <a:alpha val="100000"/>
                  </a:srgbClr>
                </a:solidFill>
                <a:prstDash val="solid"/>
                <a:round/>
              </a:ln>
            </p:spPr>
            <p:txBody>
              <a:bodyPr rtlCol="0"/>
              <a:p>
                <a:pPr algn="ctr"/>
                <a:endParaRPr lang="zh-CN" altLang="en-US" sz="1400"/>
              </a:p>
            </p:txBody>
          </p:sp>
          <p:sp>
            <p:nvSpPr>
              <p:cNvPr id="394" name="path"/>
              <p:cNvSpPr/>
              <p:nvPr>
                <p:custDataLst>
                  <p:tags r:id="rId31"/>
                </p:custDataLst>
              </p:nvPr>
            </p:nvSpPr>
            <p:spPr>
              <a:xfrm>
                <a:off x="45084" y="889"/>
                <a:ext cx="144779" cy="156971"/>
              </a:xfrm>
              <a:custGeom>
                <a:avLst/>
                <a:gdLst/>
                <a:ahLst/>
                <a:cxnLst/>
                <a:rect l="0" t="0" r="0" b="0"/>
                <a:pathLst>
                  <a:path w="227" h="247">
                    <a:moveTo>
                      <a:pt x="0" y="21"/>
                    </a:moveTo>
                    <a:cubicBezTo>
                      <a:pt x="0" y="9"/>
                      <a:pt x="10" y="0"/>
                      <a:pt x="22" y="0"/>
                    </a:cubicBezTo>
                    <a:lnTo>
                      <a:pt x="205" y="0"/>
                    </a:lnTo>
                    <a:cubicBezTo>
                      <a:pt x="217" y="0"/>
                      <a:pt x="227" y="9"/>
                      <a:pt x="227" y="21"/>
                    </a:cubicBezTo>
                    <a:cubicBezTo>
                      <a:pt x="227" y="89"/>
                      <a:pt x="227" y="157"/>
                      <a:pt x="227" y="225"/>
                    </a:cubicBezTo>
                    <a:cubicBezTo>
                      <a:pt x="227" y="237"/>
                      <a:pt x="217" y="247"/>
                      <a:pt x="205" y="247"/>
                    </a:cubicBezTo>
                    <a:lnTo>
                      <a:pt x="22" y="247"/>
                    </a:lnTo>
                    <a:cubicBezTo>
                      <a:pt x="10" y="247"/>
                      <a:pt x="0" y="237"/>
                      <a:pt x="0" y="225"/>
                    </a:cubicBezTo>
                    <a:lnTo>
                      <a:pt x="0" y="21"/>
                    </a:lnTo>
                    <a:close/>
                  </a:path>
                </a:pathLst>
              </a:custGeom>
              <a:solidFill>
                <a:srgbClr val="187DC5">
                  <a:alpha val="100000"/>
                </a:srgbClr>
              </a:solidFill>
              <a:ln cap="flat">
                <a:noFill/>
                <a:prstDash val="solid"/>
                <a:miter lim="0"/>
              </a:ln>
            </p:spPr>
            <p:txBody>
              <a:bodyPr rtlCol="0"/>
              <a:p>
                <a:pPr algn="ctr"/>
                <a:endParaRPr lang="zh-CN" altLang="en-US" sz="1400"/>
              </a:p>
            </p:txBody>
          </p:sp>
          <p:sp>
            <p:nvSpPr>
              <p:cNvPr id="396" name="path"/>
              <p:cNvSpPr/>
              <p:nvPr>
                <p:custDataLst>
                  <p:tags r:id="rId32"/>
                </p:custDataLst>
              </p:nvPr>
            </p:nvSpPr>
            <p:spPr>
              <a:xfrm>
                <a:off x="44195" y="0"/>
                <a:ext cx="146558" cy="158750"/>
              </a:xfrm>
              <a:custGeom>
                <a:avLst/>
                <a:gdLst/>
                <a:ahLst/>
                <a:cxnLst/>
                <a:rect l="0" t="0" r="0" b="0"/>
                <a:pathLst>
                  <a:path w="230" h="250">
                    <a:moveTo>
                      <a:pt x="1" y="22"/>
                    </a:moveTo>
                    <a:cubicBezTo>
                      <a:pt x="1" y="10"/>
                      <a:pt x="11" y="1"/>
                      <a:pt x="24" y="1"/>
                    </a:cubicBezTo>
                    <a:lnTo>
                      <a:pt x="206" y="1"/>
                    </a:lnTo>
                    <a:cubicBezTo>
                      <a:pt x="219" y="1"/>
                      <a:pt x="229" y="10"/>
                      <a:pt x="229" y="22"/>
                    </a:cubicBezTo>
                    <a:cubicBezTo>
                      <a:pt x="229" y="90"/>
                      <a:pt x="229" y="158"/>
                      <a:pt x="229" y="227"/>
                    </a:cubicBezTo>
                    <a:cubicBezTo>
                      <a:pt x="229" y="238"/>
                      <a:pt x="219" y="248"/>
                      <a:pt x="206" y="248"/>
                    </a:cubicBezTo>
                    <a:lnTo>
                      <a:pt x="24" y="248"/>
                    </a:lnTo>
                    <a:cubicBezTo>
                      <a:pt x="11" y="248"/>
                      <a:pt x="1" y="238"/>
                      <a:pt x="1" y="227"/>
                    </a:cubicBezTo>
                    <a:lnTo>
                      <a:pt x="1" y="22"/>
                    </a:lnTo>
                    <a:close/>
                  </a:path>
                </a:pathLst>
              </a:custGeom>
              <a:noFill/>
              <a:ln w="1778" cap="flat">
                <a:solidFill>
                  <a:srgbClr val="187DC5">
                    <a:alpha val="100000"/>
                  </a:srgbClr>
                </a:solidFill>
                <a:prstDash val="solid"/>
                <a:miter lim="800000"/>
              </a:ln>
            </p:spPr>
            <p:txBody>
              <a:bodyPr rtlCol="0"/>
              <a:p>
                <a:pPr algn="ctr"/>
                <a:endParaRPr lang="zh-CN" altLang="en-US" sz="1400"/>
              </a:p>
            </p:txBody>
          </p:sp>
        </p:grpSp>
        <p:grpSp>
          <p:nvGrpSpPr>
            <p:cNvPr id="86" name="group 86"/>
            <p:cNvGrpSpPr/>
            <p:nvPr/>
          </p:nvGrpSpPr>
          <p:grpSpPr>
            <a:xfrm rot="21600000">
              <a:off x="5181" y="2717"/>
              <a:ext cx="300" cy="250"/>
              <a:chOff x="0" y="0"/>
              <a:chExt cx="190753" cy="158750"/>
            </a:xfrm>
          </p:grpSpPr>
          <p:sp>
            <p:nvSpPr>
              <p:cNvPr id="398" name="path"/>
              <p:cNvSpPr/>
              <p:nvPr>
                <p:custDataLst>
                  <p:tags r:id="rId33"/>
                </p:custDataLst>
              </p:nvPr>
            </p:nvSpPr>
            <p:spPr>
              <a:xfrm>
                <a:off x="889" y="61848"/>
                <a:ext cx="32003" cy="33528"/>
              </a:xfrm>
              <a:custGeom>
                <a:avLst/>
                <a:gdLst/>
                <a:ahLst/>
                <a:cxnLst/>
                <a:rect l="0" t="0" r="0" b="0"/>
                <a:pathLst>
                  <a:path w="50" h="52">
                    <a:moveTo>
                      <a:pt x="0" y="10"/>
                    </a:moveTo>
                    <a:lnTo>
                      <a:pt x="25" y="10"/>
                    </a:lnTo>
                    <a:lnTo>
                      <a:pt x="25" y="0"/>
                    </a:lnTo>
                    <a:lnTo>
                      <a:pt x="50" y="26"/>
                    </a:lnTo>
                    <a:lnTo>
                      <a:pt x="25" y="52"/>
                    </a:lnTo>
                    <a:lnTo>
                      <a:pt x="25" y="42"/>
                    </a:lnTo>
                    <a:lnTo>
                      <a:pt x="0" y="42"/>
                    </a:ln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187DC5">
                  <a:alpha val="100000"/>
                </a:srgbClr>
              </a:solidFill>
              <a:ln cap="flat">
                <a:noFill/>
                <a:prstDash val="solid"/>
                <a:miter lim="0"/>
              </a:ln>
            </p:spPr>
            <p:txBody>
              <a:bodyPr rtlCol="0"/>
              <a:p>
                <a:pPr algn="ctr"/>
                <a:endParaRPr lang="zh-CN" altLang="en-US" sz="1400"/>
              </a:p>
            </p:txBody>
          </p:sp>
          <p:sp>
            <p:nvSpPr>
              <p:cNvPr id="400" name="path"/>
              <p:cNvSpPr/>
              <p:nvPr>
                <p:custDataLst>
                  <p:tags r:id="rId34"/>
                </p:custDataLst>
              </p:nvPr>
            </p:nvSpPr>
            <p:spPr>
              <a:xfrm>
                <a:off x="0" y="60959"/>
                <a:ext cx="33782" cy="35306"/>
              </a:xfrm>
              <a:custGeom>
                <a:avLst/>
                <a:gdLst/>
                <a:ahLst/>
                <a:cxnLst/>
                <a:rect l="0" t="0" r="0" b="0"/>
                <a:pathLst>
                  <a:path w="53" h="55">
                    <a:moveTo>
                      <a:pt x="1" y="11"/>
                    </a:moveTo>
                    <a:lnTo>
                      <a:pt x="26" y="11"/>
                    </a:lnTo>
                    <a:lnTo>
                      <a:pt x="26" y="1"/>
                    </a:lnTo>
                    <a:lnTo>
                      <a:pt x="51" y="27"/>
                    </a:lnTo>
                    <a:lnTo>
                      <a:pt x="26" y="54"/>
                    </a:lnTo>
                    <a:lnTo>
                      <a:pt x="26" y="43"/>
                    </a:lnTo>
                    <a:lnTo>
                      <a:pt x="1" y="43"/>
                    </a:lnTo>
                    <a:lnTo>
                      <a:pt x="1" y="11"/>
                    </a:lnTo>
                    <a:close/>
                  </a:path>
                </a:pathLst>
              </a:custGeom>
              <a:noFill/>
              <a:ln w="1778" cap="flat">
                <a:solidFill>
                  <a:srgbClr val="187DC5">
                    <a:alpha val="100000"/>
                  </a:srgbClr>
                </a:solidFill>
                <a:prstDash val="solid"/>
                <a:round/>
              </a:ln>
            </p:spPr>
            <p:txBody>
              <a:bodyPr rtlCol="0"/>
              <a:p>
                <a:pPr algn="ctr"/>
                <a:endParaRPr lang="zh-CN" altLang="en-US" sz="1400"/>
              </a:p>
            </p:txBody>
          </p:sp>
          <p:sp>
            <p:nvSpPr>
              <p:cNvPr id="402" name="path"/>
              <p:cNvSpPr/>
              <p:nvPr>
                <p:custDataLst>
                  <p:tags r:id="rId35"/>
                </p:custDataLst>
              </p:nvPr>
            </p:nvSpPr>
            <p:spPr>
              <a:xfrm>
                <a:off x="45084" y="889"/>
                <a:ext cx="144779" cy="156971"/>
              </a:xfrm>
              <a:custGeom>
                <a:avLst/>
                <a:gdLst/>
                <a:ahLst/>
                <a:cxnLst/>
                <a:rect l="0" t="0" r="0" b="0"/>
                <a:pathLst>
                  <a:path w="227" h="247">
                    <a:moveTo>
                      <a:pt x="0" y="21"/>
                    </a:moveTo>
                    <a:cubicBezTo>
                      <a:pt x="0" y="9"/>
                      <a:pt x="10" y="0"/>
                      <a:pt x="22" y="0"/>
                    </a:cubicBezTo>
                    <a:lnTo>
                      <a:pt x="205" y="0"/>
                    </a:lnTo>
                    <a:cubicBezTo>
                      <a:pt x="217" y="0"/>
                      <a:pt x="227" y="9"/>
                      <a:pt x="227" y="21"/>
                    </a:cubicBezTo>
                    <a:cubicBezTo>
                      <a:pt x="227" y="89"/>
                      <a:pt x="227" y="157"/>
                      <a:pt x="227" y="225"/>
                    </a:cubicBezTo>
                    <a:cubicBezTo>
                      <a:pt x="227" y="237"/>
                      <a:pt x="217" y="247"/>
                      <a:pt x="205" y="247"/>
                    </a:cubicBezTo>
                    <a:lnTo>
                      <a:pt x="22" y="247"/>
                    </a:lnTo>
                    <a:cubicBezTo>
                      <a:pt x="10" y="247"/>
                      <a:pt x="0" y="237"/>
                      <a:pt x="0" y="225"/>
                    </a:cubicBezTo>
                    <a:lnTo>
                      <a:pt x="0" y="21"/>
                    </a:lnTo>
                    <a:close/>
                  </a:path>
                </a:pathLst>
              </a:custGeom>
              <a:solidFill>
                <a:srgbClr val="187DC5">
                  <a:alpha val="100000"/>
                </a:srgbClr>
              </a:solidFill>
              <a:ln cap="flat">
                <a:noFill/>
                <a:prstDash val="solid"/>
                <a:miter lim="0"/>
              </a:ln>
            </p:spPr>
            <p:txBody>
              <a:bodyPr rtlCol="0"/>
              <a:p>
                <a:pPr algn="ctr"/>
                <a:endParaRPr lang="zh-CN" altLang="en-US" sz="1400"/>
              </a:p>
            </p:txBody>
          </p:sp>
          <p:sp>
            <p:nvSpPr>
              <p:cNvPr id="404" name="path"/>
              <p:cNvSpPr/>
              <p:nvPr>
                <p:custDataLst>
                  <p:tags r:id="rId36"/>
                </p:custDataLst>
              </p:nvPr>
            </p:nvSpPr>
            <p:spPr>
              <a:xfrm>
                <a:off x="44195" y="0"/>
                <a:ext cx="146558" cy="158750"/>
              </a:xfrm>
              <a:custGeom>
                <a:avLst/>
                <a:gdLst/>
                <a:ahLst/>
                <a:cxnLst/>
                <a:rect l="0" t="0" r="0" b="0"/>
                <a:pathLst>
                  <a:path w="230" h="250">
                    <a:moveTo>
                      <a:pt x="1" y="22"/>
                    </a:moveTo>
                    <a:cubicBezTo>
                      <a:pt x="1" y="10"/>
                      <a:pt x="11" y="1"/>
                      <a:pt x="24" y="1"/>
                    </a:cubicBezTo>
                    <a:lnTo>
                      <a:pt x="206" y="1"/>
                    </a:lnTo>
                    <a:cubicBezTo>
                      <a:pt x="219" y="1"/>
                      <a:pt x="229" y="10"/>
                      <a:pt x="229" y="22"/>
                    </a:cubicBezTo>
                    <a:cubicBezTo>
                      <a:pt x="229" y="90"/>
                      <a:pt x="229" y="158"/>
                      <a:pt x="229" y="227"/>
                    </a:cubicBezTo>
                    <a:cubicBezTo>
                      <a:pt x="229" y="238"/>
                      <a:pt x="219" y="248"/>
                      <a:pt x="206" y="248"/>
                    </a:cubicBezTo>
                    <a:lnTo>
                      <a:pt x="24" y="248"/>
                    </a:lnTo>
                    <a:cubicBezTo>
                      <a:pt x="11" y="248"/>
                      <a:pt x="1" y="238"/>
                      <a:pt x="1" y="227"/>
                    </a:cubicBezTo>
                    <a:lnTo>
                      <a:pt x="1" y="22"/>
                    </a:lnTo>
                    <a:close/>
                  </a:path>
                </a:pathLst>
              </a:custGeom>
              <a:noFill/>
              <a:ln w="1778" cap="flat">
                <a:solidFill>
                  <a:srgbClr val="187DC5">
                    <a:alpha val="100000"/>
                  </a:srgbClr>
                </a:solidFill>
                <a:prstDash val="solid"/>
                <a:miter lim="800000"/>
              </a:ln>
            </p:spPr>
            <p:txBody>
              <a:bodyPr rtlCol="0"/>
              <a:p>
                <a:pPr algn="ctr"/>
                <a:endParaRPr lang="zh-CN" altLang="en-US" sz="1400"/>
              </a:p>
            </p:txBody>
          </p:sp>
        </p:grpSp>
        <p:grpSp>
          <p:nvGrpSpPr>
            <p:cNvPr id="88" name="group 88"/>
            <p:cNvGrpSpPr/>
            <p:nvPr/>
          </p:nvGrpSpPr>
          <p:grpSpPr>
            <a:xfrm rot="21600000">
              <a:off x="4545" y="2717"/>
              <a:ext cx="298" cy="250"/>
              <a:chOff x="0" y="0"/>
              <a:chExt cx="189230" cy="158750"/>
            </a:xfrm>
          </p:grpSpPr>
          <p:sp>
            <p:nvSpPr>
              <p:cNvPr id="406" name="path"/>
              <p:cNvSpPr/>
              <p:nvPr>
                <p:custDataLst>
                  <p:tags r:id="rId37"/>
                </p:custDataLst>
              </p:nvPr>
            </p:nvSpPr>
            <p:spPr>
              <a:xfrm>
                <a:off x="889" y="61848"/>
                <a:ext cx="30479" cy="33528"/>
              </a:xfrm>
              <a:custGeom>
                <a:avLst/>
                <a:gdLst/>
                <a:ahLst/>
                <a:cxnLst/>
                <a:rect l="0" t="0" r="0" b="0"/>
                <a:pathLst>
                  <a:path w="47" h="52">
                    <a:moveTo>
                      <a:pt x="0" y="10"/>
                    </a:moveTo>
                    <a:lnTo>
                      <a:pt x="23" y="10"/>
                    </a:lnTo>
                    <a:lnTo>
                      <a:pt x="23" y="0"/>
                    </a:lnTo>
                    <a:lnTo>
                      <a:pt x="47" y="26"/>
                    </a:lnTo>
                    <a:lnTo>
                      <a:pt x="23" y="52"/>
                    </a:lnTo>
                    <a:lnTo>
                      <a:pt x="23" y="42"/>
                    </a:lnTo>
                    <a:lnTo>
                      <a:pt x="0" y="42"/>
                    </a:ln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187DC5">
                  <a:alpha val="100000"/>
                </a:srgbClr>
              </a:solidFill>
              <a:ln cap="flat">
                <a:noFill/>
                <a:prstDash val="solid"/>
                <a:miter lim="0"/>
              </a:ln>
            </p:spPr>
            <p:txBody>
              <a:bodyPr rtlCol="0"/>
              <a:p>
                <a:pPr algn="ctr"/>
                <a:endParaRPr lang="zh-CN" altLang="en-US" sz="1400"/>
              </a:p>
            </p:txBody>
          </p:sp>
          <p:sp>
            <p:nvSpPr>
              <p:cNvPr id="408" name="path"/>
              <p:cNvSpPr/>
              <p:nvPr>
                <p:custDataLst>
                  <p:tags r:id="rId38"/>
                </p:custDataLst>
              </p:nvPr>
            </p:nvSpPr>
            <p:spPr>
              <a:xfrm>
                <a:off x="0" y="60959"/>
                <a:ext cx="32258" cy="35306"/>
              </a:xfrm>
              <a:custGeom>
                <a:avLst/>
                <a:gdLst/>
                <a:ahLst/>
                <a:cxnLst/>
                <a:rect l="0" t="0" r="0" b="0"/>
                <a:pathLst>
                  <a:path w="50" h="55">
                    <a:moveTo>
                      <a:pt x="1" y="11"/>
                    </a:moveTo>
                    <a:lnTo>
                      <a:pt x="25" y="11"/>
                    </a:lnTo>
                    <a:lnTo>
                      <a:pt x="25" y="1"/>
                    </a:lnTo>
                    <a:lnTo>
                      <a:pt x="49" y="27"/>
                    </a:lnTo>
                    <a:lnTo>
                      <a:pt x="25" y="54"/>
                    </a:lnTo>
                    <a:lnTo>
                      <a:pt x="25" y="43"/>
                    </a:lnTo>
                    <a:lnTo>
                      <a:pt x="1" y="43"/>
                    </a:lnTo>
                    <a:lnTo>
                      <a:pt x="1" y="11"/>
                    </a:lnTo>
                    <a:close/>
                  </a:path>
                </a:pathLst>
              </a:custGeom>
              <a:noFill/>
              <a:ln w="1778" cap="flat">
                <a:solidFill>
                  <a:srgbClr val="187DC5">
                    <a:alpha val="100000"/>
                  </a:srgbClr>
                </a:solidFill>
                <a:prstDash val="solid"/>
                <a:round/>
              </a:ln>
            </p:spPr>
            <p:txBody>
              <a:bodyPr rtlCol="0"/>
              <a:p>
                <a:pPr algn="ctr"/>
                <a:endParaRPr lang="zh-CN" altLang="en-US" sz="1400"/>
              </a:p>
            </p:txBody>
          </p:sp>
          <p:sp>
            <p:nvSpPr>
              <p:cNvPr id="410" name="path"/>
              <p:cNvSpPr/>
              <p:nvPr>
                <p:custDataLst>
                  <p:tags r:id="rId39"/>
                </p:custDataLst>
              </p:nvPr>
            </p:nvSpPr>
            <p:spPr>
              <a:xfrm>
                <a:off x="43561" y="889"/>
                <a:ext cx="144780" cy="156971"/>
              </a:xfrm>
              <a:custGeom>
                <a:avLst/>
                <a:gdLst/>
                <a:ahLst/>
                <a:cxnLst/>
                <a:rect l="0" t="0" r="0" b="0"/>
                <a:pathLst>
                  <a:path w="228" h="247">
                    <a:moveTo>
                      <a:pt x="0" y="21"/>
                    </a:moveTo>
                    <a:cubicBezTo>
                      <a:pt x="0" y="9"/>
                      <a:pt x="10" y="0"/>
                      <a:pt x="22" y="0"/>
                    </a:cubicBezTo>
                    <a:lnTo>
                      <a:pt x="205" y="0"/>
                    </a:lnTo>
                    <a:cubicBezTo>
                      <a:pt x="217" y="0"/>
                      <a:pt x="228" y="9"/>
                      <a:pt x="228" y="21"/>
                    </a:cubicBezTo>
                    <a:cubicBezTo>
                      <a:pt x="228" y="89"/>
                      <a:pt x="228" y="157"/>
                      <a:pt x="228" y="225"/>
                    </a:cubicBezTo>
                    <a:cubicBezTo>
                      <a:pt x="228" y="237"/>
                      <a:pt x="217" y="247"/>
                      <a:pt x="205" y="247"/>
                    </a:cubicBezTo>
                    <a:lnTo>
                      <a:pt x="22" y="247"/>
                    </a:lnTo>
                    <a:cubicBezTo>
                      <a:pt x="10" y="247"/>
                      <a:pt x="0" y="237"/>
                      <a:pt x="0" y="225"/>
                    </a:cubicBezTo>
                    <a:lnTo>
                      <a:pt x="0" y="21"/>
                    </a:lnTo>
                    <a:close/>
                  </a:path>
                </a:pathLst>
              </a:custGeom>
              <a:solidFill>
                <a:srgbClr val="187DC5">
                  <a:alpha val="100000"/>
                </a:srgbClr>
              </a:solidFill>
              <a:ln cap="flat">
                <a:noFill/>
                <a:prstDash val="solid"/>
                <a:miter lim="0"/>
              </a:ln>
            </p:spPr>
            <p:txBody>
              <a:bodyPr rtlCol="0"/>
              <a:p>
                <a:pPr algn="ctr"/>
                <a:endParaRPr lang="zh-CN" altLang="en-US" sz="1400"/>
              </a:p>
            </p:txBody>
          </p:sp>
          <p:sp>
            <p:nvSpPr>
              <p:cNvPr id="412" name="path"/>
              <p:cNvSpPr/>
              <p:nvPr>
                <p:custDataLst>
                  <p:tags r:id="rId40"/>
                </p:custDataLst>
              </p:nvPr>
            </p:nvSpPr>
            <p:spPr>
              <a:xfrm>
                <a:off x="42672" y="0"/>
                <a:ext cx="146558" cy="158750"/>
              </a:xfrm>
              <a:custGeom>
                <a:avLst/>
                <a:gdLst/>
                <a:ahLst/>
                <a:cxnLst/>
                <a:rect l="0" t="0" r="0" b="0"/>
                <a:pathLst>
                  <a:path w="230" h="250">
                    <a:moveTo>
                      <a:pt x="1" y="22"/>
                    </a:moveTo>
                    <a:cubicBezTo>
                      <a:pt x="1" y="10"/>
                      <a:pt x="11" y="1"/>
                      <a:pt x="24" y="1"/>
                    </a:cubicBezTo>
                    <a:lnTo>
                      <a:pt x="206" y="1"/>
                    </a:lnTo>
                    <a:cubicBezTo>
                      <a:pt x="219" y="1"/>
                      <a:pt x="229" y="10"/>
                      <a:pt x="229" y="22"/>
                    </a:cubicBezTo>
                    <a:cubicBezTo>
                      <a:pt x="229" y="90"/>
                      <a:pt x="229" y="158"/>
                      <a:pt x="229" y="227"/>
                    </a:cubicBezTo>
                    <a:cubicBezTo>
                      <a:pt x="229" y="238"/>
                      <a:pt x="219" y="248"/>
                      <a:pt x="206" y="248"/>
                    </a:cubicBezTo>
                    <a:lnTo>
                      <a:pt x="24" y="248"/>
                    </a:lnTo>
                    <a:cubicBezTo>
                      <a:pt x="11" y="248"/>
                      <a:pt x="1" y="238"/>
                      <a:pt x="1" y="227"/>
                    </a:cubicBezTo>
                    <a:lnTo>
                      <a:pt x="1" y="22"/>
                    </a:lnTo>
                    <a:close/>
                  </a:path>
                </a:pathLst>
              </a:custGeom>
              <a:noFill/>
              <a:ln w="1778" cap="flat">
                <a:solidFill>
                  <a:srgbClr val="187DC5">
                    <a:alpha val="100000"/>
                  </a:srgbClr>
                </a:solidFill>
                <a:prstDash val="solid"/>
                <a:miter lim="800000"/>
              </a:ln>
            </p:spPr>
            <p:txBody>
              <a:bodyPr rtlCol="0"/>
              <a:p>
                <a:pPr algn="ctr"/>
                <a:endParaRPr lang="zh-CN" altLang="en-US" sz="1400"/>
              </a:p>
            </p:txBody>
          </p:sp>
        </p:grpSp>
        <p:grpSp>
          <p:nvGrpSpPr>
            <p:cNvPr id="90" name="group 90"/>
            <p:cNvGrpSpPr/>
            <p:nvPr/>
          </p:nvGrpSpPr>
          <p:grpSpPr>
            <a:xfrm rot="21600000">
              <a:off x="4865" y="2717"/>
              <a:ext cx="298" cy="250"/>
              <a:chOff x="0" y="0"/>
              <a:chExt cx="189230" cy="158750"/>
            </a:xfrm>
          </p:grpSpPr>
          <p:sp>
            <p:nvSpPr>
              <p:cNvPr id="414" name="path"/>
              <p:cNvSpPr/>
              <p:nvPr>
                <p:custDataLst>
                  <p:tags r:id="rId41"/>
                </p:custDataLst>
              </p:nvPr>
            </p:nvSpPr>
            <p:spPr>
              <a:xfrm>
                <a:off x="889" y="61848"/>
                <a:ext cx="30479" cy="33528"/>
              </a:xfrm>
              <a:custGeom>
                <a:avLst/>
                <a:gdLst/>
                <a:ahLst/>
                <a:cxnLst/>
                <a:rect l="0" t="0" r="0" b="0"/>
                <a:pathLst>
                  <a:path w="47" h="52">
                    <a:moveTo>
                      <a:pt x="0" y="10"/>
                    </a:moveTo>
                    <a:lnTo>
                      <a:pt x="23" y="10"/>
                    </a:lnTo>
                    <a:lnTo>
                      <a:pt x="23" y="0"/>
                    </a:lnTo>
                    <a:lnTo>
                      <a:pt x="47" y="26"/>
                    </a:lnTo>
                    <a:lnTo>
                      <a:pt x="23" y="52"/>
                    </a:lnTo>
                    <a:lnTo>
                      <a:pt x="23" y="42"/>
                    </a:lnTo>
                    <a:lnTo>
                      <a:pt x="0" y="42"/>
                    </a:ln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187DC5">
                  <a:alpha val="100000"/>
                </a:srgbClr>
              </a:solidFill>
              <a:ln cap="flat">
                <a:noFill/>
                <a:prstDash val="solid"/>
                <a:miter lim="0"/>
              </a:ln>
            </p:spPr>
            <p:txBody>
              <a:bodyPr rtlCol="0"/>
              <a:p>
                <a:pPr algn="ctr"/>
                <a:endParaRPr lang="zh-CN" altLang="en-US" sz="1400"/>
              </a:p>
            </p:txBody>
          </p:sp>
          <p:sp>
            <p:nvSpPr>
              <p:cNvPr id="416" name="path"/>
              <p:cNvSpPr/>
              <p:nvPr>
                <p:custDataLst>
                  <p:tags r:id="rId42"/>
                </p:custDataLst>
              </p:nvPr>
            </p:nvSpPr>
            <p:spPr>
              <a:xfrm>
                <a:off x="0" y="60959"/>
                <a:ext cx="32258" cy="35306"/>
              </a:xfrm>
              <a:custGeom>
                <a:avLst/>
                <a:gdLst/>
                <a:ahLst/>
                <a:cxnLst/>
                <a:rect l="0" t="0" r="0" b="0"/>
                <a:pathLst>
                  <a:path w="50" h="55">
                    <a:moveTo>
                      <a:pt x="1" y="11"/>
                    </a:moveTo>
                    <a:lnTo>
                      <a:pt x="25" y="11"/>
                    </a:lnTo>
                    <a:lnTo>
                      <a:pt x="25" y="1"/>
                    </a:lnTo>
                    <a:lnTo>
                      <a:pt x="49" y="27"/>
                    </a:lnTo>
                    <a:lnTo>
                      <a:pt x="25" y="54"/>
                    </a:lnTo>
                    <a:lnTo>
                      <a:pt x="25" y="43"/>
                    </a:lnTo>
                    <a:lnTo>
                      <a:pt x="1" y="43"/>
                    </a:lnTo>
                    <a:lnTo>
                      <a:pt x="1" y="11"/>
                    </a:lnTo>
                    <a:close/>
                  </a:path>
                </a:pathLst>
              </a:custGeom>
              <a:noFill/>
              <a:ln w="1778" cap="flat">
                <a:solidFill>
                  <a:srgbClr val="187DC5">
                    <a:alpha val="100000"/>
                  </a:srgbClr>
                </a:solidFill>
                <a:prstDash val="solid"/>
                <a:round/>
              </a:ln>
            </p:spPr>
            <p:txBody>
              <a:bodyPr rtlCol="0"/>
              <a:p>
                <a:pPr algn="ctr"/>
                <a:endParaRPr lang="zh-CN" altLang="en-US" sz="1400"/>
              </a:p>
            </p:txBody>
          </p:sp>
          <p:sp>
            <p:nvSpPr>
              <p:cNvPr id="418" name="path"/>
              <p:cNvSpPr/>
              <p:nvPr>
                <p:custDataLst>
                  <p:tags r:id="rId43"/>
                </p:custDataLst>
              </p:nvPr>
            </p:nvSpPr>
            <p:spPr>
              <a:xfrm>
                <a:off x="43561" y="889"/>
                <a:ext cx="144779" cy="156971"/>
              </a:xfrm>
              <a:custGeom>
                <a:avLst/>
                <a:gdLst/>
                <a:ahLst/>
                <a:cxnLst/>
                <a:rect l="0" t="0" r="0" b="0"/>
                <a:pathLst>
                  <a:path w="227" h="247">
                    <a:moveTo>
                      <a:pt x="0" y="21"/>
                    </a:moveTo>
                    <a:cubicBezTo>
                      <a:pt x="0" y="9"/>
                      <a:pt x="10" y="0"/>
                      <a:pt x="22" y="0"/>
                    </a:cubicBezTo>
                    <a:lnTo>
                      <a:pt x="205" y="0"/>
                    </a:lnTo>
                    <a:cubicBezTo>
                      <a:pt x="217" y="0"/>
                      <a:pt x="227" y="9"/>
                      <a:pt x="227" y="21"/>
                    </a:cubicBezTo>
                    <a:cubicBezTo>
                      <a:pt x="227" y="89"/>
                      <a:pt x="227" y="157"/>
                      <a:pt x="227" y="225"/>
                    </a:cubicBezTo>
                    <a:cubicBezTo>
                      <a:pt x="227" y="237"/>
                      <a:pt x="217" y="247"/>
                      <a:pt x="205" y="247"/>
                    </a:cubicBezTo>
                    <a:lnTo>
                      <a:pt x="22" y="247"/>
                    </a:lnTo>
                    <a:cubicBezTo>
                      <a:pt x="10" y="247"/>
                      <a:pt x="0" y="237"/>
                      <a:pt x="0" y="225"/>
                    </a:cubicBezTo>
                    <a:lnTo>
                      <a:pt x="0" y="21"/>
                    </a:lnTo>
                    <a:close/>
                  </a:path>
                </a:pathLst>
              </a:custGeom>
              <a:solidFill>
                <a:srgbClr val="187DC5">
                  <a:alpha val="100000"/>
                </a:srgbClr>
              </a:solidFill>
              <a:ln cap="flat">
                <a:noFill/>
                <a:prstDash val="solid"/>
                <a:miter lim="0"/>
              </a:ln>
            </p:spPr>
            <p:txBody>
              <a:bodyPr rtlCol="0"/>
              <a:p>
                <a:pPr algn="ctr"/>
                <a:endParaRPr lang="zh-CN" altLang="en-US" sz="1400"/>
              </a:p>
            </p:txBody>
          </p:sp>
          <p:sp>
            <p:nvSpPr>
              <p:cNvPr id="420" name="path"/>
              <p:cNvSpPr/>
              <p:nvPr>
                <p:custDataLst>
                  <p:tags r:id="rId44"/>
                </p:custDataLst>
              </p:nvPr>
            </p:nvSpPr>
            <p:spPr>
              <a:xfrm>
                <a:off x="42672" y="0"/>
                <a:ext cx="146558" cy="158750"/>
              </a:xfrm>
              <a:custGeom>
                <a:avLst/>
                <a:gdLst/>
                <a:ahLst/>
                <a:cxnLst/>
                <a:rect l="0" t="0" r="0" b="0"/>
                <a:pathLst>
                  <a:path w="230" h="250">
                    <a:moveTo>
                      <a:pt x="1" y="22"/>
                    </a:moveTo>
                    <a:cubicBezTo>
                      <a:pt x="1" y="10"/>
                      <a:pt x="11" y="1"/>
                      <a:pt x="24" y="1"/>
                    </a:cubicBezTo>
                    <a:lnTo>
                      <a:pt x="206" y="1"/>
                    </a:lnTo>
                    <a:cubicBezTo>
                      <a:pt x="219" y="1"/>
                      <a:pt x="229" y="10"/>
                      <a:pt x="229" y="22"/>
                    </a:cubicBezTo>
                    <a:cubicBezTo>
                      <a:pt x="229" y="90"/>
                      <a:pt x="229" y="158"/>
                      <a:pt x="229" y="227"/>
                    </a:cubicBezTo>
                    <a:cubicBezTo>
                      <a:pt x="229" y="238"/>
                      <a:pt x="219" y="248"/>
                      <a:pt x="206" y="248"/>
                    </a:cubicBezTo>
                    <a:lnTo>
                      <a:pt x="24" y="248"/>
                    </a:lnTo>
                    <a:cubicBezTo>
                      <a:pt x="11" y="248"/>
                      <a:pt x="1" y="238"/>
                      <a:pt x="1" y="227"/>
                    </a:cubicBezTo>
                    <a:lnTo>
                      <a:pt x="1" y="22"/>
                    </a:lnTo>
                    <a:close/>
                  </a:path>
                </a:pathLst>
              </a:custGeom>
              <a:noFill/>
              <a:ln w="1778" cap="flat">
                <a:solidFill>
                  <a:srgbClr val="187DC5">
                    <a:alpha val="100000"/>
                  </a:srgbClr>
                </a:solidFill>
                <a:prstDash val="solid"/>
                <a:miter lim="800000"/>
              </a:ln>
            </p:spPr>
            <p:txBody>
              <a:bodyPr rtlCol="0"/>
              <a:p>
                <a:pPr algn="ctr"/>
                <a:endParaRPr lang="zh-CN" altLang="en-US" sz="1400"/>
              </a:p>
            </p:txBody>
          </p:sp>
        </p:grpSp>
        <p:grpSp>
          <p:nvGrpSpPr>
            <p:cNvPr id="92" name="group 92"/>
            <p:cNvGrpSpPr/>
            <p:nvPr/>
          </p:nvGrpSpPr>
          <p:grpSpPr>
            <a:xfrm rot="21600000">
              <a:off x="6146" y="3098"/>
              <a:ext cx="300" cy="245"/>
              <a:chOff x="0" y="0"/>
              <a:chExt cx="190754" cy="155702"/>
            </a:xfrm>
          </p:grpSpPr>
          <p:sp>
            <p:nvSpPr>
              <p:cNvPr id="422" name="path"/>
              <p:cNvSpPr/>
              <p:nvPr>
                <p:custDataLst>
                  <p:tags r:id="rId45"/>
                </p:custDataLst>
              </p:nvPr>
            </p:nvSpPr>
            <p:spPr>
              <a:xfrm>
                <a:off x="889" y="61848"/>
                <a:ext cx="32004" cy="33528"/>
              </a:xfrm>
              <a:custGeom>
                <a:avLst/>
                <a:gdLst/>
                <a:ahLst/>
                <a:cxnLst/>
                <a:rect l="0" t="0" r="0" b="0"/>
                <a:pathLst>
                  <a:path w="50" h="52">
                    <a:moveTo>
                      <a:pt x="0" y="10"/>
                    </a:moveTo>
                    <a:lnTo>
                      <a:pt x="25" y="10"/>
                    </a:lnTo>
                    <a:lnTo>
                      <a:pt x="25" y="0"/>
                    </a:lnTo>
                    <a:lnTo>
                      <a:pt x="50" y="26"/>
                    </a:lnTo>
                    <a:lnTo>
                      <a:pt x="25" y="52"/>
                    </a:lnTo>
                    <a:lnTo>
                      <a:pt x="25" y="42"/>
                    </a:lnTo>
                    <a:lnTo>
                      <a:pt x="0" y="42"/>
                    </a:ln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187DC5">
                  <a:alpha val="100000"/>
                </a:srgbClr>
              </a:solidFill>
              <a:ln cap="flat">
                <a:noFill/>
                <a:prstDash val="solid"/>
                <a:miter lim="0"/>
              </a:ln>
            </p:spPr>
            <p:txBody>
              <a:bodyPr rtlCol="0"/>
              <a:p>
                <a:pPr algn="ctr"/>
                <a:endParaRPr lang="zh-CN" altLang="en-US" sz="1400"/>
              </a:p>
            </p:txBody>
          </p:sp>
          <p:sp>
            <p:nvSpPr>
              <p:cNvPr id="424" name="path"/>
              <p:cNvSpPr/>
              <p:nvPr>
                <p:custDataLst>
                  <p:tags r:id="rId46"/>
                </p:custDataLst>
              </p:nvPr>
            </p:nvSpPr>
            <p:spPr>
              <a:xfrm>
                <a:off x="0" y="60959"/>
                <a:ext cx="33782" cy="35306"/>
              </a:xfrm>
              <a:custGeom>
                <a:avLst/>
                <a:gdLst/>
                <a:ahLst/>
                <a:cxnLst/>
                <a:rect l="0" t="0" r="0" b="0"/>
                <a:pathLst>
                  <a:path w="53" h="55">
                    <a:moveTo>
                      <a:pt x="1" y="12"/>
                    </a:moveTo>
                    <a:lnTo>
                      <a:pt x="26" y="12"/>
                    </a:lnTo>
                    <a:lnTo>
                      <a:pt x="26" y="1"/>
                    </a:lnTo>
                    <a:lnTo>
                      <a:pt x="51" y="27"/>
                    </a:lnTo>
                    <a:lnTo>
                      <a:pt x="26" y="54"/>
                    </a:lnTo>
                    <a:lnTo>
                      <a:pt x="26" y="43"/>
                    </a:lnTo>
                    <a:lnTo>
                      <a:pt x="1" y="43"/>
                    </a:lnTo>
                    <a:lnTo>
                      <a:pt x="1" y="12"/>
                    </a:lnTo>
                    <a:close/>
                  </a:path>
                </a:pathLst>
              </a:custGeom>
              <a:noFill/>
              <a:ln w="1778" cap="flat">
                <a:solidFill>
                  <a:srgbClr val="187DC5">
                    <a:alpha val="100000"/>
                  </a:srgbClr>
                </a:solidFill>
                <a:prstDash val="solid"/>
                <a:round/>
              </a:ln>
            </p:spPr>
            <p:txBody>
              <a:bodyPr rtlCol="0"/>
              <a:p>
                <a:pPr algn="ctr"/>
                <a:endParaRPr lang="zh-CN" altLang="en-US" sz="1400"/>
              </a:p>
            </p:txBody>
          </p:sp>
          <p:sp>
            <p:nvSpPr>
              <p:cNvPr id="426" name="path"/>
              <p:cNvSpPr/>
              <p:nvPr>
                <p:custDataLst>
                  <p:tags r:id="rId47"/>
                </p:custDataLst>
              </p:nvPr>
            </p:nvSpPr>
            <p:spPr>
              <a:xfrm>
                <a:off x="45085" y="889"/>
                <a:ext cx="144780" cy="153923"/>
              </a:xfrm>
              <a:custGeom>
                <a:avLst/>
                <a:gdLst/>
                <a:ahLst/>
                <a:cxnLst/>
                <a:rect l="0" t="0" r="0" b="0"/>
                <a:pathLst>
                  <a:path w="228" h="242">
                    <a:moveTo>
                      <a:pt x="0" y="21"/>
                    </a:moveTo>
                    <a:cubicBezTo>
                      <a:pt x="0" y="9"/>
                      <a:pt x="10" y="0"/>
                      <a:pt x="22" y="0"/>
                    </a:cubicBezTo>
                    <a:lnTo>
                      <a:pt x="205" y="0"/>
                    </a:lnTo>
                    <a:cubicBezTo>
                      <a:pt x="217" y="0"/>
                      <a:pt x="228" y="9"/>
                      <a:pt x="228" y="21"/>
                    </a:cubicBezTo>
                    <a:cubicBezTo>
                      <a:pt x="228" y="88"/>
                      <a:pt x="228" y="154"/>
                      <a:pt x="228" y="220"/>
                    </a:cubicBezTo>
                    <a:cubicBezTo>
                      <a:pt x="228" y="232"/>
                      <a:pt x="217" y="242"/>
                      <a:pt x="205" y="242"/>
                    </a:cubicBezTo>
                    <a:lnTo>
                      <a:pt x="22" y="242"/>
                    </a:lnTo>
                    <a:cubicBezTo>
                      <a:pt x="10" y="242"/>
                      <a:pt x="0" y="232"/>
                      <a:pt x="0" y="220"/>
                    </a:cubicBezTo>
                    <a:lnTo>
                      <a:pt x="0" y="21"/>
                    </a:lnTo>
                    <a:close/>
                  </a:path>
                </a:pathLst>
              </a:custGeom>
              <a:solidFill>
                <a:srgbClr val="187DC5">
                  <a:alpha val="100000"/>
                </a:srgbClr>
              </a:solidFill>
              <a:ln cap="flat">
                <a:noFill/>
                <a:prstDash val="solid"/>
                <a:miter lim="0"/>
              </a:ln>
            </p:spPr>
            <p:txBody>
              <a:bodyPr rtlCol="0"/>
              <a:p>
                <a:pPr algn="ctr"/>
                <a:endParaRPr lang="zh-CN" altLang="en-US" sz="1400"/>
              </a:p>
            </p:txBody>
          </p:sp>
          <p:sp>
            <p:nvSpPr>
              <p:cNvPr id="428" name="path"/>
              <p:cNvSpPr/>
              <p:nvPr>
                <p:custDataLst>
                  <p:tags r:id="rId48"/>
                </p:custDataLst>
              </p:nvPr>
            </p:nvSpPr>
            <p:spPr>
              <a:xfrm>
                <a:off x="44196" y="0"/>
                <a:ext cx="146558" cy="155702"/>
              </a:xfrm>
              <a:custGeom>
                <a:avLst/>
                <a:gdLst/>
                <a:ahLst/>
                <a:cxnLst/>
                <a:rect l="0" t="0" r="0" b="0"/>
                <a:pathLst>
                  <a:path w="230" h="245">
                    <a:moveTo>
                      <a:pt x="1" y="22"/>
                    </a:moveTo>
                    <a:cubicBezTo>
                      <a:pt x="1" y="11"/>
                      <a:pt x="11" y="1"/>
                      <a:pt x="24" y="1"/>
                    </a:cubicBezTo>
                    <a:lnTo>
                      <a:pt x="206" y="1"/>
                    </a:lnTo>
                    <a:cubicBezTo>
                      <a:pt x="219" y="1"/>
                      <a:pt x="229" y="11"/>
                      <a:pt x="229" y="22"/>
                    </a:cubicBezTo>
                    <a:cubicBezTo>
                      <a:pt x="229" y="89"/>
                      <a:pt x="229" y="155"/>
                      <a:pt x="229" y="222"/>
                    </a:cubicBezTo>
                    <a:cubicBezTo>
                      <a:pt x="229" y="234"/>
                      <a:pt x="219" y="243"/>
                      <a:pt x="206" y="243"/>
                    </a:cubicBezTo>
                    <a:lnTo>
                      <a:pt x="24" y="243"/>
                    </a:lnTo>
                    <a:cubicBezTo>
                      <a:pt x="11" y="243"/>
                      <a:pt x="1" y="234"/>
                      <a:pt x="1" y="222"/>
                    </a:cubicBezTo>
                    <a:lnTo>
                      <a:pt x="1" y="22"/>
                    </a:lnTo>
                    <a:close/>
                  </a:path>
                </a:pathLst>
              </a:custGeom>
              <a:noFill/>
              <a:ln w="1778" cap="flat">
                <a:solidFill>
                  <a:srgbClr val="187DC5">
                    <a:alpha val="100000"/>
                  </a:srgbClr>
                </a:solidFill>
                <a:prstDash val="solid"/>
                <a:miter lim="800000"/>
              </a:ln>
            </p:spPr>
            <p:txBody>
              <a:bodyPr rtlCol="0"/>
              <a:p>
                <a:pPr algn="ctr"/>
                <a:endParaRPr lang="zh-CN" altLang="en-US" sz="1400"/>
              </a:p>
            </p:txBody>
          </p:sp>
        </p:grpSp>
        <p:grpSp>
          <p:nvGrpSpPr>
            <p:cNvPr id="94" name="group 94"/>
            <p:cNvGrpSpPr/>
            <p:nvPr/>
          </p:nvGrpSpPr>
          <p:grpSpPr>
            <a:xfrm rot="21600000">
              <a:off x="4553" y="3098"/>
              <a:ext cx="298" cy="245"/>
              <a:chOff x="0" y="0"/>
              <a:chExt cx="189230" cy="155702"/>
            </a:xfrm>
          </p:grpSpPr>
          <p:sp>
            <p:nvSpPr>
              <p:cNvPr id="432" name="path"/>
              <p:cNvSpPr/>
              <p:nvPr>
                <p:custDataLst>
                  <p:tags r:id="rId49"/>
                </p:custDataLst>
              </p:nvPr>
            </p:nvSpPr>
            <p:spPr>
              <a:xfrm>
                <a:off x="889" y="61848"/>
                <a:ext cx="30480" cy="33528"/>
              </a:xfrm>
              <a:custGeom>
                <a:avLst/>
                <a:gdLst/>
                <a:ahLst/>
                <a:cxnLst/>
                <a:rect l="0" t="0" r="0" b="0"/>
                <a:pathLst>
                  <a:path w="48" h="52">
                    <a:moveTo>
                      <a:pt x="0" y="10"/>
                    </a:moveTo>
                    <a:lnTo>
                      <a:pt x="23" y="10"/>
                    </a:lnTo>
                    <a:lnTo>
                      <a:pt x="23" y="0"/>
                    </a:lnTo>
                    <a:lnTo>
                      <a:pt x="48" y="26"/>
                    </a:lnTo>
                    <a:lnTo>
                      <a:pt x="23" y="52"/>
                    </a:lnTo>
                    <a:lnTo>
                      <a:pt x="23" y="42"/>
                    </a:lnTo>
                    <a:lnTo>
                      <a:pt x="0" y="42"/>
                    </a:ln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187DC5">
                  <a:alpha val="100000"/>
                </a:srgbClr>
              </a:solidFill>
              <a:ln cap="flat">
                <a:noFill/>
                <a:prstDash val="solid"/>
                <a:miter lim="0"/>
              </a:ln>
            </p:spPr>
            <p:txBody>
              <a:bodyPr rtlCol="0"/>
              <a:p>
                <a:pPr algn="ctr"/>
                <a:endParaRPr lang="zh-CN" altLang="en-US" sz="1400"/>
              </a:p>
            </p:txBody>
          </p:sp>
          <p:sp>
            <p:nvSpPr>
              <p:cNvPr id="434" name="path"/>
              <p:cNvSpPr/>
              <p:nvPr>
                <p:custDataLst>
                  <p:tags r:id="rId50"/>
                </p:custDataLst>
              </p:nvPr>
            </p:nvSpPr>
            <p:spPr>
              <a:xfrm>
                <a:off x="0" y="60959"/>
                <a:ext cx="32258" cy="35306"/>
              </a:xfrm>
              <a:custGeom>
                <a:avLst/>
                <a:gdLst/>
                <a:ahLst/>
                <a:cxnLst/>
                <a:rect l="0" t="0" r="0" b="0"/>
                <a:pathLst>
                  <a:path w="50" h="55">
                    <a:moveTo>
                      <a:pt x="1" y="12"/>
                    </a:moveTo>
                    <a:lnTo>
                      <a:pt x="25" y="12"/>
                    </a:lnTo>
                    <a:lnTo>
                      <a:pt x="25" y="1"/>
                    </a:lnTo>
                    <a:lnTo>
                      <a:pt x="49" y="27"/>
                    </a:lnTo>
                    <a:lnTo>
                      <a:pt x="25" y="54"/>
                    </a:lnTo>
                    <a:lnTo>
                      <a:pt x="25" y="43"/>
                    </a:lnTo>
                    <a:lnTo>
                      <a:pt x="1" y="43"/>
                    </a:lnTo>
                    <a:lnTo>
                      <a:pt x="1" y="12"/>
                    </a:lnTo>
                    <a:close/>
                  </a:path>
                </a:pathLst>
              </a:custGeom>
              <a:noFill/>
              <a:ln w="1778" cap="flat">
                <a:solidFill>
                  <a:srgbClr val="187DC5">
                    <a:alpha val="100000"/>
                  </a:srgbClr>
                </a:solidFill>
                <a:prstDash val="solid"/>
                <a:round/>
              </a:ln>
            </p:spPr>
            <p:txBody>
              <a:bodyPr rtlCol="0"/>
              <a:p>
                <a:pPr algn="ctr"/>
                <a:endParaRPr lang="zh-CN" altLang="en-US" sz="1400"/>
              </a:p>
            </p:txBody>
          </p:sp>
          <p:sp>
            <p:nvSpPr>
              <p:cNvPr id="436" name="path"/>
              <p:cNvSpPr/>
              <p:nvPr>
                <p:custDataLst>
                  <p:tags r:id="rId51"/>
                </p:custDataLst>
              </p:nvPr>
            </p:nvSpPr>
            <p:spPr>
              <a:xfrm>
                <a:off x="45085" y="889"/>
                <a:ext cx="143255" cy="153923"/>
              </a:xfrm>
              <a:custGeom>
                <a:avLst/>
                <a:gdLst/>
                <a:ahLst/>
                <a:cxnLst/>
                <a:rect l="0" t="0" r="0" b="0"/>
                <a:pathLst>
                  <a:path w="225" h="242">
                    <a:moveTo>
                      <a:pt x="0" y="21"/>
                    </a:moveTo>
                    <a:cubicBezTo>
                      <a:pt x="0" y="9"/>
                      <a:pt x="10" y="0"/>
                      <a:pt x="22" y="0"/>
                    </a:cubicBezTo>
                    <a:lnTo>
                      <a:pt x="202" y="0"/>
                    </a:lnTo>
                    <a:cubicBezTo>
                      <a:pt x="215" y="0"/>
                      <a:pt x="225" y="9"/>
                      <a:pt x="225" y="21"/>
                    </a:cubicBezTo>
                    <a:cubicBezTo>
                      <a:pt x="225" y="88"/>
                      <a:pt x="225" y="154"/>
                      <a:pt x="225" y="220"/>
                    </a:cubicBezTo>
                    <a:cubicBezTo>
                      <a:pt x="225" y="232"/>
                      <a:pt x="215" y="242"/>
                      <a:pt x="202" y="242"/>
                    </a:cubicBezTo>
                    <a:lnTo>
                      <a:pt x="22" y="242"/>
                    </a:lnTo>
                    <a:cubicBezTo>
                      <a:pt x="10" y="242"/>
                      <a:pt x="0" y="232"/>
                      <a:pt x="0" y="220"/>
                    </a:cubicBezTo>
                    <a:lnTo>
                      <a:pt x="0" y="21"/>
                    </a:lnTo>
                    <a:close/>
                  </a:path>
                </a:pathLst>
              </a:custGeom>
              <a:solidFill>
                <a:srgbClr val="187DC5">
                  <a:alpha val="100000"/>
                </a:srgbClr>
              </a:solidFill>
              <a:ln cap="flat">
                <a:noFill/>
                <a:prstDash val="solid"/>
                <a:miter lim="0"/>
              </a:ln>
            </p:spPr>
            <p:txBody>
              <a:bodyPr rtlCol="0"/>
              <a:p>
                <a:pPr algn="ctr"/>
                <a:endParaRPr lang="zh-CN" altLang="en-US" sz="1400"/>
              </a:p>
            </p:txBody>
          </p:sp>
          <p:sp>
            <p:nvSpPr>
              <p:cNvPr id="438" name="path"/>
              <p:cNvSpPr/>
              <p:nvPr>
                <p:custDataLst>
                  <p:tags r:id="rId52"/>
                </p:custDataLst>
              </p:nvPr>
            </p:nvSpPr>
            <p:spPr>
              <a:xfrm>
                <a:off x="44196" y="0"/>
                <a:ext cx="145033" cy="155702"/>
              </a:xfrm>
              <a:custGeom>
                <a:avLst/>
                <a:gdLst/>
                <a:ahLst/>
                <a:cxnLst/>
                <a:rect l="0" t="0" r="0" b="0"/>
                <a:pathLst>
                  <a:path w="228" h="245">
                    <a:moveTo>
                      <a:pt x="1" y="22"/>
                    </a:moveTo>
                    <a:cubicBezTo>
                      <a:pt x="1" y="11"/>
                      <a:pt x="11" y="1"/>
                      <a:pt x="23" y="1"/>
                    </a:cubicBezTo>
                    <a:lnTo>
                      <a:pt x="204" y="1"/>
                    </a:lnTo>
                    <a:cubicBezTo>
                      <a:pt x="216" y="1"/>
                      <a:pt x="226" y="11"/>
                      <a:pt x="226" y="22"/>
                    </a:cubicBezTo>
                    <a:cubicBezTo>
                      <a:pt x="226" y="89"/>
                      <a:pt x="226" y="155"/>
                      <a:pt x="226" y="222"/>
                    </a:cubicBezTo>
                    <a:cubicBezTo>
                      <a:pt x="226" y="234"/>
                      <a:pt x="216" y="243"/>
                      <a:pt x="204" y="243"/>
                    </a:cubicBezTo>
                    <a:lnTo>
                      <a:pt x="23" y="243"/>
                    </a:lnTo>
                    <a:cubicBezTo>
                      <a:pt x="11" y="243"/>
                      <a:pt x="1" y="234"/>
                      <a:pt x="1" y="222"/>
                    </a:cubicBezTo>
                    <a:lnTo>
                      <a:pt x="1" y="22"/>
                    </a:lnTo>
                    <a:close/>
                  </a:path>
                </a:pathLst>
              </a:custGeom>
              <a:noFill/>
              <a:ln w="1778" cap="flat">
                <a:solidFill>
                  <a:srgbClr val="187DC5">
                    <a:alpha val="100000"/>
                  </a:srgbClr>
                </a:solidFill>
                <a:prstDash val="solid"/>
                <a:miter lim="800000"/>
              </a:ln>
            </p:spPr>
            <p:txBody>
              <a:bodyPr rtlCol="0"/>
              <a:p>
                <a:pPr algn="ctr"/>
                <a:endParaRPr lang="zh-CN" altLang="en-US" sz="1400"/>
              </a:p>
            </p:txBody>
          </p:sp>
        </p:grpSp>
        <p:grpSp>
          <p:nvGrpSpPr>
            <p:cNvPr id="96" name="group 96"/>
            <p:cNvGrpSpPr/>
            <p:nvPr/>
          </p:nvGrpSpPr>
          <p:grpSpPr>
            <a:xfrm rot="21600000">
              <a:off x="5829" y="3098"/>
              <a:ext cx="298" cy="245"/>
              <a:chOff x="0" y="0"/>
              <a:chExt cx="189229" cy="155702"/>
            </a:xfrm>
          </p:grpSpPr>
          <p:sp>
            <p:nvSpPr>
              <p:cNvPr id="440" name="path"/>
              <p:cNvSpPr/>
              <p:nvPr>
                <p:custDataLst>
                  <p:tags r:id="rId53"/>
                </p:custDataLst>
              </p:nvPr>
            </p:nvSpPr>
            <p:spPr>
              <a:xfrm>
                <a:off x="889" y="61848"/>
                <a:ext cx="30479" cy="33528"/>
              </a:xfrm>
              <a:custGeom>
                <a:avLst/>
                <a:gdLst/>
                <a:ahLst/>
                <a:cxnLst/>
                <a:rect l="0" t="0" r="0" b="0"/>
                <a:pathLst>
                  <a:path w="47" h="52">
                    <a:moveTo>
                      <a:pt x="0" y="10"/>
                    </a:moveTo>
                    <a:lnTo>
                      <a:pt x="24" y="10"/>
                    </a:lnTo>
                    <a:lnTo>
                      <a:pt x="24" y="0"/>
                    </a:lnTo>
                    <a:lnTo>
                      <a:pt x="47" y="26"/>
                    </a:lnTo>
                    <a:lnTo>
                      <a:pt x="24" y="52"/>
                    </a:lnTo>
                    <a:lnTo>
                      <a:pt x="24" y="42"/>
                    </a:lnTo>
                    <a:lnTo>
                      <a:pt x="0" y="42"/>
                    </a:ln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187DC5">
                  <a:alpha val="100000"/>
                </a:srgbClr>
              </a:solidFill>
              <a:ln cap="flat">
                <a:noFill/>
                <a:prstDash val="solid"/>
                <a:miter lim="0"/>
              </a:ln>
            </p:spPr>
            <p:txBody>
              <a:bodyPr rtlCol="0"/>
              <a:p>
                <a:pPr algn="ctr"/>
                <a:endParaRPr lang="zh-CN" altLang="en-US" sz="1400"/>
              </a:p>
            </p:txBody>
          </p:sp>
          <p:sp>
            <p:nvSpPr>
              <p:cNvPr id="442" name="path"/>
              <p:cNvSpPr/>
              <p:nvPr>
                <p:custDataLst>
                  <p:tags r:id="rId54"/>
                </p:custDataLst>
              </p:nvPr>
            </p:nvSpPr>
            <p:spPr>
              <a:xfrm>
                <a:off x="0" y="60959"/>
                <a:ext cx="32258" cy="35306"/>
              </a:xfrm>
              <a:custGeom>
                <a:avLst/>
                <a:gdLst/>
                <a:ahLst/>
                <a:cxnLst/>
                <a:rect l="0" t="0" r="0" b="0"/>
                <a:pathLst>
                  <a:path w="50" h="55">
                    <a:moveTo>
                      <a:pt x="1" y="12"/>
                    </a:moveTo>
                    <a:lnTo>
                      <a:pt x="25" y="12"/>
                    </a:lnTo>
                    <a:lnTo>
                      <a:pt x="25" y="1"/>
                    </a:lnTo>
                    <a:lnTo>
                      <a:pt x="49" y="27"/>
                    </a:lnTo>
                    <a:lnTo>
                      <a:pt x="25" y="54"/>
                    </a:lnTo>
                    <a:lnTo>
                      <a:pt x="25" y="43"/>
                    </a:lnTo>
                    <a:lnTo>
                      <a:pt x="1" y="43"/>
                    </a:lnTo>
                    <a:lnTo>
                      <a:pt x="1" y="12"/>
                    </a:lnTo>
                    <a:close/>
                  </a:path>
                </a:pathLst>
              </a:custGeom>
              <a:noFill/>
              <a:ln w="1778" cap="flat">
                <a:solidFill>
                  <a:srgbClr val="187DC5">
                    <a:alpha val="100000"/>
                  </a:srgbClr>
                </a:solidFill>
                <a:prstDash val="solid"/>
                <a:round/>
              </a:ln>
            </p:spPr>
            <p:txBody>
              <a:bodyPr rtlCol="0"/>
              <a:p>
                <a:pPr algn="ctr"/>
                <a:endParaRPr lang="zh-CN" altLang="en-US" sz="1400"/>
              </a:p>
            </p:txBody>
          </p:sp>
          <p:sp>
            <p:nvSpPr>
              <p:cNvPr id="444" name="path"/>
              <p:cNvSpPr/>
              <p:nvPr>
                <p:custDataLst>
                  <p:tags r:id="rId55"/>
                </p:custDataLst>
              </p:nvPr>
            </p:nvSpPr>
            <p:spPr>
              <a:xfrm>
                <a:off x="43560" y="889"/>
                <a:ext cx="144779" cy="153923"/>
              </a:xfrm>
              <a:custGeom>
                <a:avLst/>
                <a:gdLst/>
                <a:ahLst/>
                <a:cxnLst/>
                <a:rect l="0" t="0" r="0" b="0"/>
                <a:pathLst>
                  <a:path w="227" h="242">
                    <a:moveTo>
                      <a:pt x="0" y="21"/>
                    </a:moveTo>
                    <a:cubicBezTo>
                      <a:pt x="0" y="9"/>
                      <a:pt x="10" y="0"/>
                      <a:pt x="22" y="0"/>
                    </a:cubicBezTo>
                    <a:lnTo>
                      <a:pt x="205" y="0"/>
                    </a:lnTo>
                    <a:cubicBezTo>
                      <a:pt x="217" y="0"/>
                      <a:pt x="227" y="9"/>
                      <a:pt x="227" y="21"/>
                    </a:cubicBezTo>
                    <a:cubicBezTo>
                      <a:pt x="227" y="88"/>
                      <a:pt x="227" y="154"/>
                      <a:pt x="227" y="220"/>
                    </a:cubicBezTo>
                    <a:cubicBezTo>
                      <a:pt x="227" y="232"/>
                      <a:pt x="217" y="242"/>
                      <a:pt x="205" y="242"/>
                    </a:cubicBezTo>
                    <a:lnTo>
                      <a:pt x="22" y="242"/>
                    </a:lnTo>
                    <a:cubicBezTo>
                      <a:pt x="10" y="242"/>
                      <a:pt x="0" y="232"/>
                      <a:pt x="0" y="220"/>
                    </a:cubicBezTo>
                    <a:lnTo>
                      <a:pt x="0" y="21"/>
                    </a:lnTo>
                    <a:close/>
                  </a:path>
                </a:pathLst>
              </a:custGeom>
              <a:solidFill>
                <a:srgbClr val="187DC5">
                  <a:alpha val="100000"/>
                </a:srgbClr>
              </a:solidFill>
              <a:ln cap="flat">
                <a:noFill/>
                <a:prstDash val="solid"/>
                <a:miter lim="0"/>
              </a:ln>
            </p:spPr>
            <p:txBody>
              <a:bodyPr rtlCol="0"/>
              <a:p>
                <a:pPr algn="ctr"/>
                <a:endParaRPr lang="zh-CN" altLang="en-US" sz="1400"/>
              </a:p>
            </p:txBody>
          </p:sp>
          <p:sp>
            <p:nvSpPr>
              <p:cNvPr id="446" name="path"/>
              <p:cNvSpPr/>
              <p:nvPr>
                <p:custDataLst>
                  <p:tags r:id="rId56"/>
                </p:custDataLst>
              </p:nvPr>
            </p:nvSpPr>
            <p:spPr>
              <a:xfrm>
                <a:off x="42671" y="0"/>
                <a:ext cx="146558" cy="155702"/>
              </a:xfrm>
              <a:custGeom>
                <a:avLst/>
                <a:gdLst/>
                <a:ahLst/>
                <a:cxnLst/>
                <a:rect l="0" t="0" r="0" b="0"/>
                <a:pathLst>
                  <a:path w="230" h="245">
                    <a:moveTo>
                      <a:pt x="1" y="22"/>
                    </a:moveTo>
                    <a:cubicBezTo>
                      <a:pt x="1" y="11"/>
                      <a:pt x="11" y="1"/>
                      <a:pt x="24" y="1"/>
                    </a:cubicBezTo>
                    <a:lnTo>
                      <a:pt x="206" y="1"/>
                    </a:lnTo>
                    <a:cubicBezTo>
                      <a:pt x="219" y="1"/>
                      <a:pt x="229" y="11"/>
                      <a:pt x="229" y="22"/>
                    </a:cubicBezTo>
                    <a:cubicBezTo>
                      <a:pt x="229" y="89"/>
                      <a:pt x="229" y="155"/>
                      <a:pt x="229" y="222"/>
                    </a:cubicBezTo>
                    <a:cubicBezTo>
                      <a:pt x="229" y="234"/>
                      <a:pt x="219" y="243"/>
                      <a:pt x="206" y="243"/>
                    </a:cubicBezTo>
                    <a:lnTo>
                      <a:pt x="24" y="243"/>
                    </a:lnTo>
                    <a:cubicBezTo>
                      <a:pt x="11" y="243"/>
                      <a:pt x="1" y="234"/>
                      <a:pt x="1" y="222"/>
                    </a:cubicBezTo>
                    <a:lnTo>
                      <a:pt x="1" y="22"/>
                    </a:lnTo>
                    <a:close/>
                  </a:path>
                </a:pathLst>
              </a:custGeom>
              <a:noFill/>
              <a:ln w="1778" cap="flat">
                <a:solidFill>
                  <a:srgbClr val="187DC5">
                    <a:alpha val="100000"/>
                  </a:srgbClr>
                </a:solidFill>
                <a:prstDash val="solid"/>
                <a:miter lim="800000"/>
              </a:ln>
            </p:spPr>
            <p:txBody>
              <a:bodyPr rtlCol="0"/>
              <a:p>
                <a:pPr algn="ctr"/>
                <a:endParaRPr lang="zh-CN" altLang="en-US" sz="1400"/>
              </a:p>
            </p:txBody>
          </p:sp>
        </p:grpSp>
        <p:grpSp>
          <p:nvGrpSpPr>
            <p:cNvPr id="98" name="group 98"/>
            <p:cNvGrpSpPr/>
            <p:nvPr/>
          </p:nvGrpSpPr>
          <p:grpSpPr>
            <a:xfrm rot="21600000">
              <a:off x="4872" y="3098"/>
              <a:ext cx="298" cy="245"/>
              <a:chOff x="0" y="0"/>
              <a:chExt cx="189229" cy="155702"/>
            </a:xfrm>
          </p:grpSpPr>
          <p:sp>
            <p:nvSpPr>
              <p:cNvPr id="448" name="path"/>
              <p:cNvSpPr/>
              <p:nvPr>
                <p:custDataLst>
                  <p:tags r:id="rId57"/>
                </p:custDataLst>
              </p:nvPr>
            </p:nvSpPr>
            <p:spPr>
              <a:xfrm>
                <a:off x="889" y="61848"/>
                <a:ext cx="30479" cy="33528"/>
              </a:xfrm>
              <a:custGeom>
                <a:avLst/>
                <a:gdLst/>
                <a:ahLst/>
                <a:cxnLst/>
                <a:rect l="0" t="0" r="0" b="0"/>
                <a:pathLst>
                  <a:path w="47" h="52">
                    <a:moveTo>
                      <a:pt x="0" y="10"/>
                    </a:moveTo>
                    <a:lnTo>
                      <a:pt x="23" y="10"/>
                    </a:lnTo>
                    <a:lnTo>
                      <a:pt x="23" y="0"/>
                    </a:lnTo>
                    <a:lnTo>
                      <a:pt x="47" y="26"/>
                    </a:lnTo>
                    <a:lnTo>
                      <a:pt x="23" y="52"/>
                    </a:lnTo>
                    <a:lnTo>
                      <a:pt x="23" y="42"/>
                    </a:lnTo>
                    <a:lnTo>
                      <a:pt x="0" y="42"/>
                    </a:ln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187DC5">
                  <a:alpha val="100000"/>
                </a:srgbClr>
              </a:solidFill>
              <a:ln cap="flat">
                <a:noFill/>
                <a:prstDash val="solid"/>
                <a:miter lim="0"/>
              </a:ln>
            </p:spPr>
            <p:txBody>
              <a:bodyPr rtlCol="0"/>
              <a:p>
                <a:pPr algn="ctr"/>
                <a:endParaRPr lang="zh-CN" altLang="en-US" sz="1400"/>
              </a:p>
            </p:txBody>
          </p:sp>
          <p:sp>
            <p:nvSpPr>
              <p:cNvPr id="450" name="path"/>
              <p:cNvSpPr/>
              <p:nvPr>
                <p:custDataLst>
                  <p:tags r:id="rId58"/>
                </p:custDataLst>
              </p:nvPr>
            </p:nvSpPr>
            <p:spPr>
              <a:xfrm>
                <a:off x="0" y="60959"/>
                <a:ext cx="32258" cy="35306"/>
              </a:xfrm>
              <a:custGeom>
                <a:avLst/>
                <a:gdLst/>
                <a:ahLst/>
                <a:cxnLst/>
                <a:rect l="0" t="0" r="0" b="0"/>
                <a:pathLst>
                  <a:path w="50" h="55">
                    <a:moveTo>
                      <a:pt x="1" y="12"/>
                    </a:moveTo>
                    <a:lnTo>
                      <a:pt x="25" y="12"/>
                    </a:lnTo>
                    <a:lnTo>
                      <a:pt x="25" y="1"/>
                    </a:lnTo>
                    <a:lnTo>
                      <a:pt x="49" y="27"/>
                    </a:lnTo>
                    <a:lnTo>
                      <a:pt x="25" y="54"/>
                    </a:lnTo>
                    <a:lnTo>
                      <a:pt x="25" y="43"/>
                    </a:lnTo>
                    <a:lnTo>
                      <a:pt x="1" y="43"/>
                    </a:lnTo>
                    <a:lnTo>
                      <a:pt x="1" y="12"/>
                    </a:lnTo>
                    <a:close/>
                  </a:path>
                </a:pathLst>
              </a:custGeom>
              <a:noFill/>
              <a:ln w="1778" cap="flat">
                <a:solidFill>
                  <a:srgbClr val="187DC5">
                    <a:alpha val="100000"/>
                  </a:srgbClr>
                </a:solidFill>
                <a:prstDash val="solid"/>
                <a:round/>
              </a:ln>
            </p:spPr>
            <p:txBody>
              <a:bodyPr rtlCol="0"/>
              <a:p>
                <a:pPr algn="ctr"/>
                <a:endParaRPr lang="zh-CN" altLang="en-US" sz="1400"/>
              </a:p>
            </p:txBody>
          </p:sp>
          <p:sp>
            <p:nvSpPr>
              <p:cNvPr id="452" name="path"/>
              <p:cNvSpPr/>
              <p:nvPr>
                <p:custDataLst>
                  <p:tags r:id="rId59"/>
                </p:custDataLst>
              </p:nvPr>
            </p:nvSpPr>
            <p:spPr>
              <a:xfrm>
                <a:off x="43561" y="889"/>
                <a:ext cx="144779" cy="153923"/>
              </a:xfrm>
              <a:custGeom>
                <a:avLst/>
                <a:gdLst/>
                <a:ahLst/>
                <a:cxnLst/>
                <a:rect l="0" t="0" r="0" b="0"/>
                <a:pathLst>
                  <a:path w="227" h="242">
                    <a:moveTo>
                      <a:pt x="0" y="21"/>
                    </a:moveTo>
                    <a:cubicBezTo>
                      <a:pt x="0" y="9"/>
                      <a:pt x="10" y="0"/>
                      <a:pt x="22" y="0"/>
                    </a:cubicBezTo>
                    <a:lnTo>
                      <a:pt x="205" y="0"/>
                    </a:lnTo>
                    <a:cubicBezTo>
                      <a:pt x="217" y="0"/>
                      <a:pt x="227" y="9"/>
                      <a:pt x="227" y="21"/>
                    </a:cubicBezTo>
                    <a:cubicBezTo>
                      <a:pt x="227" y="88"/>
                      <a:pt x="227" y="154"/>
                      <a:pt x="227" y="220"/>
                    </a:cubicBezTo>
                    <a:cubicBezTo>
                      <a:pt x="227" y="232"/>
                      <a:pt x="217" y="242"/>
                      <a:pt x="205" y="242"/>
                    </a:cubicBezTo>
                    <a:lnTo>
                      <a:pt x="22" y="242"/>
                    </a:lnTo>
                    <a:cubicBezTo>
                      <a:pt x="10" y="242"/>
                      <a:pt x="0" y="232"/>
                      <a:pt x="0" y="220"/>
                    </a:cubicBezTo>
                    <a:lnTo>
                      <a:pt x="0" y="21"/>
                    </a:lnTo>
                    <a:close/>
                  </a:path>
                </a:pathLst>
              </a:custGeom>
              <a:solidFill>
                <a:srgbClr val="187DC5">
                  <a:alpha val="100000"/>
                </a:srgbClr>
              </a:solidFill>
              <a:ln cap="flat">
                <a:noFill/>
                <a:prstDash val="solid"/>
                <a:miter lim="0"/>
              </a:ln>
            </p:spPr>
            <p:txBody>
              <a:bodyPr rtlCol="0"/>
              <a:p>
                <a:pPr algn="ctr"/>
                <a:endParaRPr lang="zh-CN" altLang="en-US" sz="1400"/>
              </a:p>
            </p:txBody>
          </p:sp>
          <p:sp>
            <p:nvSpPr>
              <p:cNvPr id="454" name="path"/>
              <p:cNvSpPr/>
              <p:nvPr>
                <p:custDataLst>
                  <p:tags r:id="rId60"/>
                </p:custDataLst>
              </p:nvPr>
            </p:nvSpPr>
            <p:spPr>
              <a:xfrm>
                <a:off x="42672" y="0"/>
                <a:ext cx="146557" cy="155702"/>
              </a:xfrm>
              <a:custGeom>
                <a:avLst/>
                <a:gdLst/>
                <a:ahLst/>
                <a:cxnLst/>
                <a:rect l="0" t="0" r="0" b="0"/>
                <a:pathLst>
                  <a:path w="230" h="245">
                    <a:moveTo>
                      <a:pt x="1" y="22"/>
                    </a:moveTo>
                    <a:cubicBezTo>
                      <a:pt x="1" y="11"/>
                      <a:pt x="11" y="1"/>
                      <a:pt x="24" y="1"/>
                    </a:cubicBezTo>
                    <a:lnTo>
                      <a:pt x="206" y="1"/>
                    </a:lnTo>
                    <a:cubicBezTo>
                      <a:pt x="219" y="1"/>
                      <a:pt x="229" y="11"/>
                      <a:pt x="229" y="22"/>
                    </a:cubicBezTo>
                    <a:cubicBezTo>
                      <a:pt x="229" y="89"/>
                      <a:pt x="229" y="155"/>
                      <a:pt x="229" y="222"/>
                    </a:cubicBezTo>
                    <a:cubicBezTo>
                      <a:pt x="229" y="234"/>
                      <a:pt x="219" y="243"/>
                      <a:pt x="206" y="243"/>
                    </a:cubicBezTo>
                    <a:lnTo>
                      <a:pt x="24" y="243"/>
                    </a:lnTo>
                    <a:cubicBezTo>
                      <a:pt x="11" y="243"/>
                      <a:pt x="1" y="234"/>
                      <a:pt x="1" y="222"/>
                    </a:cubicBezTo>
                    <a:lnTo>
                      <a:pt x="1" y="22"/>
                    </a:lnTo>
                    <a:close/>
                  </a:path>
                </a:pathLst>
              </a:custGeom>
              <a:noFill/>
              <a:ln w="1778" cap="flat">
                <a:solidFill>
                  <a:srgbClr val="187DC5">
                    <a:alpha val="100000"/>
                  </a:srgbClr>
                </a:solidFill>
                <a:prstDash val="solid"/>
                <a:miter lim="800000"/>
              </a:ln>
            </p:spPr>
            <p:txBody>
              <a:bodyPr rtlCol="0"/>
              <a:p>
                <a:pPr algn="ctr"/>
                <a:endParaRPr lang="zh-CN" altLang="en-US" sz="1400"/>
              </a:p>
            </p:txBody>
          </p:sp>
        </p:grpSp>
        <p:grpSp>
          <p:nvGrpSpPr>
            <p:cNvPr id="100" name="group 100"/>
            <p:cNvGrpSpPr/>
            <p:nvPr/>
          </p:nvGrpSpPr>
          <p:grpSpPr>
            <a:xfrm rot="21600000">
              <a:off x="5191" y="3098"/>
              <a:ext cx="298" cy="245"/>
              <a:chOff x="0" y="0"/>
              <a:chExt cx="189229" cy="155702"/>
            </a:xfrm>
          </p:grpSpPr>
          <p:sp>
            <p:nvSpPr>
              <p:cNvPr id="456" name="path"/>
              <p:cNvSpPr/>
              <p:nvPr>
                <p:custDataLst>
                  <p:tags r:id="rId61"/>
                </p:custDataLst>
              </p:nvPr>
            </p:nvSpPr>
            <p:spPr>
              <a:xfrm>
                <a:off x="889" y="61848"/>
                <a:ext cx="30479" cy="33528"/>
              </a:xfrm>
              <a:custGeom>
                <a:avLst/>
                <a:gdLst/>
                <a:ahLst/>
                <a:cxnLst/>
                <a:rect l="0" t="0" r="0" b="0"/>
                <a:pathLst>
                  <a:path w="47" h="52">
                    <a:moveTo>
                      <a:pt x="0" y="10"/>
                    </a:moveTo>
                    <a:lnTo>
                      <a:pt x="23" y="10"/>
                    </a:lnTo>
                    <a:lnTo>
                      <a:pt x="23" y="0"/>
                    </a:lnTo>
                    <a:lnTo>
                      <a:pt x="47" y="26"/>
                    </a:lnTo>
                    <a:lnTo>
                      <a:pt x="23" y="52"/>
                    </a:lnTo>
                    <a:lnTo>
                      <a:pt x="23" y="42"/>
                    </a:lnTo>
                    <a:lnTo>
                      <a:pt x="0" y="42"/>
                    </a:ln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187DC5">
                  <a:alpha val="100000"/>
                </a:srgbClr>
              </a:solidFill>
              <a:ln cap="flat">
                <a:noFill/>
                <a:prstDash val="solid"/>
                <a:miter lim="0"/>
              </a:ln>
            </p:spPr>
            <p:txBody>
              <a:bodyPr rtlCol="0"/>
              <a:p>
                <a:pPr algn="ctr"/>
                <a:endParaRPr lang="zh-CN" altLang="en-US" sz="1400"/>
              </a:p>
            </p:txBody>
          </p:sp>
          <p:sp>
            <p:nvSpPr>
              <p:cNvPr id="458" name="path"/>
              <p:cNvSpPr/>
              <p:nvPr>
                <p:custDataLst>
                  <p:tags r:id="rId62"/>
                </p:custDataLst>
              </p:nvPr>
            </p:nvSpPr>
            <p:spPr>
              <a:xfrm>
                <a:off x="0" y="60959"/>
                <a:ext cx="32258" cy="35306"/>
              </a:xfrm>
              <a:custGeom>
                <a:avLst/>
                <a:gdLst/>
                <a:ahLst/>
                <a:cxnLst/>
                <a:rect l="0" t="0" r="0" b="0"/>
                <a:pathLst>
                  <a:path w="50" h="55">
                    <a:moveTo>
                      <a:pt x="1" y="12"/>
                    </a:moveTo>
                    <a:lnTo>
                      <a:pt x="25" y="12"/>
                    </a:lnTo>
                    <a:lnTo>
                      <a:pt x="25" y="1"/>
                    </a:lnTo>
                    <a:lnTo>
                      <a:pt x="49" y="27"/>
                    </a:lnTo>
                    <a:lnTo>
                      <a:pt x="25" y="54"/>
                    </a:lnTo>
                    <a:lnTo>
                      <a:pt x="25" y="43"/>
                    </a:lnTo>
                    <a:lnTo>
                      <a:pt x="1" y="43"/>
                    </a:lnTo>
                    <a:lnTo>
                      <a:pt x="1" y="12"/>
                    </a:lnTo>
                    <a:close/>
                  </a:path>
                </a:pathLst>
              </a:custGeom>
              <a:noFill/>
              <a:ln w="1778" cap="flat">
                <a:solidFill>
                  <a:srgbClr val="187DC5">
                    <a:alpha val="100000"/>
                  </a:srgbClr>
                </a:solidFill>
                <a:prstDash val="solid"/>
                <a:round/>
              </a:ln>
            </p:spPr>
            <p:txBody>
              <a:bodyPr rtlCol="0"/>
              <a:p>
                <a:pPr algn="ctr"/>
                <a:endParaRPr lang="zh-CN" altLang="en-US" sz="1400"/>
              </a:p>
            </p:txBody>
          </p:sp>
          <p:sp>
            <p:nvSpPr>
              <p:cNvPr id="460" name="path"/>
              <p:cNvSpPr/>
              <p:nvPr>
                <p:custDataLst>
                  <p:tags r:id="rId63"/>
                </p:custDataLst>
              </p:nvPr>
            </p:nvSpPr>
            <p:spPr>
              <a:xfrm>
                <a:off x="43560" y="889"/>
                <a:ext cx="144779" cy="153923"/>
              </a:xfrm>
              <a:custGeom>
                <a:avLst/>
                <a:gdLst/>
                <a:ahLst/>
                <a:cxnLst/>
                <a:rect l="0" t="0" r="0" b="0"/>
                <a:pathLst>
                  <a:path w="227" h="242">
                    <a:moveTo>
                      <a:pt x="0" y="21"/>
                    </a:moveTo>
                    <a:cubicBezTo>
                      <a:pt x="0" y="9"/>
                      <a:pt x="10" y="0"/>
                      <a:pt x="22" y="0"/>
                    </a:cubicBezTo>
                    <a:lnTo>
                      <a:pt x="205" y="0"/>
                    </a:lnTo>
                    <a:cubicBezTo>
                      <a:pt x="217" y="0"/>
                      <a:pt x="227" y="9"/>
                      <a:pt x="227" y="21"/>
                    </a:cubicBezTo>
                    <a:cubicBezTo>
                      <a:pt x="227" y="88"/>
                      <a:pt x="227" y="154"/>
                      <a:pt x="227" y="220"/>
                    </a:cubicBezTo>
                    <a:cubicBezTo>
                      <a:pt x="227" y="232"/>
                      <a:pt x="217" y="242"/>
                      <a:pt x="205" y="242"/>
                    </a:cubicBezTo>
                    <a:lnTo>
                      <a:pt x="22" y="242"/>
                    </a:lnTo>
                    <a:cubicBezTo>
                      <a:pt x="10" y="242"/>
                      <a:pt x="0" y="232"/>
                      <a:pt x="0" y="220"/>
                    </a:cubicBezTo>
                    <a:lnTo>
                      <a:pt x="0" y="21"/>
                    </a:lnTo>
                    <a:close/>
                  </a:path>
                </a:pathLst>
              </a:custGeom>
              <a:solidFill>
                <a:srgbClr val="187DC5">
                  <a:alpha val="100000"/>
                </a:srgbClr>
              </a:solidFill>
              <a:ln cap="flat">
                <a:noFill/>
                <a:prstDash val="solid"/>
                <a:miter lim="0"/>
              </a:ln>
            </p:spPr>
            <p:txBody>
              <a:bodyPr rtlCol="0"/>
              <a:p>
                <a:pPr algn="ctr"/>
                <a:endParaRPr lang="zh-CN" altLang="en-US" sz="1400"/>
              </a:p>
            </p:txBody>
          </p:sp>
          <p:sp>
            <p:nvSpPr>
              <p:cNvPr id="462" name="path"/>
              <p:cNvSpPr/>
              <p:nvPr>
                <p:custDataLst>
                  <p:tags r:id="rId64"/>
                </p:custDataLst>
              </p:nvPr>
            </p:nvSpPr>
            <p:spPr>
              <a:xfrm>
                <a:off x="42671" y="0"/>
                <a:ext cx="146558" cy="155702"/>
              </a:xfrm>
              <a:custGeom>
                <a:avLst/>
                <a:gdLst/>
                <a:ahLst/>
                <a:cxnLst/>
                <a:rect l="0" t="0" r="0" b="0"/>
                <a:pathLst>
                  <a:path w="230" h="245">
                    <a:moveTo>
                      <a:pt x="1" y="22"/>
                    </a:moveTo>
                    <a:cubicBezTo>
                      <a:pt x="1" y="11"/>
                      <a:pt x="11" y="1"/>
                      <a:pt x="24" y="1"/>
                    </a:cubicBezTo>
                    <a:lnTo>
                      <a:pt x="206" y="1"/>
                    </a:lnTo>
                    <a:cubicBezTo>
                      <a:pt x="219" y="1"/>
                      <a:pt x="229" y="11"/>
                      <a:pt x="229" y="22"/>
                    </a:cubicBezTo>
                    <a:cubicBezTo>
                      <a:pt x="229" y="89"/>
                      <a:pt x="229" y="155"/>
                      <a:pt x="229" y="222"/>
                    </a:cubicBezTo>
                    <a:cubicBezTo>
                      <a:pt x="229" y="234"/>
                      <a:pt x="219" y="243"/>
                      <a:pt x="206" y="243"/>
                    </a:cubicBezTo>
                    <a:lnTo>
                      <a:pt x="24" y="243"/>
                    </a:lnTo>
                    <a:cubicBezTo>
                      <a:pt x="11" y="243"/>
                      <a:pt x="1" y="234"/>
                      <a:pt x="1" y="222"/>
                    </a:cubicBezTo>
                    <a:lnTo>
                      <a:pt x="1" y="22"/>
                    </a:lnTo>
                    <a:close/>
                  </a:path>
                </a:pathLst>
              </a:custGeom>
              <a:noFill/>
              <a:ln w="1778" cap="flat">
                <a:solidFill>
                  <a:srgbClr val="187DC5">
                    <a:alpha val="100000"/>
                  </a:srgbClr>
                </a:solidFill>
                <a:prstDash val="solid"/>
                <a:miter lim="800000"/>
              </a:ln>
            </p:spPr>
            <p:txBody>
              <a:bodyPr rtlCol="0"/>
              <a:p>
                <a:pPr algn="ctr"/>
                <a:endParaRPr lang="zh-CN" altLang="en-US" sz="1400"/>
              </a:p>
            </p:txBody>
          </p:sp>
        </p:grpSp>
        <p:sp>
          <p:nvSpPr>
            <p:cNvPr id="478" name="rect"/>
            <p:cNvSpPr/>
            <p:nvPr>
              <p:custDataLst>
                <p:tags r:id="rId65"/>
              </p:custDataLst>
            </p:nvPr>
          </p:nvSpPr>
          <p:spPr>
            <a:xfrm>
              <a:off x="4293" y="2717"/>
              <a:ext cx="231" cy="250"/>
            </a:xfrm>
            <a:prstGeom prst="rect">
              <a:avLst/>
            </a:prstGeom>
            <a:solidFill>
              <a:srgbClr val="187DC5">
                <a:alpha val="98039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p>
              <a:pPr algn="ctr"/>
              <a:endParaRPr lang="zh-CN" altLang="en-US" sz="1400"/>
            </a:p>
          </p:txBody>
        </p:sp>
        <p:sp>
          <p:nvSpPr>
            <p:cNvPr id="480" name="rect"/>
            <p:cNvSpPr/>
            <p:nvPr>
              <p:custDataLst>
                <p:tags r:id="rId66"/>
              </p:custDataLst>
            </p:nvPr>
          </p:nvSpPr>
          <p:spPr>
            <a:xfrm>
              <a:off x="4303" y="3098"/>
              <a:ext cx="231" cy="245"/>
            </a:xfrm>
            <a:prstGeom prst="rect">
              <a:avLst/>
            </a:prstGeom>
            <a:solidFill>
              <a:srgbClr val="187DC5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p>
              <a:pPr algn="ctr"/>
              <a:endParaRPr lang="zh-CN" altLang="en-US" sz="1400"/>
            </a:p>
          </p:txBody>
        </p:sp>
        <p:grpSp>
          <p:nvGrpSpPr>
            <p:cNvPr id="106" name="group 106"/>
            <p:cNvGrpSpPr/>
            <p:nvPr/>
          </p:nvGrpSpPr>
          <p:grpSpPr>
            <a:xfrm rot="21600000">
              <a:off x="4560" y="3494"/>
              <a:ext cx="300" cy="185"/>
              <a:chOff x="0" y="0"/>
              <a:chExt cx="190754" cy="117602"/>
            </a:xfrm>
          </p:grpSpPr>
          <p:sp>
            <p:nvSpPr>
              <p:cNvPr id="482" name="path"/>
              <p:cNvSpPr/>
              <p:nvPr>
                <p:custDataLst>
                  <p:tags r:id="rId67"/>
                </p:custDataLst>
              </p:nvPr>
            </p:nvSpPr>
            <p:spPr>
              <a:xfrm>
                <a:off x="889" y="42036"/>
                <a:ext cx="30479" cy="33528"/>
              </a:xfrm>
              <a:custGeom>
                <a:avLst/>
                <a:gdLst/>
                <a:ahLst/>
                <a:cxnLst/>
                <a:rect l="0" t="0" r="0" b="0"/>
                <a:pathLst>
                  <a:path w="47" h="52">
                    <a:moveTo>
                      <a:pt x="0" y="10"/>
                    </a:moveTo>
                    <a:lnTo>
                      <a:pt x="23" y="10"/>
                    </a:lnTo>
                    <a:lnTo>
                      <a:pt x="23" y="0"/>
                    </a:lnTo>
                    <a:lnTo>
                      <a:pt x="47" y="26"/>
                    </a:lnTo>
                    <a:lnTo>
                      <a:pt x="23" y="52"/>
                    </a:lnTo>
                    <a:lnTo>
                      <a:pt x="23" y="42"/>
                    </a:lnTo>
                    <a:lnTo>
                      <a:pt x="0" y="42"/>
                    </a:ln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187DC5">
                  <a:alpha val="100000"/>
                </a:srgbClr>
              </a:solidFill>
              <a:ln cap="flat">
                <a:noFill/>
                <a:prstDash val="solid"/>
                <a:miter lim="0"/>
              </a:ln>
            </p:spPr>
            <p:txBody>
              <a:bodyPr rtlCol="0"/>
              <a:p>
                <a:pPr algn="ctr"/>
                <a:endParaRPr lang="zh-CN" altLang="en-US" sz="1400"/>
              </a:p>
            </p:txBody>
          </p:sp>
          <p:sp>
            <p:nvSpPr>
              <p:cNvPr id="484" name="path"/>
              <p:cNvSpPr/>
              <p:nvPr>
                <p:custDataLst>
                  <p:tags r:id="rId68"/>
                </p:custDataLst>
              </p:nvPr>
            </p:nvSpPr>
            <p:spPr>
              <a:xfrm>
                <a:off x="0" y="41147"/>
                <a:ext cx="32258" cy="35307"/>
              </a:xfrm>
              <a:custGeom>
                <a:avLst/>
                <a:gdLst/>
                <a:ahLst/>
                <a:cxnLst/>
                <a:rect l="0" t="0" r="0" b="0"/>
                <a:pathLst>
                  <a:path w="50" h="55">
                    <a:moveTo>
                      <a:pt x="1" y="12"/>
                    </a:moveTo>
                    <a:lnTo>
                      <a:pt x="25" y="12"/>
                    </a:lnTo>
                    <a:lnTo>
                      <a:pt x="25" y="1"/>
                    </a:lnTo>
                    <a:lnTo>
                      <a:pt x="49" y="27"/>
                    </a:lnTo>
                    <a:lnTo>
                      <a:pt x="25" y="54"/>
                    </a:lnTo>
                    <a:lnTo>
                      <a:pt x="25" y="43"/>
                    </a:lnTo>
                    <a:lnTo>
                      <a:pt x="1" y="43"/>
                    </a:lnTo>
                    <a:lnTo>
                      <a:pt x="1" y="12"/>
                    </a:lnTo>
                    <a:close/>
                  </a:path>
                </a:pathLst>
              </a:custGeom>
              <a:noFill/>
              <a:ln w="1778" cap="flat">
                <a:solidFill>
                  <a:srgbClr val="187DC5">
                    <a:alpha val="100000"/>
                  </a:srgbClr>
                </a:solidFill>
                <a:prstDash val="solid"/>
                <a:round/>
              </a:ln>
            </p:spPr>
            <p:txBody>
              <a:bodyPr rtlCol="0"/>
              <a:p>
                <a:pPr algn="ctr"/>
                <a:endParaRPr lang="zh-CN" altLang="en-US" sz="1400"/>
              </a:p>
            </p:txBody>
          </p:sp>
          <p:sp>
            <p:nvSpPr>
              <p:cNvPr id="486" name="path"/>
              <p:cNvSpPr/>
              <p:nvPr>
                <p:custDataLst>
                  <p:tags r:id="rId69"/>
                </p:custDataLst>
              </p:nvPr>
            </p:nvSpPr>
            <p:spPr>
              <a:xfrm>
                <a:off x="45085" y="889"/>
                <a:ext cx="144779" cy="115824"/>
              </a:xfrm>
              <a:custGeom>
                <a:avLst/>
                <a:gdLst/>
                <a:ahLst/>
                <a:cxnLst/>
                <a:rect l="0" t="0" r="0" b="0"/>
                <a:pathLst>
                  <a:path w="227" h="182">
                    <a:moveTo>
                      <a:pt x="0" y="18"/>
                    </a:moveTo>
                    <a:cubicBezTo>
                      <a:pt x="0" y="8"/>
                      <a:pt x="8" y="0"/>
                      <a:pt x="19" y="0"/>
                    </a:cubicBezTo>
                    <a:lnTo>
                      <a:pt x="208" y="0"/>
                    </a:lnTo>
                    <a:cubicBezTo>
                      <a:pt x="219" y="0"/>
                      <a:pt x="227" y="8"/>
                      <a:pt x="227" y="18"/>
                    </a:cubicBezTo>
                    <a:lnTo>
                      <a:pt x="227" y="164"/>
                    </a:lnTo>
                    <a:cubicBezTo>
                      <a:pt x="227" y="174"/>
                      <a:pt x="219" y="182"/>
                      <a:pt x="208" y="182"/>
                    </a:cubicBezTo>
                    <a:lnTo>
                      <a:pt x="19" y="182"/>
                    </a:lnTo>
                    <a:cubicBezTo>
                      <a:pt x="8" y="182"/>
                      <a:pt x="0" y="174"/>
                      <a:pt x="0" y="164"/>
                    </a:cubicBezTo>
                    <a:lnTo>
                      <a:pt x="0" y="18"/>
                    </a:lnTo>
                    <a:close/>
                  </a:path>
                </a:pathLst>
              </a:custGeom>
              <a:solidFill>
                <a:srgbClr val="187DC5">
                  <a:alpha val="100000"/>
                </a:srgbClr>
              </a:solidFill>
              <a:ln cap="flat">
                <a:noFill/>
                <a:prstDash val="solid"/>
                <a:miter lim="0"/>
              </a:ln>
            </p:spPr>
            <p:txBody>
              <a:bodyPr rtlCol="0"/>
              <a:p>
                <a:pPr algn="ctr"/>
                <a:endParaRPr lang="zh-CN" altLang="en-US" sz="1400"/>
              </a:p>
            </p:txBody>
          </p:sp>
          <p:sp>
            <p:nvSpPr>
              <p:cNvPr id="488" name="path"/>
              <p:cNvSpPr/>
              <p:nvPr>
                <p:custDataLst>
                  <p:tags r:id="rId70"/>
                </p:custDataLst>
              </p:nvPr>
            </p:nvSpPr>
            <p:spPr>
              <a:xfrm>
                <a:off x="44195" y="0"/>
                <a:ext cx="146558" cy="117602"/>
              </a:xfrm>
              <a:custGeom>
                <a:avLst/>
                <a:gdLst/>
                <a:ahLst/>
                <a:cxnLst/>
                <a:rect l="0" t="0" r="0" b="0"/>
                <a:pathLst>
                  <a:path w="230" h="185">
                    <a:moveTo>
                      <a:pt x="1" y="19"/>
                    </a:moveTo>
                    <a:cubicBezTo>
                      <a:pt x="1" y="9"/>
                      <a:pt x="10" y="1"/>
                      <a:pt x="20" y="1"/>
                    </a:cubicBezTo>
                    <a:lnTo>
                      <a:pt x="210" y="1"/>
                    </a:lnTo>
                    <a:cubicBezTo>
                      <a:pt x="220" y="1"/>
                      <a:pt x="229" y="9"/>
                      <a:pt x="229" y="19"/>
                    </a:cubicBezTo>
                    <a:lnTo>
                      <a:pt x="229" y="165"/>
                    </a:lnTo>
                    <a:cubicBezTo>
                      <a:pt x="229" y="175"/>
                      <a:pt x="220" y="183"/>
                      <a:pt x="210" y="183"/>
                    </a:cubicBezTo>
                    <a:lnTo>
                      <a:pt x="20" y="183"/>
                    </a:lnTo>
                    <a:cubicBezTo>
                      <a:pt x="10" y="183"/>
                      <a:pt x="1" y="175"/>
                      <a:pt x="1" y="165"/>
                    </a:cubicBezTo>
                    <a:lnTo>
                      <a:pt x="1" y="19"/>
                    </a:lnTo>
                    <a:close/>
                  </a:path>
                </a:pathLst>
              </a:custGeom>
              <a:noFill/>
              <a:ln w="1778" cap="flat">
                <a:solidFill>
                  <a:srgbClr val="187DC5">
                    <a:alpha val="100000"/>
                  </a:srgbClr>
                </a:solidFill>
                <a:prstDash val="solid"/>
                <a:miter lim="800000"/>
              </a:ln>
            </p:spPr>
            <p:txBody>
              <a:bodyPr rtlCol="0"/>
              <a:p>
                <a:pPr algn="ctr"/>
                <a:endParaRPr lang="zh-CN" altLang="en-US" sz="1400"/>
              </a:p>
            </p:txBody>
          </p:sp>
        </p:grpSp>
        <p:grpSp>
          <p:nvGrpSpPr>
            <p:cNvPr id="108" name="group 108"/>
            <p:cNvGrpSpPr/>
            <p:nvPr/>
          </p:nvGrpSpPr>
          <p:grpSpPr>
            <a:xfrm rot="21600000">
              <a:off x="5198" y="3494"/>
              <a:ext cx="298" cy="185"/>
              <a:chOff x="0" y="0"/>
              <a:chExt cx="189230" cy="117602"/>
            </a:xfrm>
          </p:grpSpPr>
          <p:sp>
            <p:nvSpPr>
              <p:cNvPr id="490" name="path"/>
              <p:cNvSpPr/>
              <p:nvPr>
                <p:custDataLst>
                  <p:tags r:id="rId71"/>
                </p:custDataLst>
              </p:nvPr>
            </p:nvSpPr>
            <p:spPr>
              <a:xfrm>
                <a:off x="889" y="42036"/>
                <a:ext cx="30479" cy="33528"/>
              </a:xfrm>
              <a:custGeom>
                <a:avLst/>
                <a:gdLst/>
                <a:ahLst/>
                <a:cxnLst/>
                <a:rect l="0" t="0" r="0" b="0"/>
                <a:pathLst>
                  <a:path w="47" h="52">
                    <a:moveTo>
                      <a:pt x="0" y="10"/>
                    </a:moveTo>
                    <a:lnTo>
                      <a:pt x="24" y="10"/>
                    </a:lnTo>
                    <a:lnTo>
                      <a:pt x="24" y="0"/>
                    </a:lnTo>
                    <a:lnTo>
                      <a:pt x="47" y="26"/>
                    </a:lnTo>
                    <a:lnTo>
                      <a:pt x="24" y="52"/>
                    </a:lnTo>
                    <a:lnTo>
                      <a:pt x="24" y="42"/>
                    </a:lnTo>
                    <a:lnTo>
                      <a:pt x="0" y="42"/>
                    </a:ln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187DC5">
                  <a:alpha val="100000"/>
                </a:srgbClr>
              </a:solidFill>
              <a:ln cap="flat">
                <a:noFill/>
                <a:prstDash val="solid"/>
                <a:miter lim="0"/>
              </a:ln>
            </p:spPr>
            <p:txBody>
              <a:bodyPr rtlCol="0"/>
              <a:p>
                <a:pPr algn="ctr"/>
                <a:endParaRPr lang="zh-CN" altLang="en-US" sz="1400"/>
              </a:p>
            </p:txBody>
          </p:sp>
          <p:sp>
            <p:nvSpPr>
              <p:cNvPr id="492" name="path"/>
              <p:cNvSpPr/>
              <p:nvPr>
                <p:custDataLst>
                  <p:tags r:id="rId72"/>
                </p:custDataLst>
              </p:nvPr>
            </p:nvSpPr>
            <p:spPr>
              <a:xfrm>
                <a:off x="0" y="41147"/>
                <a:ext cx="32258" cy="35307"/>
              </a:xfrm>
              <a:custGeom>
                <a:avLst/>
                <a:gdLst/>
                <a:ahLst/>
                <a:cxnLst/>
                <a:rect l="0" t="0" r="0" b="0"/>
                <a:pathLst>
                  <a:path w="50" h="55">
                    <a:moveTo>
                      <a:pt x="1" y="12"/>
                    </a:moveTo>
                    <a:lnTo>
                      <a:pt x="25" y="12"/>
                    </a:lnTo>
                    <a:lnTo>
                      <a:pt x="25" y="1"/>
                    </a:lnTo>
                    <a:lnTo>
                      <a:pt x="49" y="27"/>
                    </a:lnTo>
                    <a:lnTo>
                      <a:pt x="25" y="54"/>
                    </a:lnTo>
                    <a:lnTo>
                      <a:pt x="25" y="43"/>
                    </a:lnTo>
                    <a:lnTo>
                      <a:pt x="1" y="43"/>
                    </a:lnTo>
                    <a:lnTo>
                      <a:pt x="1" y="12"/>
                    </a:lnTo>
                    <a:close/>
                  </a:path>
                </a:pathLst>
              </a:custGeom>
              <a:noFill/>
              <a:ln w="1778" cap="flat">
                <a:solidFill>
                  <a:srgbClr val="187DC5">
                    <a:alpha val="100000"/>
                  </a:srgbClr>
                </a:solidFill>
                <a:prstDash val="solid"/>
                <a:round/>
              </a:ln>
            </p:spPr>
            <p:txBody>
              <a:bodyPr rtlCol="0"/>
              <a:p>
                <a:pPr algn="ctr"/>
                <a:endParaRPr lang="zh-CN" altLang="en-US" sz="1400"/>
              </a:p>
            </p:txBody>
          </p:sp>
          <p:sp>
            <p:nvSpPr>
              <p:cNvPr id="494" name="path"/>
              <p:cNvSpPr/>
              <p:nvPr>
                <p:custDataLst>
                  <p:tags r:id="rId73"/>
                </p:custDataLst>
              </p:nvPr>
            </p:nvSpPr>
            <p:spPr>
              <a:xfrm>
                <a:off x="43561" y="889"/>
                <a:ext cx="144780" cy="115824"/>
              </a:xfrm>
              <a:custGeom>
                <a:avLst/>
                <a:gdLst/>
                <a:ahLst/>
                <a:cxnLst/>
                <a:rect l="0" t="0" r="0" b="0"/>
                <a:pathLst>
                  <a:path w="228" h="182">
                    <a:moveTo>
                      <a:pt x="0" y="18"/>
                    </a:moveTo>
                    <a:cubicBezTo>
                      <a:pt x="0" y="8"/>
                      <a:pt x="8" y="0"/>
                      <a:pt x="19" y="0"/>
                    </a:cubicBezTo>
                    <a:lnTo>
                      <a:pt x="208" y="0"/>
                    </a:lnTo>
                    <a:cubicBezTo>
                      <a:pt x="219" y="0"/>
                      <a:pt x="228" y="8"/>
                      <a:pt x="228" y="18"/>
                    </a:cubicBezTo>
                    <a:lnTo>
                      <a:pt x="228" y="164"/>
                    </a:lnTo>
                    <a:cubicBezTo>
                      <a:pt x="228" y="174"/>
                      <a:pt x="219" y="182"/>
                      <a:pt x="208" y="182"/>
                    </a:cubicBezTo>
                    <a:lnTo>
                      <a:pt x="19" y="182"/>
                    </a:lnTo>
                    <a:cubicBezTo>
                      <a:pt x="8" y="182"/>
                      <a:pt x="0" y="174"/>
                      <a:pt x="0" y="164"/>
                    </a:cubicBezTo>
                    <a:lnTo>
                      <a:pt x="0" y="18"/>
                    </a:lnTo>
                    <a:close/>
                  </a:path>
                </a:pathLst>
              </a:custGeom>
              <a:solidFill>
                <a:srgbClr val="187DC5">
                  <a:alpha val="100000"/>
                </a:srgbClr>
              </a:solidFill>
              <a:ln cap="flat">
                <a:noFill/>
                <a:prstDash val="solid"/>
                <a:miter lim="0"/>
              </a:ln>
            </p:spPr>
            <p:txBody>
              <a:bodyPr rtlCol="0"/>
              <a:p>
                <a:pPr algn="ctr"/>
                <a:endParaRPr lang="zh-CN" altLang="en-US" sz="1400"/>
              </a:p>
            </p:txBody>
          </p:sp>
          <p:sp>
            <p:nvSpPr>
              <p:cNvPr id="496" name="path"/>
              <p:cNvSpPr/>
              <p:nvPr>
                <p:custDataLst>
                  <p:tags r:id="rId74"/>
                </p:custDataLst>
              </p:nvPr>
            </p:nvSpPr>
            <p:spPr>
              <a:xfrm>
                <a:off x="42672" y="0"/>
                <a:ext cx="146558" cy="117602"/>
              </a:xfrm>
              <a:custGeom>
                <a:avLst/>
                <a:gdLst/>
                <a:ahLst/>
                <a:cxnLst/>
                <a:rect l="0" t="0" r="0" b="0"/>
                <a:pathLst>
                  <a:path w="230" h="185">
                    <a:moveTo>
                      <a:pt x="1" y="19"/>
                    </a:moveTo>
                    <a:cubicBezTo>
                      <a:pt x="1" y="9"/>
                      <a:pt x="10" y="1"/>
                      <a:pt x="20" y="1"/>
                    </a:cubicBezTo>
                    <a:lnTo>
                      <a:pt x="210" y="1"/>
                    </a:lnTo>
                    <a:cubicBezTo>
                      <a:pt x="220" y="1"/>
                      <a:pt x="229" y="9"/>
                      <a:pt x="229" y="19"/>
                    </a:cubicBezTo>
                    <a:lnTo>
                      <a:pt x="229" y="165"/>
                    </a:lnTo>
                    <a:cubicBezTo>
                      <a:pt x="229" y="175"/>
                      <a:pt x="220" y="183"/>
                      <a:pt x="210" y="183"/>
                    </a:cubicBezTo>
                    <a:lnTo>
                      <a:pt x="20" y="183"/>
                    </a:lnTo>
                    <a:cubicBezTo>
                      <a:pt x="10" y="183"/>
                      <a:pt x="1" y="175"/>
                      <a:pt x="1" y="165"/>
                    </a:cubicBezTo>
                    <a:lnTo>
                      <a:pt x="1" y="19"/>
                    </a:lnTo>
                    <a:close/>
                  </a:path>
                </a:pathLst>
              </a:custGeom>
              <a:noFill/>
              <a:ln w="1778" cap="flat">
                <a:solidFill>
                  <a:srgbClr val="187DC5">
                    <a:alpha val="100000"/>
                  </a:srgbClr>
                </a:solidFill>
                <a:prstDash val="solid"/>
                <a:miter lim="800000"/>
              </a:ln>
            </p:spPr>
            <p:txBody>
              <a:bodyPr rtlCol="0"/>
              <a:p>
                <a:pPr algn="ctr"/>
                <a:endParaRPr lang="zh-CN" altLang="en-US" sz="1400"/>
              </a:p>
            </p:txBody>
          </p:sp>
        </p:grpSp>
        <p:grpSp>
          <p:nvGrpSpPr>
            <p:cNvPr id="110" name="group 110"/>
            <p:cNvGrpSpPr/>
            <p:nvPr/>
          </p:nvGrpSpPr>
          <p:grpSpPr>
            <a:xfrm rot="21600000">
              <a:off x="5837" y="3494"/>
              <a:ext cx="298" cy="185"/>
              <a:chOff x="0" y="0"/>
              <a:chExt cx="189230" cy="117602"/>
            </a:xfrm>
          </p:grpSpPr>
          <p:sp>
            <p:nvSpPr>
              <p:cNvPr id="498" name="path"/>
              <p:cNvSpPr/>
              <p:nvPr>
                <p:custDataLst>
                  <p:tags r:id="rId75"/>
                </p:custDataLst>
              </p:nvPr>
            </p:nvSpPr>
            <p:spPr>
              <a:xfrm>
                <a:off x="889" y="42036"/>
                <a:ext cx="30479" cy="33528"/>
              </a:xfrm>
              <a:custGeom>
                <a:avLst/>
                <a:gdLst/>
                <a:ahLst/>
                <a:cxnLst/>
                <a:rect l="0" t="0" r="0" b="0"/>
                <a:pathLst>
                  <a:path w="47" h="52">
                    <a:moveTo>
                      <a:pt x="0" y="10"/>
                    </a:moveTo>
                    <a:lnTo>
                      <a:pt x="24" y="10"/>
                    </a:lnTo>
                    <a:lnTo>
                      <a:pt x="24" y="0"/>
                    </a:lnTo>
                    <a:lnTo>
                      <a:pt x="47" y="26"/>
                    </a:lnTo>
                    <a:lnTo>
                      <a:pt x="24" y="52"/>
                    </a:lnTo>
                    <a:lnTo>
                      <a:pt x="24" y="42"/>
                    </a:lnTo>
                    <a:lnTo>
                      <a:pt x="0" y="42"/>
                    </a:ln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187DC5">
                  <a:alpha val="100000"/>
                </a:srgbClr>
              </a:solidFill>
              <a:ln cap="flat">
                <a:noFill/>
                <a:prstDash val="solid"/>
                <a:miter lim="0"/>
              </a:ln>
            </p:spPr>
            <p:txBody>
              <a:bodyPr rtlCol="0"/>
              <a:p>
                <a:pPr algn="ctr"/>
                <a:endParaRPr lang="zh-CN" altLang="en-US" sz="1400"/>
              </a:p>
            </p:txBody>
          </p:sp>
          <p:sp>
            <p:nvSpPr>
              <p:cNvPr id="500" name="path"/>
              <p:cNvSpPr/>
              <p:nvPr>
                <p:custDataLst>
                  <p:tags r:id="rId76"/>
                </p:custDataLst>
              </p:nvPr>
            </p:nvSpPr>
            <p:spPr>
              <a:xfrm>
                <a:off x="0" y="41147"/>
                <a:ext cx="32258" cy="35307"/>
              </a:xfrm>
              <a:custGeom>
                <a:avLst/>
                <a:gdLst/>
                <a:ahLst/>
                <a:cxnLst/>
                <a:rect l="0" t="0" r="0" b="0"/>
                <a:pathLst>
                  <a:path w="50" h="55">
                    <a:moveTo>
                      <a:pt x="1" y="12"/>
                    </a:moveTo>
                    <a:lnTo>
                      <a:pt x="25" y="12"/>
                    </a:lnTo>
                    <a:lnTo>
                      <a:pt x="25" y="1"/>
                    </a:lnTo>
                    <a:lnTo>
                      <a:pt x="49" y="27"/>
                    </a:lnTo>
                    <a:lnTo>
                      <a:pt x="25" y="54"/>
                    </a:lnTo>
                    <a:lnTo>
                      <a:pt x="25" y="43"/>
                    </a:lnTo>
                    <a:lnTo>
                      <a:pt x="1" y="43"/>
                    </a:lnTo>
                    <a:lnTo>
                      <a:pt x="1" y="12"/>
                    </a:lnTo>
                    <a:close/>
                  </a:path>
                </a:pathLst>
              </a:custGeom>
              <a:noFill/>
              <a:ln w="1778" cap="flat">
                <a:solidFill>
                  <a:srgbClr val="187DC5">
                    <a:alpha val="100000"/>
                  </a:srgbClr>
                </a:solidFill>
                <a:prstDash val="solid"/>
                <a:round/>
              </a:ln>
            </p:spPr>
            <p:txBody>
              <a:bodyPr rtlCol="0"/>
              <a:p>
                <a:pPr algn="ctr"/>
                <a:endParaRPr lang="zh-CN" altLang="en-US" sz="1400"/>
              </a:p>
            </p:txBody>
          </p:sp>
          <p:sp>
            <p:nvSpPr>
              <p:cNvPr id="502" name="path"/>
              <p:cNvSpPr/>
              <p:nvPr>
                <p:custDataLst>
                  <p:tags r:id="rId77"/>
                </p:custDataLst>
              </p:nvPr>
            </p:nvSpPr>
            <p:spPr>
              <a:xfrm>
                <a:off x="43561" y="889"/>
                <a:ext cx="144779" cy="115824"/>
              </a:xfrm>
              <a:custGeom>
                <a:avLst/>
                <a:gdLst/>
                <a:ahLst/>
                <a:cxnLst/>
                <a:rect l="0" t="0" r="0" b="0"/>
                <a:pathLst>
                  <a:path w="227" h="182">
                    <a:moveTo>
                      <a:pt x="0" y="18"/>
                    </a:moveTo>
                    <a:cubicBezTo>
                      <a:pt x="0" y="8"/>
                      <a:pt x="8" y="0"/>
                      <a:pt x="19" y="0"/>
                    </a:cubicBezTo>
                    <a:lnTo>
                      <a:pt x="208" y="0"/>
                    </a:lnTo>
                    <a:cubicBezTo>
                      <a:pt x="219" y="0"/>
                      <a:pt x="227" y="8"/>
                      <a:pt x="227" y="18"/>
                    </a:cubicBezTo>
                    <a:lnTo>
                      <a:pt x="227" y="164"/>
                    </a:lnTo>
                    <a:cubicBezTo>
                      <a:pt x="227" y="174"/>
                      <a:pt x="219" y="182"/>
                      <a:pt x="208" y="182"/>
                    </a:cubicBezTo>
                    <a:lnTo>
                      <a:pt x="19" y="182"/>
                    </a:lnTo>
                    <a:cubicBezTo>
                      <a:pt x="8" y="182"/>
                      <a:pt x="0" y="174"/>
                      <a:pt x="0" y="164"/>
                    </a:cubicBezTo>
                    <a:lnTo>
                      <a:pt x="0" y="18"/>
                    </a:lnTo>
                    <a:close/>
                  </a:path>
                </a:pathLst>
              </a:custGeom>
              <a:solidFill>
                <a:srgbClr val="187DC5">
                  <a:alpha val="100000"/>
                </a:srgbClr>
              </a:solidFill>
              <a:ln cap="flat">
                <a:noFill/>
                <a:prstDash val="solid"/>
                <a:miter lim="0"/>
              </a:ln>
            </p:spPr>
            <p:txBody>
              <a:bodyPr rtlCol="0"/>
              <a:p>
                <a:pPr algn="ctr"/>
                <a:endParaRPr lang="zh-CN" altLang="en-US" sz="1400"/>
              </a:p>
            </p:txBody>
          </p:sp>
          <p:sp>
            <p:nvSpPr>
              <p:cNvPr id="504" name="path"/>
              <p:cNvSpPr/>
              <p:nvPr>
                <p:custDataLst>
                  <p:tags r:id="rId78"/>
                </p:custDataLst>
              </p:nvPr>
            </p:nvSpPr>
            <p:spPr>
              <a:xfrm>
                <a:off x="42672" y="0"/>
                <a:ext cx="146558" cy="117602"/>
              </a:xfrm>
              <a:custGeom>
                <a:avLst/>
                <a:gdLst/>
                <a:ahLst/>
                <a:cxnLst/>
                <a:rect l="0" t="0" r="0" b="0"/>
                <a:pathLst>
                  <a:path w="230" h="185">
                    <a:moveTo>
                      <a:pt x="1" y="19"/>
                    </a:moveTo>
                    <a:cubicBezTo>
                      <a:pt x="1" y="9"/>
                      <a:pt x="10" y="1"/>
                      <a:pt x="20" y="1"/>
                    </a:cubicBezTo>
                    <a:lnTo>
                      <a:pt x="210" y="1"/>
                    </a:lnTo>
                    <a:cubicBezTo>
                      <a:pt x="220" y="1"/>
                      <a:pt x="229" y="9"/>
                      <a:pt x="229" y="19"/>
                    </a:cubicBezTo>
                    <a:lnTo>
                      <a:pt x="229" y="165"/>
                    </a:lnTo>
                    <a:cubicBezTo>
                      <a:pt x="229" y="175"/>
                      <a:pt x="220" y="183"/>
                      <a:pt x="210" y="183"/>
                    </a:cubicBezTo>
                    <a:lnTo>
                      <a:pt x="20" y="183"/>
                    </a:lnTo>
                    <a:cubicBezTo>
                      <a:pt x="10" y="183"/>
                      <a:pt x="1" y="175"/>
                      <a:pt x="1" y="165"/>
                    </a:cubicBezTo>
                    <a:lnTo>
                      <a:pt x="1" y="19"/>
                    </a:lnTo>
                    <a:close/>
                  </a:path>
                </a:pathLst>
              </a:custGeom>
              <a:noFill/>
              <a:ln w="1778" cap="flat">
                <a:solidFill>
                  <a:srgbClr val="187DC5">
                    <a:alpha val="100000"/>
                  </a:srgbClr>
                </a:solidFill>
                <a:prstDash val="solid"/>
                <a:miter lim="800000"/>
              </a:ln>
            </p:spPr>
            <p:txBody>
              <a:bodyPr rtlCol="0"/>
              <a:p>
                <a:pPr algn="ctr"/>
                <a:endParaRPr lang="zh-CN" altLang="en-US" sz="1400"/>
              </a:p>
            </p:txBody>
          </p:sp>
        </p:grpSp>
        <p:grpSp>
          <p:nvGrpSpPr>
            <p:cNvPr id="112" name="group 112"/>
            <p:cNvGrpSpPr/>
            <p:nvPr/>
          </p:nvGrpSpPr>
          <p:grpSpPr>
            <a:xfrm rot="21600000">
              <a:off x="5517" y="3494"/>
              <a:ext cx="298" cy="185"/>
              <a:chOff x="0" y="0"/>
              <a:chExt cx="189230" cy="117602"/>
            </a:xfrm>
          </p:grpSpPr>
          <p:sp>
            <p:nvSpPr>
              <p:cNvPr id="506" name="path"/>
              <p:cNvSpPr/>
              <p:nvPr>
                <p:custDataLst>
                  <p:tags r:id="rId79"/>
                </p:custDataLst>
              </p:nvPr>
            </p:nvSpPr>
            <p:spPr>
              <a:xfrm>
                <a:off x="889" y="42036"/>
                <a:ext cx="30479" cy="33528"/>
              </a:xfrm>
              <a:custGeom>
                <a:avLst/>
                <a:gdLst/>
                <a:ahLst/>
                <a:cxnLst/>
                <a:rect l="0" t="0" r="0" b="0"/>
                <a:pathLst>
                  <a:path w="47" h="52">
                    <a:moveTo>
                      <a:pt x="0" y="10"/>
                    </a:moveTo>
                    <a:lnTo>
                      <a:pt x="24" y="10"/>
                    </a:lnTo>
                    <a:lnTo>
                      <a:pt x="24" y="0"/>
                    </a:lnTo>
                    <a:lnTo>
                      <a:pt x="47" y="26"/>
                    </a:lnTo>
                    <a:lnTo>
                      <a:pt x="24" y="52"/>
                    </a:lnTo>
                    <a:lnTo>
                      <a:pt x="24" y="42"/>
                    </a:lnTo>
                    <a:lnTo>
                      <a:pt x="0" y="42"/>
                    </a:ln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187DC5">
                  <a:alpha val="100000"/>
                </a:srgbClr>
              </a:solidFill>
              <a:ln cap="flat">
                <a:noFill/>
                <a:prstDash val="solid"/>
                <a:miter lim="0"/>
              </a:ln>
            </p:spPr>
            <p:txBody>
              <a:bodyPr rtlCol="0"/>
              <a:p>
                <a:pPr algn="ctr"/>
                <a:endParaRPr lang="zh-CN" altLang="en-US" sz="1400"/>
              </a:p>
            </p:txBody>
          </p:sp>
          <p:sp>
            <p:nvSpPr>
              <p:cNvPr id="508" name="path"/>
              <p:cNvSpPr/>
              <p:nvPr>
                <p:custDataLst>
                  <p:tags r:id="rId80"/>
                </p:custDataLst>
              </p:nvPr>
            </p:nvSpPr>
            <p:spPr>
              <a:xfrm>
                <a:off x="0" y="41147"/>
                <a:ext cx="32258" cy="35307"/>
              </a:xfrm>
              <a:custGeom>
                <a:avLst/>
                <a:gdLst/>
                <a:ahLst/>
                <a:cxnLst/>
                <a:rect l="0" t="0" r="0" b="0"/>
                <a:pathLst>
                  <a:path w="50" h="55">
                    <a:moveTo>
                      <a:pt x="1" y="12"/>
                    </a:moveTo>
                    <a:lnTo>
                      <a:pt x="25" y="12"/>
                    </a:lnTo>
                    <a:lnTo>
                      <a:pt x="25" y="1"/>
                    </a:lnTo>
                    <a:lnTo>
                      <a:pt x="49" y="27"/>
                    </a:lnTo>
                    <a:lnTo>
                      <a:pt x="25" y="54"/>
                    </a:lnTo>
                    <a:lnTo>
                      <a:pt x="25" y="43"/>
                    </a:lnTo>
                    <a:lnTo>
                      <a:pt x="1" y="43"/>
                    </a:lnTo>
                    <a:lnTo>
                      <a:pt x="1" y="12"/>
                    </a:lnTo>
                    <a:close/>
                  </a:path>
                </a:pathLst>
              </a:custGeom>
              <a:noFill/>
              <a:ln w="1778" cap="flat">
                <a:solidFill>
                  <a:srgbClr val="187DC5">
                    <a:alpha val="100000"/>
                  </a:srgbClr>
                </a:solidFill>
                <a:prstDash val="solid"/>
                <a:round/>
              </a:ln>
            </p:spPr>
            <p:txBody>
              <a:bodyPr rtlCol="0"/>
              <a:p>
                <a:pPr algn="ctr"/>
                <a:endParaRPr lang="zh-CN" altLang="en-US" sz="1400"/>
              </a:p>
            </p:txBody>
          </p:sp>
          <p:sp>
            <p:nvSpPr>
              <p:cNvPr id="510" name="path"/>
              <p:cNvSpPr/>
              <p:nvPr>
                <p:custDataLst>
                  <p:tags r:id="rId81"/>
                </p:custDataLst>
              </p:nvPr>
            </p:nvSpPr>
            <p:spPr>
              <a:xfrm>
                <a:off x="43560" y="889"/>
                <a:ext cx="144780" cy="115824"/>
              </a:xfrm>
              <a:custGeom>
                <a:avLst/>
                <a:gdLst/>
                <a:ahLst/>
                <a:cxnLst/>
                <a:rect l="0" t="0" r="0" b="0"/>
                <a:pathLst>
                  <a:path w="228" h="182">
                    <a:moveTo>
                      <a:pt x="0" y="18"/>
                    </a:moveTo>
                    <a:cubicBezTo>
                      <a:pt x="0" y="8"/>
                      <a:pt x="8" y="0"/>
                      <a:pt x="19" y="0"/>
                    </a:cubicBezTo>
                    <a:lnTo>
                      <a:pt x="208" y="0"/>
                    </a:lnTo>
                    <a:cubicBezTo>
                      <a:pt x="219" y="0"/>
                      <a:pt x="228" y="8"/>
                      <a:pt x="228" y="18"/>
                    </a:cubicBezTo>
                    <a:lnTo>
                      <a:pt x="228" y="164"/>
                    </a:lnTo>
                    <a:cubicBezTo>
                      <a:pt x="228" y="174"/>
                      <a:pt x="219" y="182"/>
                      <a:pt x="208" y="182"/>
                    </a:cubicBezTo>
                    <a:lnTo>
                      <a:pt x="19" y="182"/>
                    </a:lnTo>
                    <a:cubicBezTo>
                      <a:pt x="8" y="182"/>
                      <a:pt x="0" y="174"/>
                      <a:pt x="0" y="164"/>
                    </a:cubicBezTo>
                    <a:lnTo>
                      <a:pt x="0" y="18"/>
                    </a:lnTo>
                    <a:close/>
                  </a:path>
                </a:pathLst>
              </a:custGeom>
              <a:solidFill>
                <a:srgbClr val="187DC5">
                  <a:alpha val="100000"/>
                </a:srgbClr>
              </a:solidFill>
              <a:ln cap="flat">
                <a:noFill/>
                <a:prstDash val="solid"/>
                <a:miter lim="0"/>
              </a:ln>
            </p:spPr>
            <p:txBody>
              <a:bodyPr rtlCol="0"/>
              <a:p>
                <a:pPr algn="ctr"/>
                <a:endParaRPr lang="zh-CN" altLang="en-US" sz="1400"/>
              </a:p>
            </p:txBody>
          </p:sp>
          <p:sp>
            <p:nvSpPr>
              <p:cNvPr id="512" name="path"/>
              <p:cNvSpPr/>
              <p:nvPr>
                <p:custDataLst>
                  <p:tags r:id="rId82"/>
                </p:custDataLst>
              </p:nvPr>
            </p:nvSpPr>
            <p:spPr>
              <a:xfrm>
                <a:off x="42671" y="0"/>
                <a:ext cx="146558" cy="117602"/>
              </a:xfrm>
              <a:custGeom>
                <a:avLst/>
                <a:gdLst/>
                <a:ahLst/>
                <a:cxnLst/>
                <a:rect l="0" t="0" r="0" b="0"/>
                <a:pathLst>
                  <a:path w="230" h="185">
                    <a:moveTo>
                      <a:pt x="1" y="19"/>
                    </a:moveTo>
                    <a:cubicBezTo>
                      <a:pt x="1" y="9"/>
                      <a:pt x="10" y="1"/>
                      <a:pt x="20" y="1"/>
                    </a:cubicBezTo>
                    <a:lnTo>
                      <a:pt x="210" y="1"/>
                    </a:lnTo>
                    <a:cubicBezTo>
                      <a:pt x="220" y="1"/>
                      <a:pt x="229" y="9"/>
                      <a:pt x="229" y="19"/>
                    </a:cubicBezTo>
                    <a:lnTo>
                      <a:pt x="229" y="165"/>
                    </a:lnTo>
                    <a:cubicBezTo>
                      <a:pt x="229" y="175"/>
                      <a:pt x="220" y="183"/>
                      <a:pt x="210" y="183"/>
                    </a:cubicBezTo>
                    <a:lnTo>
                      <a:pt x="20" y="183"/>
                    </a:lnTo>
                    <a:cubicBezTo>
                      <a:pt x="10" y="183"/>
                      <a:pt x="1" y="175"/>
                      <a:pt x="1" y="165"/>
                    </a:cubicBezTo>
                    <a:lnTo>
                      <a:pt x="1" y="19"/>
                    </a:lnTo>
                    <a:close/>
                  </a:path>
                </a:pathLst>
              </a:custGeom>
              <a:noFill/>
              <a:ln w="1778" cap="flat">
                <a:solidFill>
                  <a:srgbClr val="187DC5">
                    <a:alpha val="100000"/>
                  </a:srgbClr>
                </a:solidFill>
                <a:prstDash val="solid"/>
                <a:miter lim="800000"/>
              </a:ln>
            </p:spPr>
            <p:txBody>
              <a:bodyPr rtlCol="0"/>
              <a:p>
                <a:pPr algn="ctr"/>
                <a:endParaRPr lang="zh-CN" altLang="en-US" sz="1400"/>
              </a:p>
            </p:txBody>
          </p:sp>
        </p:grpSp>
        <p:grpSp>
          <p:nvGrpSpPr>
            <p:cNvPr id="114" name="group 114"/>
            <p:cNvGrpSpPr/>
            <p:nvPr/>
          </p:nvGrpSpPr>
          <p:grpSpPr>
            <a:xfrm rot="21600000">
              <a:off x="4879" y="3494"/>
              <a:ext cx="298" cy="185"/>
              <a:chOff x="0" y="0"/>
              <a:chExt cx="189230" cy="117602"/>
            </a:xfrm>
          </p:grpSpPr>
          <p:sp>
            <p:nvSpPr>
              <p:cNvPr id="514" name="path"/>
              <p:cNvSpPr/>
              <p:nvPr>
                <p:custDataLst>
                  <p:tags r:id="rId83"/>
                </p:custDataLst>
              </p:nvPr>
            </p:nvSpPr>
            <p:spPr>
              <a:xfrm>
                <a:off x="889" y="42036"/>
                <a:ext cx="30479" cy="33528"/>
              </a:xfrm>
              <a:custGeom>
                <a:avLst/>
                <a:gdLst/>
                <a:ahLst/>
                <a:cxnLst/>
                <a:rect l="0" t="0" r="0" b="0"/>
                <a:pathLst>
                  <a:path w="47" h="52">
                    <a:moveTo>
                      <a:pt x="0" y="10"/>
                    </a:moveTo>
                    <a:lnTo>
                      <a:pt x="23" y="10"/>
                    </a:lnTo>
                    <a:lnTo>
                      <a:pt x="23" y="0"/>
                    </a:lnTo>
                    <a:lnTo>
                      <a:pt x="47" y="26"/>
                    </a:lnTo>
                    <a:lnTo>
                      <a:pt x="23" y="52"/>
                    </a:lnTo>
                    <a:lnTo>
                      <a:pt x="23" y="42"/>
                    </a:lnTo>
                    <a:lnTo>
                      <a:pt x="0" y="42"/>
                    </a:ln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187DC5">
                  <a:alpha val="100000"/>
                </a:srgbClr>
              </a:solidFill>
              <a:ln cap="flat">
                <a:noFill/>
                <a:prstDash val="solid"/>
                <a:miter lim="0"/>
              </a:ln>
            </p:spPr>
            <p:txBody>
              <a:bodyPr rtlCol="0"/>
              <a:p>
                <a:pPr algn="ctr"/>
                <a:endParaRPr lang="zh-CN" altLang="en-US" sz="1400"/>
              </a:p>
            </p:txBody>
          </p:sp>
          <p:sp>
            <p:nvSpPr>
              <p:cNvPr id="516" name="path"/>
              <p:cNvSpPr/>
              <p:nvPr>
                <p:custDataLst>
                  <p:tags r:id="rId84"/>
                </p:custDataLst>
              </p:nvPr>
            </p:nvSpPr>
            <p:spPr>
              <a:xfrm>
                <a:off x="0" y="41147"/>
                <a:ext cx="32258" cy="35307"/>
              </a:xfrm>
              <a:custGeom>
                <a:avLst/>
                <a:gdLst/>
                <a:ahLst/>
                <a:cxnLst/>
                <a:rect l="0" t="0" r="0" b="0"/>
                <a:pathLst>
                  <a:path w="50" h="55">
                    <a:moveTo>
                      <a:pt x="1" y="12"/>
                    </a:moveTo>
                    <a:lnTo>
                      <a:pt x="25" y="12"/>
                    </a:lnTo>
                    <a:lnTo>
                      <a:pt x="25" y="1"/>
                    </a:lnTo>
                    <a:lnTo>
                      <a:pt x="49" y="27"/>
                    </a:lnTo>
                    <a:lnTo>
                      <a:pt x="25" y="54"/>
                    </a:lnTo>
                    <a:lnTo>
                      <a:pt x="25" y="43"/>
                    </a:lnTo>
                    <a:lnTo>
                      <a:pt x="1" y="43"/>
                    </a:lnTo>
                    <a:lnTo>
                      <a:pt x="1" y="12"/>
                    </a:lnTo>
                    <a:close/>
                  </a:path>
                </a:pathLst>
              </a:custGeom>
              <a:noFill/>
              <a:ln w="1778" cap="flat">
                <a:solidFill>
                  <a:srgbClr val="187DC5">
                    <a:alpha val="100000"/>
                  </a:srgbClr>
                </a:solidFill>
                <a:prstDash val="solid"/>
                <a:round/>
              </a:ln>
            </p:spPr>
            <p:txBody>
              <a:bodyPr rtlCol="0"/>
              <a:p>
                <a:pPr algn="ctr"/>
                <a:endParaRPr lang="zh-CN" altLang="en-US" sz="1400"/>
              </a:p>
            </p:txBody>
          </p:sp>
          <p:sp>
            <p:nvSpPr>
              <p:cNvPr id="518" name="path"/>
              <p:cNvSpPr/>
              <p:nvPr>
                <p:custDataLst>
                  <p:tags r:id="rId85"/>
                </p:custDataLst>
              </p:nvPr>
            </p:nvSpPr>
            <p:spPr>
              <a:xfrm>
                <a:off x="45085" y="889"/>
                <a:ext cx="143255" cy="115824"/>
              </a:xfrm>
              <a:custGeom>
                <a:avLst/>
                <a:gdLst/>
                <a:ahLst/>
                <a:cxnLst/>
                <a:rect l="0" t="0" r="0" b="0"/>
                <a:pathLst>
                  <a:path w="225" h="182">
                    <a:moveTo>
                      <a:pt x="0" y="18"/>
                    </a:moveTo>
                    <a:cubicBezTo>
                      <a:pt x="0" y="8"/>
                      <a:pt x="8" y="0"/>
                      <a:pt x="19" y="0"/>
                    </a:cubicBezTo>
                    <a:lnTo>
                      <a:pt x="206" y="0"/>
                    </a:lnTo>
                    <a:cubicBezTo>
                      <a:pt x="216" y="0"/>
                      <a:pt x="225" y="8"/>
                      <a:pt x="225" y="18"/>
                    </a:cubicBezTo>
                    <a:lnTo>
                      <a:pt x="225" y="164"/>
                    </a:lnTo>
                    <a:cubicBezTo>
                      <a:pt x="225" y="174"/>
                      <a:pt x="216" y="182"/>
                      <a:pt x="206" y="182"/>
                    </a:cubicBezTo>
                    <a:lnTo>
                      <a:pt x="19" y="182"/>
                    </a:lnTo>
                    <a:cubicBezTo>
                      <a:pt x="8" y="182"/>
                      <a:pt x="0" y="174"/>
                      <a:pt x="0" y="164"/>
                    </a:cubicBezTo>
                    <a:lnTo>
                      <a:pt x="0" y="18"/>
                    </a:lnTo>
                    <a:close/>
                  </a:path>
                </a:pathLst>
              </a:custGeom>
              <a:solidFill>
                <a:srgbClr val="187DC5">
                  <a:alpha val="100000"/>
                </a:srgbClr>
              </a:solidFill>
              <a:ln cap="flat">
                <a:noFill/>
                <a:prstDash val="solid"/>
                <a:miter lim="0"/>
              </a:ln>
            </p:spPr>
            <p:txBody>
              <a:bodyPr rtlCol="0"/>
              <a:p>
                <a:pPr algn="ctr"/>
                <a:endParaRPr lang="zh-CN" altLang="en-US" sz="1400"/>
              </a:p>
            </p:txBody>
          </p:sp>
          <p:sp>
            <p:nvSpPr>
              <p:cNvPr id="520" name="path"/>
              <p:cNvSpPr/>
              <p:nvPr>
                <p:custDataLst>
                  <p:tags r:id="rId86"/>
                </p:custDataLst>
              </p:nvPr>
            </p:nvSpPr>
            <p:spPr>
              <a:xfrm>
                <a:off x="44195" y="0"/>
                <a:ext cx="145034" cy="117602"/>
              </a:xfrm>
              <a:custGeom>
                <a:avLst/>
                <a:gdLst/>
                <a:ahLst/>
                <a:cxnLst/>
                <a:rect l="0" t="0" r="0" b="0"/>
                <a:pathLst>
                  <a:path w="228" h="185">
                    <a:moveTo>
                      <a:pt x="1" y="19"/>
                    </a:moveTo>
                    <a:cubicBezTo>
                      <a:pt x="1" y="9"/>
                      <a:pt x="10" y="1"/>
                      <a:pt x="20" y="1"/>
                    </a:cubicBezTo>
                    <a:lnTo>
                      <a:pt x="207" y="1"/>
                    </a:lnTo>
                    <a:cubicBezTo>
                      <a:pt x="218" y="1"/>
                      <a:pt x="227" y="9"/>
                      <a:pt x="227" y="19"/>
                    </a:cubicBezTo>
                    <a:lnTo>
                      <a:pt x="227" y="165"/>
                    </a:lnTo>
                    <a:cubicBezTo>
                      <a:pt x="227" y="175"/>
                      <a:pt x="218" y="183"/>
                      <a:pt x="207" y="183"/>
                    </a:cubicBezTo>
                    <a:lnTo>
                      <a:pt x="20" y="183"/>
                    </a:lnTo>
                    <a:cubicBezTo>
                      <a:pt x="10" y="183"/>
                      <a:pt x="1" y="175"/>
                      <a:pt x="1" y="165"/>
                    </a:cubicBezTo>
                    <a:lnTo>
                      <a:pt x="1" y="19"/>
                    </a:lnTo>
                    <a:close/>
                  </a:path>
                </a:pathLst>
              </a:custGeom>
              <a:noFill/>
              <a:ln w="1778" cap="flat">
                <a:solidFill>
                  <a:srgbClr val="187DC5">
                    <a:alpha val="100000"/>
                  </a:srgbClr>
                </a:solidFill>
                <a:prstDash val="solid"/>
                <a:miter lim="800000"/>
              </a:ln>
            </p:spPr>
            <p:txBody>
              <a:bodyPr rtlCol="0"/>
              <a:p>
                <a:pPr algn="ctr"/>
                <a:endParaRPr lang="zh-CN" altLang="en-US" sz="1400"/>
              </a:p>
            </p:txBody>
          </p:sp>
        </p:grpSp>
        <p:sp>
          <p:nvSpPr>
            <p:cNvPr id="526" name="rect"/>
            <p:cNvSpPr/>
            <p:nvPr>
              <p:custDataLst>
                <p:tags r:id="rId87"/>
              </p:custDataLst>
            </p:nvPr>
          </p:nvSpPr>
          <p:spPr>
            <a:xfrm>
              <a:off x="4310" y="3494"/>
              <a:ext cx="231" cy="185"/>
            </a:xfrm>
            <a:prstGeom prst="rect">
              <a:avLst/>
            </a:prstGeom>
            <a:solidFill>
              <a:srgbClr val="187DC5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p>
              <a:pPr algn="ctr"/>
              <a:endParaRPr lang="zh-CN" altLang="en-US" sz="1400"/>
            </a:p>
          </p:txBody>
        </p:sp>
        <p:sp>
          <p:nvSpPr>
            <p:cNvPr id="548" name="textbox 548"/>
            <p:cNvSpPr/>
            <p:nvPr>
              <p:custDataLst>
                <p:tags r:id="rId88"/>
              </p:custDataLst>
            </p:nvPr>
          </p:nvSpPr>
          <p:spPr>
            <a:xfrm>
              <a:off x="4969" y="2718"/>
              <a:ext cx="155" cy="193"/>
            </a:xfrm>
            <a:prstGeom prst="rect">
              <a:avLst/>
            </a:prstGeom>
          </p:spPr>
          <p:txBody>
            <a:bodyPr vert="horz" wrap="square" lIns="0" tIns="0" rIns="0" bIns="0"/>
            <a:p>
              <a:pPr algn="l" rtl="0" eaLnBrk="0">
                <a:lnSpc>
                  <a:spcPct val="85000"/>
                </a:lnSpc>
              </a:pPr>
              <a:endParaRPr lang="en-US" altLang="en-US" sz="1400" dirty="0"/>
            </a:p>
            <a:p>
              <a:pPr marL="13970" indent="-1905" algn="l" rtl="0" eaLnBrk="0">
                <a:lnSpc>
                  <a:spcPct val="158000"/>
                </a:lnSpc>
              </a:pPr>
              <a:r>
                <a:rPr sz="1400" kern="0" spc="8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碱性</a:t>
              </a:r>
              <a:r>
                <a:rPr sz="1400" kern="0" spc="-1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   </a:t>
              </a:r>
              <a:r>
                <a:rPr sz="1400" kern="0" spc="7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除油</a:t>
              </a:r>
              <a:endParaRPr lang="en-US" altLang="en-US" sz="1400" dirty="0"/>
            </a:p>
          </p:txBody>
        </p:sp>
        <p:sp>
          <p:nvSpPr>
            <p:cNvPr id="550" name="textbox 550"/>
            <p:cNvSpPr/>
            <p:nvPr>
              <p:custDataLst>
                <p:tags r:id="rId89"/>
              </p:custDataLst>
            </p:nvPr>
          </p:nvSpPr>
          <p:spPr>
            <a:xfrm>
              <a:off x="4348" y="2718"/>
              <a:ext cx="155" cy="193"/>
            </a:xfrm>
            <a:prstGeom prst="rect">
              <a:avLst/>
            </a:prstGeom>
          </p:spPr>
          <p:txBody>
            <a:bodyPr vert="horz" wrap="square" lIns="0" tIns="0" rIns="0" bIns="0"/>
            <a:p>
              <a:pPr algn="l" rtl="0" eaLnBrk="0">
                <a:lnSpc>
                  <a:spcPct val="85000"/>
                </a:lnSpc>
              </a:pPr>
              <a:endParaRPr lang="en-US" altLang="en-US" sz="1400" dirty="0"/>
            </a:p>
            <a:p>
              <a:pPr marL="12700" algn="l" rtl="0" eaLnBrk="0">
                <a:lnSpc>
                  <a:spcPct val="158000"/>
                </a:lnSpc>
              </a:pPr>
              <a:r>
                <a:rPr sz="1400" kern="0" spc="8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机械</a:t>
              </a:r>
              <a:r>
                <a:rPr sz="1400" kern="0" spc="-1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   </a:t>
              </a:r>
              <a:r>
                <a:rPr sz="1400" kern="0" spc="8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打磨</a:t>
              </a:r>
              <a:endParaRPr lang="en-US" altLang="en-US" sz="1400" dirty="0"/>
            </a:p>
          </p:txBody>
        </p:sp>
        <p:sp>
          <p:nvSpPr>
            <p:cNvPr id="554" name="textbox 554"/>
            <p:cNvSpPr/>
            <p:nvPr>
              <p:custDataLst>
                <p:tags r:id="rId90"/>
              </p:custDataLst>
            </p:nvPr>
          </p:nvSpPr>
          <p:spPr>
            <a:xfrm>
              <a:off x="4949" y="3171"/>
              <a:ext cx="213" cy="102"/>
            </a:xfrm>
            <a:prstGeom prst="rect">
              <a:avLst/>
            </a:prstGeom>
          </p:spPr>
          <p:txBody>
            <a:bodyPr vert="horz" wrap="square" lIns="0" tIns="0" rIns="0" bIns="0"/>
            <a:p>
              <a:pPr algn="l" rtl="0" eaLnBrk="0">
                <a:lnSpc>
                  <a:spcPct val="83000"/>
                </a:lnSpc>
              </a:pPr>
              <a:endParaRPr lang="en-US" altLang="en-US" sz="1400" dirty="0"/>
            </a:p>
            <a:p>
              <a:pPr marL="12700" algn="l" rtl="0" eaLnBrk="0">
                <a:lnSpc>
                  <a:spcPts val="305"/>
                </a:lnSpc>
              </a:pPr>
              <a:r>
                <a:rPr sz="1400" kern="0" spc="8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镀亮镍</a:t>
              </a:r>
              <a:endParaRPr lang="en-US" altLang="en-US" sz="1400" dirty="0"/>
            </a:p>
          </p:txBody>
        </p:sp>
        <p:sp>
          <p:nvSpPr>
            <p:cNvPr id="556" name="textbox 556"/>
            <p:cNvSpPr/>
            <p:nvPr>
              <p:custDataLst>
                <p:tags r:id="rId91"/>
              </p:custDataLst>
            </p:nvPr>
          </p:nvSpPr>
          <p:spPr>
            <a:xfrm>
              <a:off x="5907" y="3171"/>
              <a:ext cx="212" cy="102"/>
            </a:xfrm>
            <a:prstGeom prst="rect">
              <a:avLst/>
            </a:prstGeom>
          </p:spPr>
          <p:txBody>
            <a:bodyPr vert="horz" wrap="square" lIns="0" tIns="0" rIns="0" bIns="0"/>
            <a:p>
              <a:pPr algn="l" rtl="0" eaLnBrk="0">
                <a:lnSpc>
                  <a:spcPct val="83000"/>
                </a:lnSpc>
              </a:pPr>
              <a:endParaRPr lang="en-US" altLang="en-US" sz="1400" dirty="0"/>
            </a:p>
            <a:p>
              <a:pPr marL="12700" algn="l" rtl="0" eaLnBrk="0">
                <a:lnSpc>
                  <a:spcPts val="305"/>
                </a:lnSpc>
              </a:pPr>
              <a:r>
                <a:rPr sz="1400" kern="0" spc="8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冷水洗</a:t>
              </a:r>
              <a:endParaRPr lang="en-US" altLang="en-US" sz="1400" dirty="0"/>
            </a:p>
          </p:txBody>
        </p:sp>
        <p:sp>
          <p:nvSpPr>
            <p:cNvPr id="558" name="textbox 558"/>
            <p:cNvSpPr/>
            <p:nvPr>
              <p:custDataLst>
                <p:tags r:id="rId92"/>
              </p:custDataLst>
            </p:nvPr>
          </p:nvSpPr>
          <p:spPr>
            <a:xfrm>
              <a:off x="4630" y="3171"/>
              <a:ext cx="212" cy="102"/>
            </a:xfrm>
            <a:prstGeom prst="rect">
              <a:avLst/>
            </a:prstGeom>
          </p:spPr>
          <p:txBody>
            <a:bodyPr vert="horz" wrap="square" lIns="0" tIns="0" rIns="0" bIns="0"/>
            <a:p>
              <a:pPr algn="l" rtl="0" eaLnBrk="0">
                <a:lnSpc>
                  <a:spcPct val="83000"/>
                </a:lnSpc>
              </a:pPr>
              <a:endParaRPr lang="en-US" altLang="en-US" sz="1400" dirty="0"/>
            </a:p>
            <a:p>
              <a:pPr marL="12700" algn="l" rtl="0" eaLnBrk="0">
                <a:lnSpc>
                  <a:spcPts val="305"/>
                </a:lnSpc>
              </a:pPr>
              <a:r>
                <a:rPr sz="1400" kern="0" spc="8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冷水洗</a:t>
              </a:r>
              <a:endParaRPr lang="en-US" altLang="en-US" sz="1400" dirty="0"/>
            </a:p>
          </p:txBody>
        </p:sp>
        <p:sp>
          <p:nvSpPr>
            <p:cNvPr id="560" name="textbox 560"/>
            <p:cNvSpPr/>
            <p:nvPr>
              <p:custDataLst>
                <p:tags r:id="rId93"/>
              </p:custDataLst>
            </p:nvPr>
          </p:nvSpPr>
          <p:spPr>
            <a:xfrm>
              <a:off x="6225" y="3171"/>
              <a:ext cx="212" cy="102"/>
            </a:xfrm>
            <a:prstGeom prst="rect">
              <a:avLst/>
            </a:prstGeom>
          </p:spPr>
          <p:txBody>
            <a:bodyPr vert="horz" wrap="square" lIns="0" tIns="0" rIns="0" bIns="0"/>
            <a:p>
              <a:pPr algn="l" rtl="0" eaLnBrk="0">
                <a:lnSpc>
                  <a:spcPct val="83000"/>
                </a:lnSpc>
              </a:pPr>
              <a:endParaRPr lang="en-US" altLang="en-US" sz="1400" dirty="0"/>
            </a:p>
            <a:p>
              <a:pPr marL="12700" algn="l" rtl="0" eaLnBrk="0">
                <a:lnSpc>
                  <a:spcPts val="305"/>
                </a:lnSpc>
              </a:pPr>
              <a:r>
                <a:rPr sz="1400" kern="0" spc="8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热水洗</a:t>
              </a:r>
              <a:endParaRPr lang="en-US" altLang="en-US" sz="1400" dirty="0"/>
            </a:p>
          </p:txBody>
        </p:sp>
        <p:sp>
          <p:nvSpPr>
            <p:cNvPr id="562" name="textbox 562"/>
            <p:cNvSpPr/>
            <p:nvPr>
              <p:custDataLst>
                <p:tags r:id="rId94"/>
              </p:custDataLst>
            </p:nvPr>
          </p:nvSpPr>
          <p:spPr>
            <a:xfrm>
              <a:off x="5580" y="2792"/>
              <a:ext cx="211" cy="101"/>
            </a:xfrm>
            <a:prstGeom prst="rect">
              <a:avLst/>
            </a:prstGeom>
          </p:spPr>
          <p:txBody>
            <a:bodyPr vert="horz" wrap="square" lIns="0" tIns="0" rIns="0" bIns="0"/>
            <a:p>
              <a:pPr algn="l" rtl="0" eaLnBrk="0">
                <a:lnSpc>
                  <a:spcPct val="83000"/>
                </a:lnSpc>
              </a:pPr>
              <a:endParaRPr lang="en-US" altLang="en-US" sz="1400" dirty="0"/>
            </a:p>
            <a:p>
              <a:pPr marL="12700" algn="l" rtl="0" eaLnBrk="0">
                <a:lnSpc>
                  <a:spcPts val="305"/>
                </a:lnSpc>
              </a:pPr>
              <a:r>
                <a:rPr sz="1400" kern="0" spc="8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冷水洗</a:t>
              </a:r>
              <a:endParaRPr lang="en-US" altLang="en-US" sz="1400" dirty="0"/>
            </a:p>
          </p:txBody>
        </p:sp>
        <p:sp>
          <p:nvSpPr>
            <p:cNvPr id="564" name="textbox 564"/>
            <p:cNvSpPr/>
            <p:nvPr>
              <p:custDataLst>
                <p:tags r:id="rId95"/>
              </p:custDataLst>
            </p:nvPr>
          </p:nvSpPr>
          <p:spPr>
            <a:xfrm>
              <a:off x="6218" y="2792"/>
              <a:ext cx="211" cy="101"/>
            </a:xfrm>
            <a:prstGeom prst="rect">
              <a:avLst/>
            </a:prstGeom>
          </p:spPr>
          <p:txBody>
            <a:bodyPr vert="horz" wrap="square" lIns="0" tIns="0" rIns="0" bIns="0"/>
            <a:p>
              <a:pPr algn="l" rtl="0" eaLnBrk="0">
                <a:lnSpc>
                  <a:spcPct val="83000"/>
                </a:lnSpc>
              </a:pPr>
              <a:endParaRPr lang="en-US" altLang="en-US" sz="1400" dirty="0"/>
            </a:p>
            <a:p>
              <a:pPr marL="12700" algn="l" rtl="0" eaLnBrk="0">
                <a:lnSpc>
                  <a:spcPts val="305"/>
                </a:lnSpc>
              </a:pPr>
              <a:r>
                <a:rPr sz="1400" kern="0" spc="8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冷水洗</a:t>
              </a:r>
              <a:endParaRPr lang="en-US" altLang="en-US" sz="1400" dirty="0"/>
            </a:p>
          </p:txBody>
        </p:sp>
        <p:sp>
          <p:nvSpPr>
            <p:cNvPr id="566" name="textbox 566"/>
            <p:cNvSpPr/>
            <p:nvPr>
              <p:custDataLst>
                <p:tags r:id="rId96"/>
              </p:custDataLst>
            </p:nvPr>
          </p:nvSpPr>
          <p:spPr>
            <a:xfrm>
              <a:off x="4639" y="3537"/>
              <a:ext cx="211" cy="101"/>
            </a:xfrm>
            <a:prstGeom prst="rect">
              <a:avLst/>
            </a:prstGeom>
          </p:spPr>
          <p:txBody>
            <a:bodyPr vert="horz" wrap="square" lIns="0" tIns="0" rIns="0" bIns="0"/>
            <a:p>
              <a:pPr algn="l" rtl="0" eaLnBrk="0">
                <a:lnSpc>
                  <a:spcPct val="83000"/>
                </a:lnSpc>
              </a:pPr>
              <a:endParaRPr lang="en-US" altLang="en-US" sz="1400" dirty="0"/>
            </a:p>
            <a:p>
              <a:pPr marL="12700" algn="l" rtl="0" eaLnBrk="0">
                <a:lnSpc>
                  <a:spcPts val="305"/>
                </a:lnSpc>
              </a:pPr>
              <a:r>
                <a:rPr sz="1400" kern="0" spc="8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冷水洗</a:t>
              </a:r>
              <a:endParaRPr lang="en-US" altLang="en-US" sz="1400" dirty="0"/>
            </a:p>
          </p:txBody>
        </p:sp>
        <p:sp>
          <p:nvSpPr>
            <p:cNvPr id="568" name="textbox 568"/>
            <p:cNvSpPr/>
            <p:nvPr>
              <p:custDataLst>
                <p:tags r:id="rId97"/>
              </p:custDataLst>
            </p:nvPr>
          </p:nvSpPr>
          <p:spPr>
            <a:xfrm>
              <a:off x="4959" y="3537"/>
              <a:ext cx="211" cy="101"/>
            </a:xfrm>
            <a:prstGeom prst="rect">
              <a:avLst/>
            </a:prstGeom>
          </p:spPr>
          <p:txBody>
            <a:bodyPr vert="horz" wrap="square" lIns="0" tIns="0" rIns="0" bIns="0"/>
            <a:p>
              <a:pPr algn="l" rtl="0" eaLnBrk="0">
                <a:lnSpc>
                  <a:spcPct val="83000"/>
                </a:lnSpc>
              </a:pPr>
              <a:endParaRPr lang="en-US" altLang="en-US" sz="1400" dirty="0"/>
            </a:p>
            <a:p>
              <a:pPr marL="12700" algn="l" rtl="0" eaLnBrk="0">
                <a:lnSpc>
                  <a:spcPts val="305"/>
                </a:lnSpc>
              </a:pPr>
              <a:r>
                <a:rPr sz="1400" kern="0" spc="8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热水洗</a:t>
              </a:r>
              <a:endParaRPr lang="en-US" altLang="en-US" sz="1400" dirty="0"/>
            </a:p>
          </p:txBody>
        </p:sp>
        <p:sp>
          <p:nvSpPr>
            <p:cNvPr id="570" name="textbox 570"/>
            <p:cNvSpPr/>
            <p:nvPr>
              <p:custDataLst>
                <p:tags r:id="rId98"/>
              </p:custDataLst>
            </p:nvPr>
          </p:nvSpPr>
          <p:spPr>
            <a:xfrm>
              <a:off x="5261" y="2792"/>
              <a:ext cx="211" cy="101"/>
            </a:xfrm>
            <a:prstGeom prst="rect">
              <a:avLst/>
            </a:prstGeom>
          </p:spPr>
          <p:txBody>
            <a:bodyPr vert="horz" wrap="square" lIns="0" tIns="0" rIns="0" bIns="0"/>
            <a:p>
              <a:pPr algn="l" rtl="0" eaLnBrk="0">
                <a:lnSpc>
                  <a:spcPct val="83000"/>
                </a:lnSpc>
              </a:pPr>
              <a:endParaRPr lang="en-US" altLang="en-US" sz="1400" dirty="0"/>
            </a:p>
            <a:p>
              <a:pPr marL="12700" algn="l" rtl="0" eaLnBrk="0">
                <a:lnSpc>
                  <a:spcPts val="305"/>
                </a:lnSpc>
              </a:pPr>
              <a:r>
                <a:rPr sz="1400" kern="0" spc="8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热水洗</a:t>
              </a:r>
              <a:endParaRPr lang="en-US" altLang="en-US" sz="1400" dirty="0"/>
            </a:p>
          </p:txBody>
        </p:sp>
        <p:sp>
          <p:nvSpPr>
            <p:cNvPr id="578" name="textbox 578"/>
            <p:cNvSpPr/>
            <p:nvPr>
              <p:custDataLst>
                <p:tags r:id="rId99"/>
              </p:custDataLst>
            </p:nvPr>
          </p:nvSpPr>
          <p:spPr>
            <a:xfrm>
              <a:off x="4339" y="3171"/>
              <a:ext cx="155" cy="102"/>
            </a:xfrm>
            <a:prstGeom prst="rect">
              <a:avLst/>
            </a:prstGeom>
          </p:spPr>
          <p:txBody>
            <a:bodyPr vert="horz" wrap="square" lIns="0" tIns="0" rIns="0" bIns="0"/>
            <a:p>
              <a:pPr algn="l" rtl="0" eaLnBrk="0">
                <a:lnSpc>
                  <a:spcPct val="83000"/>
                </a:lnSpc>
              </a:pPr>
              <a:endParaRPr lang="en-US" altLang="en-US" sz="1400" dirty="0"/>
            </a:p>
            <a:p>
              <a:pPr marL="12700" algn="l" rtl="0" eaLnBrk="0">
                <a:lnSpc>
                  <a:spcPts val="305"/>
                </a:lnSpc>
              </a:pPr>
              <a:r>
                <a:rPr sz="1400" kern="0" spc="8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活化</a:t>
              </a:r>
              <a:endParaRPr lang="en-US" altLang="en-US" sz="1400" dirty="0"/>
            </a:p>
          </p:txBody>
        </p:sp>
        <p:sp>
          <p:nvSpPr>
            <p:cNvPr id="580" name="textbox 580"/>
            <p:cNvSpPr/>
            <p:nvPr>
              <p:custDataLst>
                <p:tags r:id="rId100"/>
              </p:custDataLst>
            </p:nvPr>
          </p:nvSpPr>
          <p:spPr>
            <a:xfrm>
              <a:off x="5297" y="3171"/>
              <a:ext cx="155" cy="102"/>
            </a:xfrm>
            <a:prstGeom prst="rect">
              <a:avLst/>
            </a:prstGeom>
          </p:spPr>
          <p:txBody>
            <a:bodyPr vert="horz" wrap="square" lIns="0" tIns="0" rIns="0" bIns="0"/>
            <a:p>
              <a:pPr algn="l" rtl="0" eaLnBrk="0">
                <a:lnSpc>
                  <a:spcPct val="83000"/>
                </a:lnSpc>
              </a:pPr>
              <a:endParaRPr lang="en-US" altLang="en-US" sz="1400" dirty="0"/>
            </a:p>
            <a:p>
              <a:pPr marL="12700" algn="l" rtl="0" eaLnBrk="0">
                <a:lnSpc>
                  <a:spcPts val="305"/>
                </a:lnSpc>
              </a:pPr>
              <a:r>
                <a:rPr sz="1400" kern="0" spc="8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水洗</a:t>
              </a:r>
              <a:endParaRPr lang="en-US" altLang="en-US" sz="1400" dirty="0"/>
            </a:p>
          </p:txBody>
        </p:sp>
        <p:sp>
          <p:nvSpPr>
            <p:cNvPr id="582" name="textbox 582"/>
            <p:cNvSpPr/>
            <p:nvPr>
              <p:custDataLst>
                <p:tags r:id="rId101"/>
              </p:custDataLst>
            </p:nvPr>
          </p:nvSpPr>
          <p:spPr>
            <a:xfrm>
              <a:off x="5944" y="3537"/>
              <a:ext cx="155" cy="101"/>
            </a:xfrm>
            <a:prstGeom prst="rect">
              <a:avLst/>
            </a:prstGeom>
          </p:spPr>
          <p:txBody>
            <a:bodyPr vert="horz" wrap="square" lIns="0" tIns="0" rIns="0" bIns="0"/>
            <a:p>
              <a:pPr algn="l" rtl="0" eaLnBrk="0">
                <a:lnSpc>
                  <a:spcPct val="83000"/>
                </a:lnSpc>
              </a:pPr>
              <a:endParaRPr lang="en-US" altLang="en-US" sz="1400" dirty="0"/>
            </a:p>
            <a:p>
              <a:pPr marL="12700" algn="l" rtl="0" eaLnBrk="0">
                <a:lnSpc>
                  <a:spcPts val="305"/>
                </a:lnSpc>
              </a:pPr>
              <a:r>
                <a:rPr sz="1400" kern="0" spc="8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烘干</a:t>
              </a:r>
              <a:endParaRPr lang="en-US" altLang="en-US" sz="1400" dirty="0"/>
            </a:p>
          </p:txBody>
        </p:sp>
        <p:sp>
          <p:nvSpPr>
            <p:cNvPr id="584" name="textbox 584"/>
            <p:cNvSpPr/>
            <p:nvPr>
              <p:custDataLst>
                <p:tags r:id="rId102"/>
              </p:custDataLst>
            </p:nvPr>
          </p:nvSpPr>
          <p:spPr>
            <a:xfrm>
              <a:off x="4348" y="3537"/>
              <a:ext cx="155" cy="101"/>
            </a:xfrm>
            <a:prstGeom prst="rect">
              <a:avLst/>
            </a:prstGeom>
          </p:spPr>
          <p:txBody>
            <a:bodyPr vert="horz" wrap="square" lIns="0" tIns="0" rIns="0" bIns="0"/>
            <a:p>
              <a:pPr algn="l" rtl="0" eaLnBrk="0">
                <a:lnSpc>
                  <a:spcPct val="83000"/>
                </a:lnSpc>
              </a:pPr>
              <a:endParaRPr lang="en-US" altLang="en-US" sz="1400" dirty="0"/>
            </a:p>
            <a:p>
              <a:pPr marL="12700" algn="l" rtl="0" eaLnBrk="0">
                <a:lnSpc>
                  <a:spcPts val="305"/>
                </a:lnSpc>
              </a:pPr>
              <a:r>
                <a:rPr sz="1400" kern="0" spc="8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钝化</a:t>
              </a:r>
              <a:endParaRPr lang="en-US" altLang="en-US" sz="1400" dirty="0"/>
            </a:p>
          </p:txBody>
        </p:sp>
        <p:sp>
          <p:nvSpPr>
            <p:cNvPr id="586" name="textbox 586"/>
            <p:cNvSpPr/>
            <p:nvPr>
              <p:custDataLst>
                <p:tags r:id="rId103"/>
              </p:custDataLst>
            </p:nvPr>
          </p:nvSpPr>
          <p:spPr>
            <a:xfrm>
              <a:off x="4651" y="2792"/>
              <a:ext cx="154" cy="101"/>
            </a:xfrm>
            <a:prstGeom prst="rect">
              <a:avLst/>
            </a:prstGeom>
          </p:spPr>
          <p:txBody>
            <a:bodyPr vert="horz" wrap="square" lIns="0" tIns="0" rIns="0" bIns="0"/>
            <a:p>
              <a:pPr algn="l" rtl="0" eaLnBrk="0">
                <a:lnSpc>
                  <a:spcPct val="83000"/>
                </a:lnSpc>
              </a:pPr>
              <a:endParaRPr lang="en-US" altLang="en-US" sz="1400" dirty="0"/>
            </a:p>
            <a:p>
              <a:pPr marL="12700" algn="l" rtl="0" eaLnBrk="0">
                <a:lnSpc>
                  <a:spcPts val="305"/>
                </a:lnSpc>
              </a:pPr>
              <a:r>
                <a:rPr sz="1400" kern="0" spc="7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水洗</a:t>
              </a:r>
              <a:endParaRPr lang="en-US" altLang="en-US" sz="1400" dirty="0"/>
            </a:p>
          </p:txBody>
        </p:sp>
        <p:sp>
          <p:nvSpPr>
            <p:cNvPr id="588" name="textbox 588"/>
            <p:cNvSpPr/>
            <p:nvPr>
              <p:custDataLst>
                <p:tags r:id="rId104"/>
              </p:custDataLst>
            </p:nvPr>
          </p:nvSpPr>
          <p:spPr>
            <a:xfrm>
              <a:off x="5625" y="3537"/>
              <a:ext cx="154" cy="101"/>
            </a:xfrm>
            <a:prstGeom prst="rect">
              <a:avLst/>
            </a:prstGeom>
          </p:spPr>
          <p:txBody>
            <a:bodyPr vert="horz" wrap="square" lIns="0" tIns="0" rIns="0" bIns="0"/>
            <a:p>
              <a:pPr algn="l" rtl="0" eaLnBrk="0">
                <a:lnSpc>
                  <a:spcPct val="83000"/>
                </a:lnSpc>
              </a:pPr>
              <a:endParaRPr lang="en-US" altLang="en-US" sz="1400" dirty="0"/>
            </a:p>
            <a:p>
              <a:pPr marL="12700" algn="l" rtl="0" eaLnBrk="0">
                <a:lnSpc>
                  <a:spcPts val="305"/>
                </a:lnSpc>
              </a:pPr>
              <a:r>
                <a:rPr sz="1400" kern="0" spc="7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涂漆</a:t>
              </a:r>
              <a:endParaRPr lang="en-US" altLang="en-US" sz="1400" dirty="0"/>
            </a:p>
          </p:txBody>
        </p:sp>
        <p:sp>
          <p:nvSpPr>
            <p:cNvPr id="590" name="textbox 590"/>
            <p:cNvSpPr/>
            <p:nvPr>
              <p:custDataLst>
                <p:tags r:id="rId105"/>
              </p:custDataLst>
            </p:nvPr>
          </p:nvSpPr>
          <p:spPr>
            <a:xfrm>
              <a:off x="5308" y="3537"/>
              <a:ext cx="152" cy="101"/>
            </a:xfrm>
            <a:prstGeom prst="rect">
              <a:avLst/>
            </a:prstGeom>
          </p:spPr>
          <p:txBody>
            <a:bodyPr vert="horz" wrap="square" lIns="0" tIns="0" rIns="0" bIns="0"/>
            <a:p>
              <a:pPr algn="l" rtl="0" eaLnBrk="0">
                <a:lnSpc>
                  <a:spcPct val="83000"/>
                </a:lnSpc>
              </a:pPr>
              <a:endParaRPr lang="en-US" altLang="en-US" sz="1400" dirty="0"/>
            </a:p>
            <a:p>
              <a:pPr marL="12700" algn="l" rtl="0" eaLnBrk="0">
                <a:lnSpc>
                  <a:spcPts val="305"/>
                </a:lnSpc>
              </a:pPr>
              <a:r>
                <a:rPr sz="1400" kern="0" spc="7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吹干</a:t>
              </a:r>
              <a:endParaRPr lang="en-US" altLang="en-US" sz="1400" dirty="0"/>
            </a:p>
          </p:txBody>
        </p:sp>
        <p:sp>
          <p:nvSpPr>
            <p:cNvPr id="592" name="rect"/>
            <p:cNvSpPr/>
            <p:nvPr>
              <p:custDataLst>
                <p:tags r:id="rId106"/>
              </p:custDataLst>
            </p:nvPr>
          </p:nvSpPr>
          <p:spPr>
            <a:xfrm>
              <a:off x="6307" y="2964"/>
              <a:ext cx="24" cy="77"/>
            </a:xfrm>
            <a:prstGeom prst="rect">
              <a:avLst/>
            </a:prstGeom>
            <a:solidFill>
              <a:srgbClr val="187DC5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p>
              <a:pPr algn="ctr"/>
              <a:endParaRPr lang="zh-CN" altLang="en-US" sz="1400"/>
            </a:p>
          </p:txBody>
        </p:sp>
        <p:grpSp>
          <p:nvGrpSpPr>
            <p:cNvPr id="116" name="group 116"/>
            <p:cNvGrpSpPr/>
            <p:nvPr/>
          </p:nvGrpSpPr>
          <p:grpSpPr>
            <a:xfrm rot="21600000">
              <a:off x="6317" y="3343"/>
              <a:ext cx="24" cy="77"/>
              <a:chOff x="0" y="0"/>
              <a:chExt cx="15494" cy="49021"/>
            </a:xfrm>
          </p:grpSpPr>
          <p:sp>
            <p:nvSpPr>
              <p:cNvPr id="594" name="path"/>
              <p:cNvSpPr/>
              <p:nvPr>
                <p:custDataLst>
                  <p:tags r:id="rId107"/>
                </p:custDataLst>
              </p:nvPr>
            </p:nvSpPr>
            <p:spPr>
              <a:xfrm>
                <a:off x="889" y="889"/>
                <a:ext cx="13715" cy="47243"/>
              </a:xfrm>
              <a:custGeom>
                <a:avLst/>
                <a:gdLst/>
                <a:ahLst/>
                <a:cxnLst/>
                <a:rect l="0" t="0" r="0" b="0"/>
                <a:pathLst>
                  <a:path w="21" h="74">
                    <a:moveTo>
                      <a:pt x="0" y="74"/>
                    </a:moveTo>
                    <a:lnTo>
                      <a:pt x="21" y="74"/>
                    </a:lnTo>
                    <a:lnTo>
                      <a:pt x="21" y="0"/>
                    </a:lnTo>
                    <a:lnTo>
                      <a:pt x="0" y="0"/>
                    </a:lnTo>
                    <a:lnTo>
                      <a:pt x="0" y="74"/>
                    </a:lnTo>
                    <a:close/>
                  </a:path>
                </a:pathLst>
              </a:custGeom>
              <a:solidFill>
                <a:srgbClr val="187DC5">
                  <a:alpha val="100000"/>
                </a:srgbClr>
              </a:solidFill>
              <a:ln cap="flat">
                <a:noFill/>
                <a:prstDash val="solid"/>
                <a:miter lim="0"/>
              </a:ln>
            </p:spPr>
            <p:txBody>
              <a:bodyPr rtlCol="0"/>
              <a:p>
                <a:pPr algn="ctr"/>
                <a:endParaRPr lang="zh-CN" altLang="en-US" sz="1400"/>
              </a:p>
            </p:txBody>
          </p:sp>
          <p:sp>
            <p:nvSpPr>
              <p:cNvPr id="596" name="path"/>
              <p:cNvSpPr/>
              <p:nvPr>
                <p:custDataLst>
                  <p:tags r:id="rId108"/>
                </p:custDataLst>
              </p:nvPr>
            </p:nvSpPr>
            <p:spPr>
              <a:xfrm>
                <a:off x="0" y="0"/>
                <a:ext cx="15494" cy="49021"/>
              </a:xfrm>
              <a:custGeom>
                <a:avLst/>
                <a:gdLst/>
                <a:ahLst/>
                <a:cxnLst/>
                <a:rect l="0" t="0" r="0" b="0"/>
                <a:pathLst>
                  <a:path w="24" h="77">
                    <a:moveTo>
                      <a:pt x="1" y="75"/>
                    </a:moveTo>
                    <a:lnTo>
                      <a:pt x="22" y="75"/>
                    </a:lnTo>
                    <a:lnTo>
                      <a:pt x="22" y="1"/>
                    </a:lnTo>
                    <a:lnTo>
                      <a:pt x="1" y="1"/>
                    </a:lnTo>
                    <a:lnTo>
                      <a:pt x="1" y="75"/>
                    </a:lnTo>
                    <a:close/>
                  </a:path>
                </a:pathLst>
              </a:custGeom>
              <a:noFill/>
              <a:ln w="1778" cap="flat">
                <a:solidFill>
                  <a:srgbClr val="187DC5">
                    <a:alpha val="100000"/>
                  </a:srgbClr>
                </a:solidFill>
                <a:prstDash val="solid"/>
                <a:miter lim="800000"/>
              </a:ln>
            </p:spPr>
            <p:txBody>
              <a:bodyPr rtlCol="0"/>
              <a:p>
                <a:pPr algn="ctr"/>
                <a:endParaRPr lang="zh-CN" altLang="en-US" sz="1400"/>
              </a:p>
            </p:txBody>
          </p:sp>
        </p:grpSp>
      </p:grpSp>
      <p:sp>
        <p:nvSpPr>
          <p:cNvPr id="157" name="textbox 564"/>
          <p:cNvSpPr/>
          <p:nvPr>
            <p:custDataLst>
              <p:tags r:id="rId109"/>
            </p:custDataLst>
          </p:nvPr>
        </p:nvSpPr>
        <p:spPr>
          <a:xfrm>
            <a:off x="6508115" y="2312670"/>
            <a:ext cx="518160" cy="569595"/>
          </a:xfrm>
          <a:prstGeom prst="rect">
            <a:avLst/>
          </a:prstGeom>
        </p:spPr>
        <p:txBody>
          <a:bodyPr vert="horz" wrap="square" lIns="0" tIns="0" rIns="0" bIns="0"/>
          <a:p>
            <a:pPr algn="l" rtl="0" eaLnBrk="0">
              <a:lnSpc>
                <a:spcPct val="83000"/>
              </a:lnSpc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酸性除油除锈</a:t>
            </a:r>
            <a:endParaRPr lang="zh-CN" altLang="en-US" sz="1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8" name="textbox 570"/>
          <p:cNvSpPr/>
          <p:nvPr>
            <p:custDataLst>
              <p:tags r:id="rId110"/>
            </p:custDataLst>
          </p:nvPr>
        </p:nvSpPr>
        <p:spPr>
          <a:xfrm>
            <a:off x="5368290" y="3809365"/>
            <a:ext cx="691515" cy="569595"/>
          </a:xfrm>
          <a:prstGeom prst="rect">
            <a:avLst/>
          </a:prstGeom>
        </p:spPr>
        <p:txBody>
          <a:bodyPr vert="horz" wrap="square" lIns="0" tIns="0" rIns="0" bIns="0"/>
          <a:p>
            <a:pPr algn="ctr" rtl="0" eaLnBrk="0">
              <a:lnSpc>
                <a:spcPct val="83000"/>
              </a:lnSpc>
            </a:pPr>
            <a:r>
              <a:rPr lang="en-US" altLang="en-US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Cu-Zn</a:t>
            </a: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合金电镀</a:t>
            </a:r>
            <a:endParaRPr lang="zh-CN" altLang="en-US" sz="1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9" name="textbox 570"/>
          <p:cNvSpPr/>
          <p:nvPr>
            <p:custDataLst>
              <p:tags r:id="rId111"/>
            </p:custDataLst>
          </p:nvPr>
        </p:nvSpPr>
        <p:spPr>
          <a:xfrm>
            <a:off x="7489386" y="5338932"/>
            <a:ext cx="691749" cy="396089"/>
          </a:xfrm>
          <a:prstGeom prst="rect">
            <a:avLst/>
          </a:prstGeom>
        </p:spPr>
        <p:txBody>
          <a:bodyPr vert="horz" wrap="square" lIns="0" tIns="0" rIns="0" bIns="0"/>
          <a:p>
            <a:pPr algn="ctr" rtl="0" eaLnBrk="0">
              <a:lnSpc>
                <a:spcPct val="83000"/>
              </a:lnSpc>
            </a:pPr>
            <a:r>
              <a:rPr lang="zh-CN" sz="1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性能检测</a:t>
            </a:r>
            <a:endParaRPr lang="zh-CN" sz="1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98450" y="1553210"/>
            <a:ext cx="8750300" cy="394779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80340" y="501015"/>
            <a:ext cx="3057525" cy="52387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432435" y="354330"/>
            <a:ext cx="2971800" cy="6096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80340" y="1428750"/>
            <a:ext cx="8783320" cy="440499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305435" y="259080"/>
            <a:ext cx="3086100" cy="63817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0" y="1250950"/>
            <a:ext cx="9095740" cy="450659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305435" y="259080"/>
            <a:ext cx="3086100" cy="63817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19075" y="1021080"/>
            <a:ext cx="8705850" cy="521017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822450" y="2125345"/>
            <a:ext cx="5116195" cy="18268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93345" algn="l" rtl="0" eaLnBrk="0">
              <a:lnSpc>
                <a:spcPct val="99000"/>
              </a:lnSpc>
              <a:spcBef>
                <a:spcPts val="950"/>
              </a:spcBef>
              <a:tabLst>
                <a:tab pos="141605" algn="l"/>
                <a:tab pos="476250" algn="l"/>
              </a:tabLst>
            </a:pPr>
            <a:r>
              <a:rPr lang="zh-CN" sz="2800" b="1" u="sng" kern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课堂讨论</a:t>
            </a:r>
            <a:r>
              <a:rPr sz="2800" b="1" u="sng" kern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	</a:t>
            </a:r>
            <a:endParaRPr lang="en-US" altLang="en-US" sz="2800" dirty="0"/>
          </a:p>
          <a:p>
            <a:pPr algn="l" rtl="0" eaLnBrk="0">
              <a:lnSpc>
                <a:spcPct val="106000"/>
              </a:lnSpc>
            </a:pPr>
            <a:endParaRPr lang="en-US" altLang="en-US" sz="2800" dirty="0"/>
          </a:p>
          <a:p>
            <a:pPr marL="336550" algn="l" rtl="0" eaLnBrk="0">
              <a:lnSpc>
                <a:spcPct val="99000"/>
              </a:lnSpc>
              <a:spcBef>
                <a:spcPts val="0"/>
              </a:spcBef>
              <a:tabLst>
                <a:tab pos="361950" algn="l"/>
              </a:tabLst>
            </a:pPr>
            <a:r>
              <a:rPr sz="2800" kern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	</a:t>
            </a:r>
            <a:r>
              <a:rPr sz="2800" b="1" kern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合金电镀中电流密度对电镀效果的影响是怎样的？</a:t>
            </a:r>
            <a:endParaRPr lang="zh-CN" altLang="en-US" sz="2800" b="1" kern="0" dirty="0">
              <a:solidFill>
                <a:srgbClr val="00000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764540" y="473710"/>
            <a:ext cx="4572000" cy="456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93345" algn="l" rtl="0" eaLnBrk="0">
              <a:lnSpc>
                <a:spcPct val="99000"/>
              </a:lnSpc>
              <a:tabLst>
                <a:tab pos="141605" algn="l"/>
              </a:tabLst>
            </a:pPr>
            <a:r>
              <a:rPr sz="2400" b="1" u="sng" kern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金属</a:t>
            </a:r>
            <a:r>
              <a:rPr lang="zh-CN" sz="2400" b="1" u="sng" kern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阴极共沉积</a:t>
            </a:r>
            <a:endParaRPr lang="zh-CN" sz="2400" b="1" u="sng" kern="0" dirty="0">
              <a:solidFill>
                <a:srgbClr val="00000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pSp>
        <p:nvGrpSpPr>
          <p:cNvPr id="11" name="group 10"/>
          <p:cNvGrpSpPr/>
          <p:nvPr/>
        </p:nvGrpSpPr>
        <p:grpSpPr>
          <a:xfrm rot="0">
            <a:off x="395605" y="532765"/>
            <a:ext cx="451485" cy="397510"/>
            <a:chOff x="0" y="0"/>
            <a:chExt cx="80822" cy="65913"/>
          </a:xfrm>
        </p:grpSpPr>
        <p:sp>
          <p:nvSpPr>
            <p:cNvPr id="52" name="path"/>
            <p:cNvSpPr/>
            <p:nvPr>
              <p:custDataLst>
                <p:tags r:id="rId2"/>
              </p:custDataLst>
            </p:nvPr>
          </p:nvSpPr>
          <p:spPr>
            <a:xfrm>
              <a:off x="0" y="0"/>
              <a:ext cx="66014" cy="65913"/>
            </a:xfrm>
            <a:custGeom>
              <a:avLst/>
              <a:gdLst/>
              <a:ahLst/>
              <a:cxnLst/>
              <a:rect l="0" t="0" r="0" b="0"/>
              <a:pathLst>
                <a:path w="103" h="103">
                  <a:moveTo>
                    <a:pt x="51" y="103"/>
                  </a:moveTo>
                  <a:lnTo>
                    <a:pt x="0" y="51"/>
                  </a:lnTo>
                  <a:lnTo>
                    <a:pt x="51" y="0"/>
                  </a:lnTo>
                  <a:lnTo>
                    <a:pt x="103" y="51"/>
                  </a:lnTo>
                  <a:lnTo>
                    <a:pt x="51" y="103"/>
                  </a:lnTo>
                  <a:close/>
                </a:path>
              </a:pathLst>
            </a:custGeom>
            <a:solidFill>
              <a:srgbClr val="0070C0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p>
              <a:pPr algn="ctr"/>
              <a:endParaRPr lang="zh-CN" altLang="en-US" sz="2400"/>
            </a:p>
          </p:txBody>
        </p:sp>
        <p:sp>
          <p:nvSpPr>
            <p:cNvPr id="54" name="path"/>
            <p:cNvSpPr/>
            <p:nvPr>
              <p:custDataLst>
                <p:tags r:id="rId3"/>
              </p:custDataLst>
            </p:nvPr>
          </p:nvSpPr>
          <p:spPr>
            <a:xfrm>
              <a:off x="39751" y="12446"/>
              <a:ext cx="41071" cy="41021"/>
            </a:xfrm>
            <a:custGeom>
              <a:avLst/>
              <a:gdLst/>
              <a:ahLst/>
              <a:cxnLst/>
              <a:rect l="0" t="0" r="0" b="0"/>
              <a:pathLst>
                <a:path w="64" h="64">
                  <a:moveTo>
                    <a:pt x="32" y="64"/>
                  </a:moveTo>
                  <a:lnTo>
                    <a:pt x="0" y="32"/>
                  </a:lnTo>
                  <a:lnTo>
                    <a:pt x="32" y="0"/>
                  </a:lnTo>
                  <a:lnTo>
                    <a:pt x="64" y="32"/>
                  </a:lnTo>
                  <a:lnTo>
                    <a:pt x="32" y="64"/>
                  </a:lnTo>
                  <a:close/>
                </a:path>
              </a:pathLst>
            </a:custGeom>
            <a:solidFill>
              <a:srgbClr val="FFC000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p>
              <a:pPr algn="ctr"/>
              <a:endParaRPr lang="zh-CN" altLang="en-US" sz="2400"/>
            </a:p>
          </p:txBody>
        </p:sp>
      </p:grp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  <p:tag name="TABLE_ENDDRAG_ORIGIN_RECT" val="503*213"/>
  <p:tag name="TABLE_ENDDRAG_RECT" val="22*139*503*213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BEAUTIFY_FLAG" val=""/>
</p:tagLst>
</file>

<file path=ppt/tags/tag48.xml><?xml version="1.0" encoding="utf-8"?>
<p:tagLst xmlns:p="http://schemas.openxmlformats.org/presentationml/2006/main">
  <p:tag name="KSO_WM_BEAUTIFY_FLAG" val=""/>
</p:tagLst>
</file>

<file path=ppt/tags/tag49.xml><?xml version="1.0" encoding="utf-8"?>
<p:tagLst xmlns:p="http://schemas.openxmlformats.org/presentationml/2006/main">
  <p:tag name="KSO_WM_BEAUTIFY_FLAG" val=""/>
</p:tagLst>
</file>

<file path=ppt/tags/tag50.xml><?xml version="1.0" encoding="utf-8"?>
<p:tagLst xmlns:p="http://schemas.openxmlformats.org/presentationml/2006/main">
  <p:tag name="KSO_WM_BEAUTIFY_FLAG" val=""/>
</p:tagLst>
</file>

<file path=ppt/tags/tag51.xml><?xml version="1.0" encoding="utf-8"?>
<p:tagLst xmlns:p="http://schemas.openxmlformats.org/presentationml/2006/main">
  <p:tag name="KSO_WM_BEAUTIFY_FLAG" val=""/>
</p:tagLst>
</file>

<file path=ppt/tags/tag52.xml><?xml version="1.0" encoding="utf-8"?>
<p:tagLst xmlns:p="http://schemas.openxmlformats.org/presentationml/2006/main">
  <p:tag name="KSO_WM_BEAUTIFY_FLAG" val=""/>
</p:tagLst>
</file>

<file path=ppt/tags/tag53.xml><?xml version="1.0" encoding="utf-8"?>
<p:tagLst xmlns:p="http://schemas.openxmlformats.org/presentationml/2006/main">
  <p:tag name="KSO_WM_BEAUTIFY_FLAG" val=""/>
</p:tagLst>
</file>

<file path=ppt/tags/tag54.xml><?xml version="1.0" encoding="utf-8"?>
<p:tagLst xmlns:p="http://schemas.openxmlformats.org/presentationml/2006/main">
  <p:tag name="KSO_WM_BEAUTIFY_FLAG" val=""/>
</p:tagLst>
</file>

<file path=ppt/tags/tag55.xml><?xml version="1.0" encoding="utf-8"?>
<p:tagLst xmlns:p="http://schemas.openxmlformats.org/presentationml/2006/main">
  <p:tag name="KSO_WM_BEAUTIFY_FLAG" val=""/>
</p:tagLst>
</file>

<file path=ppt/tags/tag56.xml><?xml version="1.0" encoding="utf-8"?>
<p:tagLst xmlns:p="http://schemas.openxmlformats.org/presentationml/2006/main">
  <p:tag name="KSO_WM_BEAUTIFY_FLAG" val=""/>
</p:tagLst>
</file>

<file path=ppt/tags/tag57.xml><?xml version="1.0" encoding="utf-8"?>
<p:tagLst xmlns:p="http://schemas.openxmlformats.org/presentationml/2006/main">
  <p:tag name="KSO_WM_BEAUTIFY_FLAG" val=""/>
</p:tagLst>
</file>

<file path=ppt/tags/tag58.xml><?xml version="1.0" encoding="utf-8"?>
<p:tagLst xmlns:p="http://schemas.openxmlformats.org/presentationml/2006/main">
  <p:tag name="KSO_WM_BEAUTIFY_FLAG" val=""/>
</p:tagLst>
</file>

<file path=ppt/tags/tag59.xml><?xml version="1.0" encoding="utf-8"?>
<p:tagLst xmlns:p="http://schemas.openxmlformats.org/presentationml/2006/main">
  <p:tag name="KSO_WM_BEAUTIFY_FLAG" val=""/>
</p:tagLst>
</file>

<file path=ppt/tags/tag60.xml><?xml version="1.0" encoding="utf-8"?>
<p:tagLst xmlns:p="http://schemas.openxmlformats.org/presentationml/2006/main">
  <p:tag name="KSO_WM_BEAUTIFY_FLAG" val=""/>
</p:tagLst>
</file>

<file path=ppt/tags/tag61.xml><?xml version="1.0" encoding="utf-8"?>
<p:tagLst xmlns:p="http://schemas.openxmlformats.org/presentationml/2006/main">
  <p:tag name="KSO_WM_BEAUTIFY_FLAG" val=""/>
</p:tagLst>
</file>

<file path=ppt/tags/tag62.xml><?xml version="1.0" encoding="utf-8"?>
<p:tagLst xmlns:p="http://schemas.openxmlformats.org/presentationml/2006/main">
  <p:tag name="KSO_WM_BEAUTIFY_FLAG" val="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KSO_WM_BEAUTIFY_FLAG" val=""/>
</p:tagLst>
</file>

<file path=ppt/tags/tag80.xml><?xml version="1.0" encoding="utf-8"?>
<p:tagLst xmlns:p="http://schemas.openxmlformats.org/presentationml/2006/main">
  <p:tag name="KSO_WM_BEAUTIFY_FLAG" val=""/>
</p:tagLst>
</file>

<file path=ppt/tags/tag81.xml><?xml version="1.0" encoding="utf-8"?>
<p:tagLst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KSO_WM_BEAUTIFY_FLAG" val=""/>
</p:tagLst>
</file>

<file path=ppt/tags/tag83.xml><?xml version="1.0" encoding="utf-8"?>
<p:tagLst xmlns:p="http://schemas.openxmlformats.org/presentationml/2006/main">
  <p:tag name="KSO_WM_BEAUTIFY_FLAG" val=""/>
</p:tagLst>
</file>

<file path=ppt/tags/tag84.xml><?xml version="1.0" encoding="utf-8"?>
<p:tagLst xmlns:p="http://schemas.openxmlformats.org/presentationml/2006/main">
  <p:tag name="KSO_WM_BEAUTIFY_FLAG" val=""/>
</p:tagLst>
</file>

<file path=ppt/tags/tag85.xml><?xml version="1.0" encoding="utf-8"?>
<p:tagLst xmlns:p="http://schemas.openxmlformats.org/presentationml/2006/main">
  <p:tag name="KSO_WM_BEAUTIFY_FLAG" val=""/>
</p:tagLst>
</file>

<file path=ppt/tags/tag86.xml><?xml version="1.0" encoding="utf-8"?>
<p:tagLst xmlns:p="http://schemas.openxmlformats.org/presentationml/2006/main">
  <p:tag name="KSO_WM_BEAUTIFY_FLAG" val=""/>
</p:tagLst>
</file>

<file path=ppt/tags/tag87.xml><?xml version="1.0" encoding="utf-8"?>
<p:tagLst xmlns:p="http://schemas.openxmlformats.org/presentationml/2006/main">
  <p:tag name="KSO_WM_BEAUTIFY_FLAG" val=""/>
</p:tagLst>
</file>

<file path=ppt/tags/tag88.xml><?xml version="1.0" encoding="utf-8"?>
<p:tagLst xmlns:p="http://schemas.openxmlformats.org/presentationml/2006/main">
  <p:tag name="KSO_WM_BEAUTIFY_FLAG" val=""/>
</p:tagLst>
</file>

<file path=ppt/tags/tag89.xml><?xml version="1.0" encoding="utf-8"?>
<p:tagLst xmlns:p="http://schemas.openxmlformats.org/presentationml/2006/main">
  <p:tag name="KSO_WM_BEAUTIFY_FLAG" val=""/>
</p:tagLst>
</file>

<file path=ppt/tags/tag90.xml><?xml version="1.0" encoding="utf-8"?>
<p:tagLst xmlns:p="http://schemas.openxmlformats.org/presentationml/2006/main">
  <p:tag name="KSO_WM_BEAUTIFY_FLAG" val=""/>
</p:tagLst>
</file>

<file path=ppt/tags/tag91.xml><?xml version="1.0" encoding="utf-8"?>
<p:tagLst xmlns:p="http://schemas.openxmlformats.org/presentationml/2006/main">
  <p:tag name="KSO_WM_BEAUTIFY_FLAG" val=""/>
</p:tagLst>
</file>

<file path=ppt/tags/tag92.xml><?xml version="1.0" encoding="utf-8"?>
<p:tagLst xmlns:p="http://schemas.openxmlformats.org/presentationml/2006/main">
  <p:tag name="KSO_WM_BEAUTIFY_FLAG" val=""/>
</p:tagLst>
</file>

<file path=ppt/tags/tag93.xml><?xml version="1.0" encoding="utf-8"?>
<p:tagLst xmlns:p="http://schemas.openxmlformats.org/presentationml/2006/main">
  <p:tag name="KSO_WM_BEAUTIFY_FLAG" val=""/>
</p:tagLst>
</file>

<file path=ppt/tags/tag94.xml><?xml version="1.0" encoding="utf-8"?>
<p:tagLst xmlns:p="http://schemas.openxmlformats.org/presentationml/2006/main">
  <p:tag name="KSO_WM_BEAUTIFY_FLAG" val=""/>
</p:tagLst>
</file>

<file path=ppt/tags/tag95.xml><?xml version="1.0" encoding="utf-8"?>
<p:tagLst xmlns:p="http://schemas.openxmlformats.org/presentationml/2006/main">
  <p:tag name="KSO_WM_BEAUTIFY_FLAG" val=""/>
</p:tagLst>
</file>

<file path=ppt/tags/tag96.xml><?xml version="1.0" encoding="utf-8"?>
<p:tagLst xmlns:p="http://schemas.openxmlformats.org/presentationml/2006/main">
  <p:tag name="KSO_WM_BEAUTIFY_FLAG" val=""/>
</p:tagLst>
</file>

<file path=ppt/tags/tag97.xml><?xml version="1.0" encoding="utf-8"?>
<p:tagLst xmlns:p="http://schemas.openxmlformats.org/presentationml/2006/main">
  <p:tag name="KSO_WM_BEAUTIFY_FLAG" val=""/>
</p:tagLst>
</file>

<file path=ppt/tags/tag98.xml><?xml version="1.0" encoding="utf-8"?>
<p:tagLst xmlns:p="http://schemas.openxmlformats.org/presentationml/2006/main">
  <p:tag name="KSO_WM_BEAUTIFY_FLAG" val=""/>
</p:tagLst>
</file>

<file path=ppt/tags/tag99.xml><?xml version="1.0" encoding="utf-8"?>
<p:tagLst xmlns:p="http://schemas.openxmlformats.org/presentationml/2006/main">
  <p:tag name="KSO_WM_BEAUTIFY_FLAG" val=""/>
</p:tagLst>
</file>

<file path=ppt/tags/tag100.xml><?xml version="1.0" encoding="utf-8"?>
<p:tagLst xmlns:p="http://schemas.openxmlformats.org/presentationml/2006/main">
  <p:tag name="KSO_WM_BEAUTIFY_FLAG" val=""/>
</p:tagLst>
</file>

<file path=ppt/tags/tag101.xml><?xml version="1.0" encoding="utf-8"?>
<p:tagLst xmlns:p="http://schemas.openxmlformats.org/presentationml/2006/main">
  <p:tag name="KSO_WM_BEAUTIFY_FLAG" val=""/>
</p:tagLst>
</file>

<file path=ppt/tags/tag102.xml><?xml version="1.0" encoding="utf-8"?>
<p:tagLst xmlns:p="http://schemas.openxmlformats.org/presentationml/2006/main">
  <p:tag name="KSO_WM_BEAUTIFY_FLAG" val=""/>
</p:tagLst>
</file>

<file path=ppt/tags/tag103.xml><?xml version="1.0" encoding="utf-8"?>
<p:tagLst xmlns:p="http://schemas.openxmlformats.org/presentationml/2006/main">
  <p:tag name="KSO_WM_BEAUTIFY_FLAG" val=""/>
</p:tagLst>
</file>

<file path=ppt/tags/tag104.xml><?xml version="1.0" encoding="utf-8"?>
<p:tagLst xmlns:p="http://schemas.openxmlformats.org/presentationml/2006/main">
  <p:tag name="KSO_WM_BEAUTIFY_FLAG" val=""/>
</p:tagLst>
</file>

<file path=ppt/tags/tag105.xml><?xml version="1.0" encoding="utf-8"?>
<p:tagLst xmlns:p="http://schemas.openxmlformats.org/presentationml/2006/main">
  <p:tag name="KSO_WM_BEAUTIFY_FLAG" val=""/>
</p:tagLst>
</file>

<file path=ppt/tags/tag106.xml><?xml version="1.0" encoding="utf-8"?>
<p:tagLst xmlns:p="http://schemas.openxmlformats.org/presentationml/2006/main">
  <p:tag name="KSO_WM_BEAUTIFY_FLAG" val=""/>
</p:tagLst>
</file>

<file path=ppt/tags/tag107.xml><?xml version="1.0" encoding="utf-8"?>
<p:tagLst xmlns:p="http://schemas.openxmlformats.org/presentationml/2006/main">
  <p:tag name="KSO_WM_BEAUTIFY_FLAG" val=""/>
</p:tagLst>
</file>

<file path=ppt/tags/tag108.xml><?xml version="1.0" encoding="utf-8"?>
<p:tagLst xmlns:p="http://schemas.openxmlformats.org/presentationml/2006/main">
  <p:tag name="KSO_WM_BEAUTIFY_FLAG" val=""/>
</p:tagLst>
</file>

<file path=ppt/tags/tag109.xml><?xml version="1.0" encoding="utf-8"?>
<p:tagLst xmlns:p="http://schemas.openxmlformats.org/presentationml/2006/main">
  <p:tag name="KSO_WM_BEAUTIFY_FLAG" val=""/>
</p:tagLst>
</file>

<file path=ppt/tags/tag110.xml><?xml version="1.0" encoding="utf-8"?>
<p:tagLst xmlns:p="http://schemas.openxmlformats.org/presentationml/2006/main">
  <p:tag name="KSO_WM_BEAUTIFY_FLAG" val=""/>
</p:tagLst>
</file>

<file path=ppt/tags/tag111.xml><?xml version="1.0" encoding="utf-8"?>
<p:tagLst xmlns:p="http://schemas.openxmlformats.org/presentationml/2006/main">
  <p:tag name="KSO_WM_BEAUTIFY_FLAG" val=""/>
</p:tagLst>
</file>

<file path=ppt/tags/tag112.xml><?xml version="1.0" encoding="utf-8"?>
<p:tagLst xmlns:p="http://schemas.openxmlformats.org/presentationml/2006/main">
  <p:tag name="KSO_WM_BEAUTIFY_FLAG" val=""/>
</p:tagLst>
</file>

<file path=ppt/tags/tag113.xml><?xml version="1.0" encoding="utf-8"?>
<p:tagLst xmlns:p="http://schemas.openxmlformats.org/presentationml/2006/main">
  <p:tag name="KSO_WM_BEAUTIFY_FLAG" val=""/>
</p:tagLst>
</file>

<file path=ppt/tags/tag114.xml><?xml version="1.0" encoding="utf-8"?>
<p:tagLst xmlns:p="http://schemas.openxmlformats.org/presentationml/2006/main">
  <p:tag name="KSO_WM_BEAUTIFY_FLAG" val=""/>
</p:tagLst>
</file>

<file path=ppt/tags/tag115.xml><?xml version="1.0" encoding="utf-8"?>
<p:tagLst xmlns:p="http://schemas.openxmlformats.org/presentationml/2006/main">
  <p:tag name="KSO_WM_BEAUTIFY_FLAG" val=""/>
</p:tagLst>
</file>

<file path=ppt/tags/tag116.xml><?xml version="1.0" encoding="utf-8"?>
<p:tagLst xmlns:p="http://schemas.openxmlformats.org/presentationml/2006/main">
  <p:tag name="KSO_WM_BEAUTIFY_FLAG" val=""/>
</p:tagLst>
</file>

<file path=ppt/tags/tag117.xml><?xml version="1.0" encoding="utf-8"?>
<p:tagLst xmlns:p="http://schemas.openxmlformats.org/presentationml/2006/main">
  <p:tag name="KSO_WM_BEAUTIFY_FLAG" val=""/>
</p:tagLst>
</file>

<file path=ppt/tags/tag118.xml><?xml version="1.0" encoding="utf-8"?>
<p:tagLst xmlns:p="http://schemas.openxmlformats.org/presentationml/2006/main">
  <p:tag name="KSO_WM_BEAUTIFY_FLAG" val=""/>
</p:tagLst>
</file>

<file path=ppt/tags/tag119.xml><?xml version="1.0" encoding="utf-8"?>
<p:tagLst xmlns:p="http://schemas.openxmlformats.org/presentationml/2006/main">
  <p:tag name="KSO_WM_BEAUTIFY_FLAG" val=""/>
</p:tagLst>
</file>

<file path=ppt/tags/tag120.xml><?xml version="1.0" encoding="utf-8"?>
<p:tagLst xmlns:p="http://schemas.openxmlformats.org/presentationml/2006/main">
  <p:tag name="KSO_WM_BEAUTIFY_FLAG" val=""/>
</p:tagLst>
</file>

<file path=ppt/tags/tag121.xml><?xml version="1.0" encoding="utf-8"?>
<p:tagLst xmlns:p="http://schemas.openxmlformats.org/presentationml/2006/main">
  <p:tag name="KSO_WM_BEAUTIFY_FLAG" val=""/>
</p:tagLst>
</file>

<file path=ppt/tags/tag122.xml><?xml version="1.0" encoding="utf-8"?>
<p:tagLst xmlns:p="http://schemas.openxmlformats.org/presentationml/2006/main">
  <p:tag name="KSO_WM_BEAUTIFY_FLAG" val=""/>
</p:tagLst>
</file>

<file path=ppt/tags/tag123.xml><?xml version="1.0" encoding="utf-8"?>
<p:tagLst xmlns:p="http://schemas.openxmlformats.org/presentationml/2006/main">
  <p:tag name="KSO_WM_BEAUTIFY_FLAG" val=""/>
</p:tagLst>
</file>

<file path=ppt/tags/tag124.xml><?xml version="1.0" encoding="utf-8"?>
<p:tagLst xmlns:p="http://schemas.openxmlformats.org/presentationml/2006/main">
  <p:tag name="KSO_WM_BEAUTIFY_FLAG" val=""/>
</p:tagLst>
</file>

<file path=ppt/tags/tag125.xml><?xml version="1.0" encoding="utf-8"?>
<p:tagLst xmlns:p="http://schemas.openxmlformats.org/presentationml/2006/main">
  <p:tag name="KSO_WM_BEAUTIFY_FLAG" val=""/>
</p:tagLst>
</file>

<file path=ppt/tags/tag126.xml><?xml version="1.0" encoding="utf-8"?>
<p:tagLst xmlns:p="http://schemas.openxmlformats.org/presentationml/2006/main">
  <p:tag name="KSO_WM_BEAUTIFY_FLAG" val=""/>
</p:tagLst>
</file>

<file path=ppt/tags/tag127.xml><?xml version="1.0" encoding="utf-8"?>
<p:tagLst xmlns:p="http://schemas.openxmlformats.org/presentationml/2006/main">
  <p:tag name="KSO_WM_BEAUTIFY_FLAG" val=""/>
</p:tagLst>
</file>

<file path=ppt/tags/tag128.xml><?xml version="1.0" encoding="utf-8"?>
<p:tagLst xmlns:p="http://schemas.openxmlformats.org/presentationml/2006/main">
  <p:tag name="KSO_WM_BEAUTIFY_FLAG" val=""/>
</p:tagLst>
</file>

<file path=ppt/tags/tag129.xml><?xml version="1.0" encoding="utf-8"?>
<p:tagLst xmlns:p="http://schemas.openxmlformats.org/presentationml/2006/main">
  <p:tag name="KSO_WM_BEAUTIFY_FLAG" val=""/>
</p:tagLst>
</file>

<file path=ppt/tags/tag130.xml><?xml version="1.0" encoding="utf-8"?>
<p:tagLst xmlns:p="http://schemas.openxmlformats.org/presentationml/2006/main">
  <p:tag name="KSO_WM_BEAUTIFY_FLAG" val=""/>
</p:tagLst>
</file>

<file path=ppt/tags/tag131.xml><?xml version="1.0" encoding="utf-8"?>
<p:tagLst xmlns:p="http://schemas.openxmlformats.org/presentationml/2006/main">
  <p:tag name="KSO_WM_BEAUTIFY_FLAG" val=""/>
</p:tagLst>
</file>

<file path=ppt/tags/tag132.xml><?xml version="1.0" encoding="utf-8"?>
<p:tagLst xmlns:p="http://schemas.openxmlformats.org/presentationml/2006/main">
  <p:tag name="KSO_WM_BEAUTIFY_FLAG" val=""/>
</p:tagLst>
</file>

<file path=ppt/tags/tag133.xml><?xml version="1.0" encoding="utf-8"?>
<p:tagLst xmlns:p="http://schemas.openxmlformats.org/presentationml/2006/main">
  <p:tag name="KSO_WM_BEAUTIFY_FLAG" val=""/>
</p:tagLst>
</file>

<file path=ppt/tags/tag134.xml><?xml version="1.0" encoding="utf-8"?>
<p:tagLst xmlns:p="http://schemas.openxmlformats.org/presentationml/2006/main">
  <p:tag name="KSO_WM_BEAUTIFY_FLAG" val=""/>
</p:tagLst>
</file>

<file path=ppt/tags/tag135.xml><?xml version="1.0" encoding="utf-8"?>
<p:tagLst xmlns:p="http://schemas.openxmlformats.org/presentationml/2006/main">
  <p:tag name="KSO_WM_BEAUTIFY_FLAG" val=""/>
</p:tagLst>
</file>

<file path=ppt/tags/tag136.xml><?xml version="1.0" encoding="utf-8"?>
<p:tagLst xmlns:p="http://schemas.openxmlformats.org/presentationml/2006/main">
  <p:tag name="KSO_WM_BEAUTIFY_FLAG" val=""/>
</p:tagLst>
</file>

<file path=ppt/tags/tag137.xml><?xml version="1.0" encoding="utf-8"?>
<p:tagLst xmlns:p="http://schemas.openxmlformats.org/presentationml/2006/main">
  <p:tag name="KSO_WM_BEAUTIFY_FLAG" val=""/>
</p:tagLst>
</file>

<file path=ppt/tags/tag138.xml><?xml version="1.0" encoding="utf-8"?>
<p:tagLst xmlns:p="http://schemas.openxmlformats.org/presentationml/2006/main">
  <p:tag name="KSO_WM_BEAUTIFY_FLAG" val=""/>
</p:tagLst>
</file>

<file path=ppt/tags/tag139.xml><?xml version="1.0" encoding="utf-8"?>
<p:tagLst xmlns:p="http://schemas.openxmlformats.org/presentationml/2006/main">
  <p:tag name="KSO_WM_BEAUTIFY_FLAG" val=""/>
</p:tagLst>
</file>

<file path=ppt/tags/tag140.xml><?xml version="1.0" encoding="utf-8"?>
<p:tagLst xmlns:p="http://schemas.openxmlformats.org/presentationml/2006/main">
  <p:tag name="KSO_WM_BEAUTIFY_FLAG" val=""/>
</p:tagLst>
</file>

<file path=ppt/tags/tag141.xml><?xml version="1.0" encoding="utf-8"?>
<p:tagLst xmlns:p="http://schemas.openxmlformats.org/presentationml/2006/main">
  <p:tag name="KSO_WM_BEAUTIFY_FLAG" val=""/>
</p:tagLst>
</file>

<file path=ppt/tags/tag142.xml><?xml version="1.0" encoding="utf-8"?>
<p:tagLst xmlns:p="http://schemas.openxmlformats.org/presentationml/2006/main">
  <p:tag name="KSO_WM_BEAUTIFY_FLAG" val=""/>
</p:tagLst>
</file>

<file path=ppt/tags/tag143.xml><?xml version="1.0" encoding="utf-8"?>
<p:tagLst xmlns:p="http://schemas.openxmlformats.org/presentationml/2006/main">
  <p:tag name="KSO_WM_BEAUTIFY_FLAG" val=""/>
</p:tagLst>
</file>

<file path=ppt/tags/tag144.xml><?xml version="1.0" encoding="utf-8"?>
<p:tagLst xmlns:p="http://schemas.openxmlformats.org/presentationml/2006/main">
  <p:tag name="KSO_WM_BEAUTIFY_FLAG" val=""/>
</p:tagLst>
</file>

<file path=ppt/tags/tag145.xml><?xml version="1.0" encoding="utf-8"?>
<p:tagLst xmlns:p="http://schemas.openxmlformats.org/presentationml/2006/main">
  <p:tag name="KSO_WM_BEAUTIFY_FLAG" val=""/>
</p:tagLst>
</file>

<file path=ppt/tags/tag146.xml><?xml version="1.0" encoding="utf-8"?>
<p:tagLst xmlns:p="http://schemas.openxmlformats.org/presentationml/2006/main">
  <p:tag name="KSO_WM_BEAUTIFY_FLAG" val=""/>
</p:tagLst>
</file>

<file path=ppt/tags/tag147.xml><?xml version="1.0" encoding="utf-8"?>
<p:tagLst xmlns:p="http://schemas.openxmlformats.org/presentationml/2006/main">
  <p:tag name="KSO_WM_BEAUTIFY_FLAG" val=""/>
</p:tagLst>
</file>

<file path=ppt/tags/tag148.xml><?xml version="1.0" encoding="utf-8"?>
<p:tagLst xmlns:p="http://schemas.openxmlformats.org/presentationml/2006/main">
  <p:tag name="KSO_WM_BEAUTIFY_FLAG" val=""/>
</p:tagLst>
</file>

<file path=ppt/tags/tag149.xml><?xml version="1.0" encoding="utf-8"?>
<p:tagLst xmlns:p="http://schemas.openxmlformats.org/presentationml/2006/main">
  <p:tag name="KSO_WM_BEAUTIFY_FLAG" val=""/>
</p:tagLst>
</file>

<file path=ppt/tags/tag150.xml><?xml version="1.0" encoding="utf-8"?>
<p:tagLst xmlns:p="http://schemas.openxmlformats.org/presentationml/2006/main">
  <p:tag name="KSO_WM_BEAUTIFY_FLAG" val=""/>
</p:tagLst>
</file>

<file path=ppt/tags/tag151.xml><?xml version="1.0" encoding="utf-8"?>
<p:tagLst xmlns:p="http://schemas.openxmlformats.org/presentationml/2006/main">
  <p:tag name="KSO_WM_BEAUTIFY_FLAG" val=""/>
</p:tagLst>
</file>

<file path=ppt/tags/tag152.xml><?xml version="1.0" encoding="utf-8"?>
<p:tagLst xmlns:p="http://schemas.openxmlformats.org/presentationml/2006/main">
  <p:tag name="KSO_WM_BEAUTIFY_FLAG" val=""/>
</p:tagLst>
</file>

<file path=ppt/tags/tag153.xml><?xml version="1.0" encoding="utf-8"?>
<p:tagLst xmlns:p="http://schemas.openxmlformats.org/presentationml/2006/main">
  <p:tag name="KSO_WM_BEAUTIFY_FLAG" val=""/>
</p:tagLst>
</file>

<file path=ppt/tags/tag154.xml><?xml version="1.0" encoding="utf-8"?>
<p:tagLst xmlns:p="http://schemas.openxmlformats.org/presentationml/2006/main">
  <p:tag name="KSO_WM_BEAUTIFY_FLAG" val=""/>
</p:tagLst>
</file>

<file path=ppt/tags/tag155.xml><?xml version="1.0" encoding="utf-8"?>
<p:tagLst xmlns:p="http://schemas.openxmlformats.org/presentationml/2006/main">
  <p:tag name="KSO_WM_BEAUTIFY_FLAG" val=""/>
</p:tagLst>
</file>

<file path=ppt/tags/tag156.xml><?xml version="1.0" encoding="utf-8"?>
<p:tagLst xmlns:p="http://schemas.openxmlformats.org/presentationml/2006/main">
  <p:tag name="KSO_WM_BEAUTIFY_FLAG" val=""/>
</p:tagLst>
</file>

<file path=ppt/tags/tag157.xml><?xml version="1.0" encoding="utf-8"?>
<p:tagLst xmlns:p="http://schemas.openxmlformats.org/presentationml/2006/main">
  <p:tag name="KSO_WM_BEAUTIFY_FLAG" val=""/>
</p:tagLst>
</file>

<file path=ppt/tags/tag158.xml><?xml version="1.0" encoding="utf-8"?>
<p:tagLst xmlns:p="http://schemas.openxmlformats.org/presentationml/2006/main">
  <p:tag name="KSO_WM_BEAUTIFY_FLAG" val=""/>
</p:tagLst>
</file>

<file path=ppt/tags/tag159.xml><?xml version="1.0" encoding="utf-8"?>
<p:tagLst xmlns:p="http://schemas.openxmlformats.org/presentationml/2006/main">
  <p:tag name="KSO_WM_BEAUTIFY_FLAG" val=""/>
</p:tagLst>
</file>

<file path=ppt/tags/tag160.xml><?xml version="1.0" encoding="utf-8"?>
<p:tagLst xmlns:p="http://schemas.openxmlformats.org/presentationml/2006/main">
  <p:tag name="KSO_WPP_MARK_KEY" val="ea615225-2c32-40b0-b24a-76bda2ef322c"/>
  <p:tag name="COMMONDATA" val="eyJoZGlkIjoiODIyZGQ3MzI3NDI1MDU1N2YyZWRhMDJkZThkMjhmMDYifQ=="/>
</p:tagLst>
</file>

<file path=ppt/theme/theme1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Blank Presentation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508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en-US" alt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508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en-US" alt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722</Words>
  <Application>WPS 演示</Application>
  <PresentationFormat>全屏显示(4:3)</PresentationFormat>
  <Paragraphs>114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14</vt:i4>
      </vt:variant>
    </vt:vector>
  </HeadingPairs>
  <TitlesOfParts>
    <vt:vector size="33" baseType="lpstr">
      <vt:lpstr>Arial</vt:lpstr>
      <vt:lpstr>宋体</vt:lpstr>
      <vt:lpstr>Wingdings</vt:lpstr>
      <vt:lpstr>Times New Roman</vt:lpstr>
      <vt:lpstr>Times New Roman</vt:lpstr>
      <vt:lpstr>楷体_GB2312</vt:lpstr>
      <vt:lpstr>新宋体</vt:lpstr>
      <vt:lpstr>黑体</vt:lpstr>
      <vt:lpstr>微软雅黑</vt:lpstr>
      <vt:lpstr>Arial Unicode MS</vt:lpstr>
      <vt:lpstr>Calibri</vt:lpstr>
      <vt:lpstr>Courier New</vt:lpstr>
      <vt:lpstr>华文中宋</vt:lpstr>
      <vt:lpstr>Arial</vt:lpstr>
      <vt:lpstr>Arial Unicode MS</vt:lpstr>
      <vt:lpstr>等线 Light</vt:lpstr>
      <vt:lpstr>等线</vt:lpstr>
      <vt:lpstr>自定义设计方案</vt:lpstr>
      <vt:lpstr>Blank Presentation</vt:lpstr>
      <vt:lpstr>4.1   电镀概述</vt:lpstr>
      <vt:lpstr>(1)   主盐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yj</dc:creator>
  <cp:lastModifiedBy>无际</cp:lastModifiedBy>
  <cp:revision>44</cp:revision>
  <dcterms:created xsi:type="dcterms:W3CDTF">2020-02-17T00:33:00Z</dcterms:created>
  <dcterms:modified xsi:type="dcterms:W3CDTF">2023-11-01T07:50:14Z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A420E48EC80B4B0DB4F5F44B44497299</vt:lpwstr>
  </property>
  <property fmtid="{D5CDD505-2E9C-101B-9397-08002B2CF9AE}" pid="3" name="KSOProductBuildVer">
    <vt:lpwstr>2052-12.1.0.15712</vt:lpwstr>
  </property>
</Properties>
</file>