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3"/>
  </p:sldMasterIdLst>
  <p:notesMasterIdLst>
    <p:notesMasterId r:id="rId32"/>
  </p:notesMasterIdLst>
  <p:sldIdLst>
    <p:sldId id="1998" r:id="rId4"/>
    <p:sldId id="1999" r:id="rId5"/>
    <p:sldId id="2000" r:id="rId6"/>
    <p:sldId id="2001" r:id="rId7"/>
    <p:sldId id="2002" r:id="rId8"/>
    <p:sldId id="2003" r:id="rId9"/>
    <p:sldId id="2004" r:id="rId10"/>
    <p:sldId id="2005" r:id="rId11"/>
    <p:sldId id="2006" r:id="rId12"/>
    <p:sldId id="2007" r:id="rId13"/>
    <p:sldId id="2008" r:id="rId14"/>
    <p:sldId id="2009" r:id="rId15"/>
    <p:sldId id="2010" r:id="rId16"/>
    <p:sldId id="2011" r:id="rId17"/>
    <p:sldId id="2012" r:id="rId18"/>
    <p:sldId id="2013" r:id="rId19"/>
    <p:sldId id="2014" r:id="rId20"/>
    <p:sldId id="2015" r:id="rId21"/>
    <p:sldId id="2016" r:id="rId22"/>
    <p:sldId id="2024" r:id="rId23"/>
    <p:sldId id="2025" r:id="rId24"/>
    <p:sldId id="2017" r:id="rId25"/>
    <p:sldId id="2018" r:id="rId26"/>
    <p:sldId id="2019" r:id="rId27"/>
    <p:sldId id="2020" r:id="rId28"/>
    <p:sldId id="2021" r:id="rId29"/>
    <p:sldId id="2022" r:id="rId30"/>
    <p:sldId id="2023" r:id="rId31"/>
  </p:sldIdLst>
  <p:sldSz cx="9144000" cy="6858000" type="screen4x3"/>
  <p:notesSz cx="6858000" cy="9144000"/>
  <p:custDataLst>
    <p:tags r:id="rId37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4111"/>
    <p:restoredTop sz="94709"/>
  </p:normalViewPr>
  <p:slideViewPr>
    <p:cSldViewPr showGuides="1">
      <p:cViewPr varScale="1">
        <p:scale>
          <a:sx n="70" d="100"/>
          <a:sy n="70" d="100"/>
        </p:scale>
        <p:origin x="103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7" Type="http://schemas.openxmlformats.org/officeDocument/2006/relationships/tags" Target="tags/tag22.xml"/><Relationship Id="rId36" Type="http://schemas.openxmlformats.org/officeDocument/2006/relationships/commentAuthors" Target="commentAuthors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notesMaster" Target="notesMasters/notesMaster1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2716E8E-9F40-488C-B2C8-F598D235E806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80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80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80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ACFD4E-E7F6-4FE1-B89A-91A679E56EB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Freeform 2"/>
          <p:cNvSpPr/>
          <p:nvPr/>
        </p:nvSpPr>
        <p:spPr>
          <a:xfrm>
            <a:off x="20638" y="12700"/>
            <a:ext cx="8896350" cy="6780213"/>
          </a:xfrm>
          <a:custGeom>
            <a:avLst/>
            <a:gdLst/>
            <a:ahLst/>
            <a:cxnLst>
              <a:cxn ang="0">
                <a:pos x="6300000" y="0"/>
              </a:cxn>
              <a:cxn ang="0">
                <a:pos x="0" y="1826667"/>
              </a:cxn>
              <a:cxn ang="0">
                <a:pos x="4842204" y="6780213"/>
              </a:cxn>
              <a:cxn ang="0">
                <a:pos x="8896350" y="2107693"/>
              </a:cxn>
              <a:cxn ang="0">
                <a:pos x="6300000" y="0"/>
              </a:cxn>
              <a:cxn ang="0">
                <a:pos x="6300000" y="0"/>
              </a:cxn>
            </a:cxnLst>
            <a:pathLst>
              <a:path w="3985" h="3619">
                <a:moveTo>
                  <a:pt x="2822" y="0"/>
                </a:moveTo>
                <a:lnTo>
                  <a:pt x="0" y="975"/>
                </a:lnTo>
                <a:lnTo>
                  <a:pt x="2169" y="3619"/>
                </a:lnTo>
                <a:lnTo>
                  <a:pt x="3985" y="1125"/>
                </a:lnTo>
                <a:lnTo>
                  <a:pt x="2822" y="0"/>
                </a:lnTo>
                <a:lnTo>
                  <a:pt x="2822" y="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2051" name="Group 8"/>
          <p:cNvGrpSpPr/>
          <p:nvPr/>
        </p:nvGrpSpPr>
        <p:grpSpPr>
          <a:xfrm>
            <a:off x="195263" y="234950"/>
            <a:ext cx="3787775" cy="1778000"/>
            <a:chOff x="123" y="148"/>
            <a:chExt cx="2386" cy="1120"/>
          </a:xfrm>
        </p:grpSpPr>
        <p:sp>
          <p:nvSpPr>
            <p:cNvPr id="2069" name="Freeform 9"/>
            <p:cNvSpPr/>
            <p:nvPr userDrawn="1"/>
          </p:nvSpPr>
          <p:spPr>
            <a:xfrm>
              <a:off x="177" y="177"/>
              <a:ext cx="2250" cy="1017"/>
            </a:xfrm>
            <a:custGeom>
              <a:avLst/>
              <a:gdLst/>
              <a:ahLst/>
              <a:cxnLst>
                <a:cxn ang="0">
                  <a:pos x="2250" y="970"/>
                </a:cxn>
                <a:cxn ang="0">
                  <a:pos x="2012" y="781"/>
                </a:cxn>
                <a:cxn ang="0">
                  <a:pos x="1576" y="516"/>
                </a:cxn>
                <a:cxn ang="0">
                  <a:pos x="201" y="0"/>
                </a:cxn>
                <a:cxn ang="0">
                  <a:pos x="65" y="49"/>
                </a:cxn>
                <a:cxn ang="0">
                  <a:pos x="0" y="204"/>
                </a:cxn>
                <a:cxn ang="0">
                  <a:pos x="79" y="381"/>
                </a:cxn>
                <a:cxn ang="0">
                  <a:pos x="1615" y="1005"/>
                </a:cxn>
                <a:cxn ang="0">
                  <a:pos x="1952" y="965"/>
                </a:cxn>
                <a:cxn ang="0">
                  <a:pos x="2224" y="1017"/>
                </a:cxn>
                <a:cxn ang="0">
                  <a:pos x="2250" y="970"/>
                </a:cxn>
                <a:cxn ang="0">
                  <a:pos x="2250" y="970"/>
                </a:cxn>
              </a:cxnLst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0" name="Freeform 10"/>
            <p:cNvSpPr/>
            <p:nvPr userDrawn="1"/>
          </p:nvSpPr>
          <p:spPr>
            <a:xfrm>
              <a:off x="166" y="261"/>
              <a:ext cx="2244" cy="1007"/>
            </a:xfrm>
            <a:custGeom>
              <a:avLst/>
              <a:gdLst/>
              <a:ahLst/>
              <a:cxnLst>
                <a:cxn ang="0">
                  <a:pos x="194" y="0"/>
                </a:cxn>
                <a:cxn ang="0">
                  <a:pos x="1883" y="637"/>
                </a:cxn>
                <a:cxn ang="0">
                  <a:pos x="2020" y="783"/>
                </a:cxn>
                <a:cxn ang="0">
                  <a:pos x="2244" y="971"/>
                </a:cxn>
                <a:cxn ang="0">
                  <a:pos x="2214" y="1007"/>
                </a:cxn>
                <a:cxn ang="0">
                  <a:pos x="1910" y="965"/>
                </a:cxn>
                <a:cxn ang="0">
                  <a:pos x="1620" y="995"/>
                </a:cxn>
                <a:cxn ang="0">
                  <a:pos x="59" y="366"/>
                </a:cxn>
                <a:cxn ang="0">
                  <a:pos x="0" y="184"/>
                </a:cxn>
                <a:cxn ang="0">
                  <a:pos x="65" y="39"/>
                </a:cxn>
                <a:cxn ang="0">
                  <a:pos x="194" y="0"/>
                </a:cxn>
                <a:cxn ang="0">
                  <a:pos x="194" y="0"/>
                </a:cxn>
              </a:cxnLst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1" name="Freeform 11"/>
            <p:cNvSpPr/>
            <p:nvPr userDrawn="1"/>
          </p:nvSpPr>
          <p:spPr>
            <a:xfrm>
              <a:off x="474" y="344"/>
              <a:ext cx="1488" cy="919"/>
            </a:xfrm>
            <a:custGeom>
              <a:avLst/>
              <a:gdLst/>
              <a:ahLst/>
              <a:cxnLst>
                <a:cxn ang="0">
                  <a:pos x="0" y="400"/>
                </a:cxn>
                <a:cxn ang="0">
                  <a:pos x="1308" y="919"/>
                </a:cxn>
                <a:cxn ang="0">
                  <a:pos x="1332" y="657"/>
                </a:cxn>
                <a:cxn ang="0">
                  <a:pos x="1488" y="519"/>
                </a:cxn>
                <a:cxn ang="0">
                  <a:pos x="111" y="0"/>
                </a:cxn>
                <a:cxn ang="0">
                  <a:pos x="0" y="156"/>
                </a:cxn>
                <a:cxn ang="0">
                  <a:pos x="0" y="400"/>
                </a:cxn>
                <a:cxn ang="0">
                  <a:pos x="0" y="400"/>
                </a:cxn>
              </a:cxnLst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072" name="Group 12"/>
            <p:cNvGrpSpPr/>
            <p:nvPr userDrawn="1"/>
          </p:nvGrpSpPr>
          <p:grpSpPr>
            <a:xfrm>
              <a:off x="123" y="148"/>
              <a:ext cx="2386" cy="1081"/>
              <a:chOff x="123" y="148"/>
              <a:chExt cx="2386" cy="1081"/>
            </a:xfrm>
          </p:grpSpPr>
          <p:sp>
            <p:nvSpPr>
              <p:cNvPr id="2073" name="Freeform 13"/>
              <p:cNvSpPr/>
              <p:nvPr userDrawn="1"/>
            </p:nvSpPr>
            <p:spPr>
              <a:xfrm>
                <a:off x="2005" y="934"/>
                <a:ext cx="212" cy="214"/>
              </a:xfrm>
              <a:custGeom>
                <a:avLst/>
                <a:gdLst/>
                <a:ahLst/>
                <a:cxnLst>
                  <a:cxn ang="0">
                    <a:pos x="155" y="0"/>
                  </a:cxn>
                  <a:cxn ang="0">
                    <a:pos x="57" y="82"/>
                  </a:cxn>
                  <a:cxn ang="0">
                    <a:pos x="0" y="214"/>
                  </a:cxn>
                  <a:cxn ang="0">
                    <a:pos x="113" y="198"/>
                  </a:cxn>
                  <a:cxn ang="0">
                    <a:pos x="146" y="104"/>
                  </a:cxn>
                  <a:cxn ang="0">
                    <a:pos x="212" y="33"/>
                  </a:cxn>
                  <a:cxn ang="0">
                    <a:pos x="155" y="0"/>
                  </a:cxn>
                  <a:cxn ang="0">
                    <a:pos x="155" y="0"/>
                  </a:cxn>
                </a:cxnLst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4" name="Freeform 14"/>
              <p:cNvSpPr/>
              <p:nvPr userDrawn="1"/>
            </p:nvSpPr>
            <p:spPr>
              <a:xfrm>
                <a:off x="123" y="148"/>
                <a:ext cx="2386" cy="1081"/>
              </a:xfrm>
              <a:custGeom>
                <a:avLst/>
                <a:gdLst/>
                <a:ahLst/>
                <a:cxnLst>
                  <a:cxn ang="0">
                    <a:pos x="221" y="0"/>
                  </a:cxn>
                  <a:cxn ang="0">
                    <a:pos x="89" y="64"/>
                  </a:cxn>
                  <a:cxn ang="0">
                    <a:pos x="0" y="256"/>
                  </a:cxn>
                  <a:cxn ang="0">
                    <a:pos x="95" y="440"/>
                  </a:cxn>
                  <a:cxn ang="0">
                    <a:pos x="1675" y="1065"/>
                  </a:cxn>
                  <a:cxn ang="0">
                    <a:pos x="2015" y="1026"/>
                  </a:cxn>
                  <a:cxn ang="0">
                    <a:pos x="2290" y="1081"/>
                  </a:cxn>
                  <a:cxn ang="0">
                    <a:pos x="2386" y="993"/>
                  </a:cxn>
                  <a:cxn ang="0">
                    <a:pos x="2128" y="816"/>
                  </a:cxn>
                  <a:cxn ang="0">
                    <a:pos x="2023" y="629"/>
                  </a:cxn>
                  <a:cxn ang="0">
                    <a:pos x="1940" y="647"/>
                  </a:cxn>
                  <a:cxn ang="0">
                    <a:pos x="2039" y="816"/>
                  </a:cxn>
                  <a:cxn ang="0">
                    <a:pos x="2236" y="995"/>
                  </a:cxn>
                  <a:cxn ang="0">
                    <a:pos x="2002" y="967"/>
                  </a:cxn>
                  <a:cxn ang="0">
                    <a:pos x="1727" y="1000"/>
                  </a:cxn>
                  <a:cxn ang="0">
                    <a:pos x="1778" y="798"/>
                  </a:cxn>
                  <a:cxn ang="0">
                    <a:pos x="1896" y="661"/>
                  </a:cxn>
                  <a:cxn ang="0">
                    <a:pos x="1758" y="678"/>
                  </a:cxn>
                  <a:cxn ang="0">
                    <a:pos x="1651" y="808"/>
                  </a:cxn>
                  <a:cxn ang="0">
                    <a:pos x="1614" y="972"/>
                  </a:cxn>
                  <a:cxn ang="0">
                    <a:pos x="152" y="381"/>
                  </a:cxn>
                  <a:cxn ang="0">
                    <a:pos x="113" y="264"/>
                  </a:cxn>
                  <a:cxn ang="0">
                    <a:pos x="146" y="117"/>
                  </a:cxn>
                  <a:cxn ang="0">
                    <a:pos x="307" y="0"/>
                  </a:cxn>
                  <a:cxn ang="0">
                    <a:pos x="221" y="0"/>
                  </a:cxn>
                  <a:cxn ang="0">
                    <a:pos x="221" y="0"/>
                  </a:cxn>
                </a:cxnLst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5" name="Freeform 15"/>
              <p:cNvSpPr/>
              <p:nvPr userDrawn="1"/>
            </p:nvSpPr>
            <p:spPr>
              <a:xfrm>
                <a:off x="324" y="158"/>
                <a:ext cx="1686" cy="614"/>
              </a:xfrm>
              <a:custGeom>
                <a:avLst/>
                <a:gdLst/>
                <a:ahLst/>
                <a:cxnLst>
                  <a:cxn ang="0">
                    <a:pos x="142" y="0"/>
                  </a:cxn>
                  <a:cxn ang="0">
                    <a:pos x="1686" y="602"/>
                  </a:cxn>
                  <a:cxn ang="0">
                    <a:pos x="1524" y="614"/>
                  </a:cxn>
                  <a:cxn ang="0">
                    <a:pos x="0" y="33"/>
                  </a:cxn>
                  <a:cxn ang="0">
                    <a:pos x="142" y="0"/>
                  </a:cxn>
                  <a:cxn ang="0">
                    <a:pos x="142" y="0"/>
                  </a:cxn>
                </a:cxnLst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6" name="Freeform 16"/>
              <p:cNvSpPr/>
              <p:nvPr userDrawn="1"/>
            </p:nvSpPr>
            <p:spPr>
              <a:xfrm>
                <a:off x="409" y="251"/>
                <a:ext cx="227" cy="410"/>
              </a:xfrm>
              <a:custGeom>
                <a:avLst/>
                <a:gdLst/>
                <a:ahLst/>
                <a:cxnLst>
                  <a:cxn ang="0">
                    <a:pos x="165" y="0"/>
                  </a:cxn>
                  <a:cxn ang="0">
                    <a:pos x="27" y="130"/>
                  </a:cxn>
                  <a:cxn ang="0">
                    <a:pos x="0" y="281"/>
                  </a:cxn>
                  <a:cxn ang="0">
                    <a:pos x="47" y="384"/>
                  </a:cxn>
                  <a:cxn ang="0">
                    <a:pos x="133" y="410"/>
                  </a:cxn>
                  <a:cxn ang="0">
                    <a:pos x="108" y="188"/>
                  </a:cxn>
                  <a:cxn ang="0">
                    <a:pos x="227" y="21"/>
                  </a:cxn>
                  <a:cxn ang="0">
                    <a:pos x="165" y="0"/>
                  </a:cxn>
                  <a:cxn ang="0">
                    <a:pos x="165" y="0"/>
                  </a:cxn>
                </a:cxnLst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7" name="Freeform 17"/>
              <p:cNvSpPr/>
              <p:nvPr userDrawn="1"/>
            </p:nvSpPr>
            <p:spPr>
              <a:xfrm>
                <a:off x="846" y="536"/>
                <a:ext cx="691" cy="364"/>
              </a:xfrm>
              <a:custGeom>
                <a:avLst/>
                <a:gdLst/>
                <a:ahLst/>
                <a:cxnLst>
                  <a:cxn ang="0">
                    <a:pos x="20" y="42"/>
                  </a:cxn>
                  <a:cxn ang="0">
                    <a:pos x="226" y="81"/>
                  </a:cxn>
                  <a:cxn ang="0">
                    <a:pos x="458" y="168"/>
                  </a:cxn>
                  <a:cxn ang="0">
                    <a:pos x="622" y="299"/>
                  </a:cxn>
                  <a:cxn ang="0">
                    <a:pos x="461" y="283"/>
                  </a:cxn>
                  <a:cxn ang="0">
                    <a:pos x="196" y="180"/>
                  </a:cxn>
                  <a:cxn ang="0">
                    <a:pos x="71" y="98"/>
                  </a:cxn>
                  <a:cxn ang="0">
                    <a:pos x="151" y="200"/>
                  </a:cxn>
                  <a:cxn ang="0">
                    <a:pos x="384" y="332"/>
                  </a:cxn>
                  <a:cxn ang="0">
                    <a:pos x="658" y="364"/>
                  </a:cxn>
                  <a:cxn ang="0">
                    <a:pos x="691" y="275"/>
                  </a:cxn>
                  <a:cxn ang="0">
                    <a:pos x="557" y="148"/>
                  </a:cxn>
                  <a:cxn ang="0">
                    <a:pos x="240" y="21"/>
                  </a:cxn>
                  <a:cxn ang="0">
                    <a:pos x="0" y="0"/>
                  </a:cxn>
                  <a:cxn ang="0">
                    <a:pos x="20" y="42"/>
                  </a:cxn>
                  <a:cxn ang="0">
                    <a:pos x="20" y="42"/>
                  </a:cxn>
                </a:cxnLst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2052" name="Group 18"/>
          <p:cNvGrpSpPr/>
          <p:nvPr/>
        </p:nvGrpSpPr>
        <p:grpSpPr>
          <a:xfrm>
            <a:off x="7915275" y="4368800"/>
            <a:ext cx="742950" cy="1058863"/>
            <a:chOff x="4986" y="2752"/>
            <a:chExt cx="468" cy="667"/>
          </a:xfrm>
        </p:grpSpPr>
        <p:sp>
          <p:nvSpPr>
            <p:cNvPr id="2060" name="Freeform 19"/>
            <p:cNvSpPr/>
            <p:nvPr userDrawn="1"/>
          </p:nvSpPr>
          <p:spPr>
            <a:xfrm rot="7320404">
              <a:off x="4909" y="2936"/>
              <a:ext cx="629" cy="293"/>
            </a:xfrm>
            <a:custGeom>
              <a:avLst/>
              <a:gdLst/>
              <a:ahLst/>
              <a:cxnLst>
                <a:cxn ang="0">
                  <a:pos x="629" y="280"/>
                </a:cxn>
                <a:cxn ang="0">
                  <a:pos x="562" y="225"/>
                </a:cxn>
                <a:cxn ang="0">
                  <a:pos x="440" y="149"/>
                </a:cxn>
                <a:cxn ang="0">
                  <a:pos x="56" y="0"/>
                </a:cxn>
                <a:cxn ang="0">
                  <a:pos x="18" y="14"/>
                </a:cxn>
                <a:cxn ang="0">
                  <a:pos x="0" y="59"/>
                </a:cxn>
                <a:cxn ang="0">
                  <a:pos x="22" y="110"/>
                </a:cxn>
                <a:cxn ang="0">
                  <a:pos x="452" y="289"/>
                </a:cxn>
                <a:cxn ang="0">
                  <a:pos x="546" y="278"/>
                </a:cxn>
                <a:cxn ang="0">
                  <a:pos x="622" y="293"/>
                </a:cxn>
                <a:cxn ang="0">
                  <a:pos x="629" y="280"/>
                </a:cxn>
                <a:cxn ang="0">
                  <a:pos x="629" y="280"/>
                </a:cxn>
              </a:cxnLst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1" name="Freeform 20"/>
            <p:cNvSpPr/>
            <p:nvPr userDrawn="1"/>
          </p:nvSpPr>
          <p:spPr>
            <a:xfrm rot="7320404">
              <a:off x="4893" y="2922"/>
              <a:ext cx="627" cy="290"/>
            </a:xfrm>
            <a:custGeom>
              <a:avLst/>
              <a:gdLst/>
              <a:ahLst/>
              <a:cxnLst>
                <a:cxn ang="0">
                  <a:pos x="54" y="0"/>
                </a:cxn>
                <a:cxn ang="0">
                  <a:pos x="526" y="183"/>
                </a:cxn>
                <a:cxn ang="0">
                  <a:pos x="565" y="225"/>
                </a:cxn>
                <a:cxn ang="0">
                  <a:pos x="627" y="280"/>
                </a:cxn>
                <a:cxn ang="0">
                  <a:pos x="619" y="290"/>
                </a:cxn>
                <a:cxn ang="0">
                  <a:pos x="534" y="278"/>
                </a:cxn>
                <a:cxn ang="0">
                  <a:pos x="453" y="286"/>
                </a:cxn>
                <a:cxn ang="0">
                  <a:pos x="17" y="105"/>
                </a:cxn>
                <a:cxn ang="0">
                  <a:pos x="0" y="53"/>
                </a:cxn>
                <a:cxn ang="0">
                  <a:pos x="18" y="11"/>
                </a:cxn>
                <a:cxn ang="0">
                  <a:pos x="54" y="0"/>
                </a:cxn>
                <a:cxn ang="0">
                  <a:pos x="54" y="0"/>
                </a:cxn>
              </a:cxnLst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2" name="Freeform 21"/>
            <p:cNvSpPr/>
            <p:nvPr userDrawn="1"/>
          </p:nvSpPr>
          <p:spPr>
            <a:xfrm rot="7320404">
              <a:off x="4999" y="2912"/>
              <a:ext cx="416" cy="265"/>
            </a:xfrm>
            <a:custGeom>
              <a:avLst/>
              <a:gdLst/>
              <a:ahLst/>
              <a:cxnLst>
                <a:cxn ang="0">
                  <a:pos x="0" y="115"/>
                </a:cxn>
                <a:cxn ang="0">
                  <a:pos x="366" y="265"/>
                </a:cxn>
                <a:cxn ang="0">
                  <a:pos x="372" y="189"/>
                </a:cxn>
                <a:cxn ang="0">
                  <a:pos x="416" y="150"/>
                </a:cxn>
                <a:cxn ang="0">
                  <a:pos x="31" y="0"/>
                </a:cxn>
                <a:cxn ang="0">
                  <a:pos x="0" y="45"/>
                </a:cxn>
                <a:cxn ang="0">
                  <a:pos x="0" y="115"/>
                </a:cxn>
                <a:cxn ang="0">
                  <a:pos x="0" y="115"/>
                </a:cxn>
              </a:cxnLst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063" name="Group 22"/>
            <p:cNvGrpSpPr/>
            <p:nvPr userDrawn="1"/>
          </p:nvGrpSpPr>
          <p:grpSpPr>
            <a:xfrm>
              <a:off x="4986" y="2752"/>
              <a:ext cx="468" cy="667"/>
              <a:chOff x="4986" y="2752"/>
              <a:chExt cx="468" cy="667"/>
            </a:xfrm>
          </p:grpSpPr>
          <p:sp>
            <p:nvSpPr>
              <p:cNvPr id="2064" name="Freeform 23"/>
              <p:cNvSpPr/>
              <p:nvPr userDrawn="1"/>
            </p:nvSpPr>
            <p:spPr>
              <a:xfrm rot="7320404">
                <a:off x="4987" y="3190"/>
                <a:ext cx="59" cy="61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16" y="23"/>
                  </a:cxn>
                  <a:cxn ang="0">
                    <a:pos x="0" y="61"/>
                  </a:cxn>
                  <a:cxn ang="0">
                    <a:pos x="31" y="56"/>
                  </a:cxn>
                  <a:cxn ang="0">
                    <a:pos x="41" y="30"/>
                  </a:cxn>
                  <a:cxn ang="0">
                    <a:pos x="59" y="10"/>
                  </a:cxn>
                  <a:cxn ang="0">
                    <a:pos x="43" y="0"/>
                  </a:cxn>
                  <a:cxn ang="0">
                    <a:pos x="43" y="0"/>
                  </a:cxn>
                </a:cxnLst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5" name="Freeform 24"/>
              <p:cNvSpPr/>
              <p:nvPr userDrawn="1"/>
            </p:nvSpPr>
            <p:spPr>
              <a:xfrm rot="7320404">
                <a:off x="4887" y="2930"/>
                <a:ext cx="667" cy="311"/>
              </a:xfrm>
              <a:custGeom>
                <a:avLst/>
                <a:gdLst/>
                <a:ahLst/>
                <a:cxnLst>
                  <a:cxn ang="0">
                    <a:pos x="62" y="0"/>
                  </a:cxn>
                  <a:cxn ang="0">
                    <a:pos x="25" y="18"/>
                  </a:cxn>
                  <a:cxn ang="0">
                    <a:pos x="0" y="74"/>
                  </a:cxn>
                  <a:cxn ang="0">
                    <a:pos x="27" y="127"/>
                  </a:cxn>
                  <a:cxn ang="0">
                    <a:pos x="468" y="306"/>
                  </a:cxn>
                  <a:cxn ang="0">
                    <a:pos x="563" y="295"/>
                  </a:cxn>
                  <a:cxn ang="0">
                    <a:pos x="640" y="311"/>
                  </a:cxn>
                  <a:cxn ang="0">
                    <a:pos x="667" y="286"/>
                  </a:cxn>
                  <a:cxn ang="0">
                    <a:pos x="595" y="235"/>
                  </a:cxn>
                  <a:cxn ang="0">
                    <a:pos x="566" y="181"/>
                  </a:cxn>
                  <a:cxn ang="0">
                    <a:pos x="542" y="186"/>
                  </a:cxn>
                  <a:cxn ang="0">
                    <a:pos x="570" y="235"/>
                  </a:cxn>
                  <a:cxn ang="0">
                    <a:pos x="625" y="286"/>
                  </a:cxn>
                  <a:cxn ang="0">
                    <a:pos x="560" y="278"/>
                  </a:cxn>
                  <a:cxn ang="0">
                    <a:pos x="483" y="288"/>
                  </a:cxn>
                  <a:cxn ang="0">
                    <a:pos x="497" y="230"/>
                  </a:cxn>
                  <a:cxn ang="0">
                    <a:pos x="530" y="190"/>
                  </a:cxn>
                  <a:cxn ang="0">
                    <a:pos x="492" y="195"/>
                  </a:cxn>
                  <a:cxn ang="0">
                    <a:pos x="461" y="233"/>
                  </a:cxn>
                  <a:cxn ang="0">
                    <a:pos x="451" y="280"/>
                  </a:cxn>
                  <a:cxn ang="0">
                    <a:pos x="42" y="110"/>
                  </a:cxn>
                  <a:cxn ang="0">
                    <a:pos x="32" y="76"/>
                  </a:cxn>
                  <a:cxn ang="0">
                    <a:pos x="41" y="34"/>
                  </a:cxn>
                  <a:cxn ang="0">
                    <a:pos x="86" y="0"/>
                  </a:cxn>
                  <a:cxn ang="0">
                    <a:pos x="62" y="0"/>
                  </a:cxn>
                  <a:cxn ang="0">
                    <a:pos x="62" y="0"/>
                  </a:cxn>
                </a:cxnLst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6" name="Freeform 25"/>
              <p:cNvSpPr/>
              <p:nvPr userDrawn="1"/>
            </p:nvSpPr>
            <p:spPr>
              <a:xfrm rot="7320404">
                <a:off x="5062" y="2997"/>
                <a:ext cx="472" cy="176"/>
              </a:xfrm>
              <a:custGeom>
                <a:avLst/>
                <a:gdLst/>
                <a:ahLst/>
                <a:cxnLst>
                  <a:cxn ang="0">
                    <a:pos x="40" y="0"/>
                  </a:cxn>
                  <a:cxn ang="0">
                    <a:pos x="472" y="172"/>
                  </a:cxn>
                  <a:cxn ang="0">
                    <a:pos x="427" y="176"/>
                  </a:cxn>
                  <a:cxn ang="0">
                    <a:pos x="0" y="10"/>
                  </a:cxn>
                  <a:cxn ang="0">
                    <a:pos x="40" y="0"/>
                  </a:cxn>
                  <a:cxn ang="0">
                    <a:pos x="40" y="0"/>
                  </a:cxn>
                </a:cxnLst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7" name="Freeform 26"/>
              <p:cNvSpPr/>
              <p:nvPr userDrawn="1"/>
            </p:nvSpPr>
            <p:spPr>
              <a:xfrm rot="7320404">
                <a:off x="5363" y="2873"/>
                <a:ext cx="63" cy="118"/>
              </a:xfrm>
              <a:custGeom>
                <a:avLst/>
                <a:gdLst/>
                <a:ahLst/>
                <a:cxnLst>
                  <a:cxn ang="0">
                    <a:pos x="46" y="0"/>
                  </a:cxn>
                  <a:cxn ang="0">
                    <a:pos x="7" y="37"/>
                  </a:cxn>
                  <a:cxn ang="0">
                    <a:pos x="0" y="81"/>
                  </a:cxn>
                  <a:cxn ang="0">
                    <a:pos x="13" y="111"/>
                  </a:cxn>
                  <a:cxn ang="0">
                    <a:pos x="37" y="118"/>
                  </a:cxn>
                  <a:cxn ang="0">
                    <a:pos x="30" y="54"/>
                  </a:cxn>
                  <a:cxn ang="0">
                    <a:pos x="63" y="6"/>
                  </a:cxn>
                  <a:cxn ang="0">
                    <a:pos x="46" y="0"/>
                  </a:cxn>
                  <a:cxn ang="0">
                    <a:pos x="46" y="0"/>
                  </a:cxn>
                </a:cxnLst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8" name="Freeform 27"/>
              <p:cNvSpPr/>
              <p:nvPr userDrawn="1"/>
            </p:nvSpPr>
            <p:spPr>
              <a:xfrm rot="7320404">
                <a:off x="5136" y="2999"/>
                <a:ext cx="193" cy="104"/>
              </a:xfrm>
              <a:custGeom>
                <a:avLst/>
                <a:gdLst/>
                <a:ahLst/>
                <a:cxnLst>
                  <a:cxn ang="0">
                    <a:pos x="6" y="12"/>
                  </a:cxn>
                  <a:cxn ang="0">
                    <a:pos x="63" y="23"/>
                  </a:cxn>
                  <a:cxn ang="0">
                    <a:pos x="128" y="48"/>
                  </a:cxn>
                  <a:cxn ang="0">
                    <a:pos x="174" y="85"/>
                  </a:cxn>
                  <a:cxn ang="0">
                    <a:pos x="129" y="81"/>
                  </a:cxn>
                  <a:cxn ang="0">
                    <a:pos x="55" y="51"/>
                  </a:cxn>
                  <a:cxn ang="0">
                    <a:pos x="20" y="28"/>
                  </a:cxn>
                  <a:cxn ang="0">
                    <a:pos x="42" y="57"/>
                  </a:cxn>
                  <a:cxn ang="0">
                    <a:pos x="107" y="95"/>
                  </a:cxn>
                  <a:cxn ang="0">
                    <a:pos x="184" y="104"/>
                  </a:cxn>
                  <a:cxn ang="0">
                    <a:pos x="193" y="79"/>
                  </a:cxn>
                  <a:cxn ang="0">
                    <a:pos x="156" y="42"/>
                  </a:cxn>
                  <a:cxn ang="0">
                    <a:pos x="67" y="6"/>
                  </a:cxn>
                  <a:cxn ang="0">
                    <a:pos x="0" y="0"/>
                  </a:cxn>
                  <a:cxn ang="0">
                    <a:pos x="6" y="12"/>
                  </a:cxn>
                  <a:cxn ang="0">
                    <a:pos x="6" y="12"/>
                  </a:cxn>
                </a:cxnLst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2053" name="Freeform 28"/>
          <p:cNvSpPr/>
          <p:nvPr/>
        </p:nvSpPr>
        <p:spPr>
          <a:xfrm>
            <a:off x="901700" y="5054600"/>
            <a:ext cx="6807200" cy="7286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95400" y="406400"/>
              </a:cxn>
              <a:cxn ang="0">
                <a:pos x="2476500" y="228600"/>
              </a:cxn>
              <a:cxn ang="0">
                <a:pos x="2946400" y="596900"/>
              </a:cxn>
              <a:cxn ang="0">
                <a:pos x="3721100" y="241300"/>
              </a:cxn>
              <a:cxn ang="0">
                <a:pos x="5613400" y="723900"/>
              </a:cxn>
              <a:cxn ang="0">
                <a:pos x="6807200" y="215900"/>
              </a:cxn>
            </a:cxnLst>
            <a:pathLst>
              <a:path w="4288" h="459">
                <a:moveTo>
                  <a:pt x="0" y="0"/>
                </a:moveTo>
                <a:cubicBezTo>
                  <a:pt x="136" y="43"/>
                  <a:pt x="556" y="232"/>
                  <a:pt x="816" y="256"/>
                </a:cubicBezTo>
                <a:cubicBezTo>
                  <a:pt x="1076" y="280"/>
                  <a:pt x="1387" y="124"/>
                  <a:pt x="1560" y="144"/>
                </a:cubicBezTo>
                <a:cubicBezTo>
                  <a:pt x="1733" y="164"/>
                  <a:pt x="1725" y="375"/>
                  <a:pt x="1856" y="376"/>
                </a:cubicBezTo>
                <a:cubicBezTo>
                  <a:pt x="1987" y="377"/>
                  <a:pt x="2064" y="139"/>
                  <a:pt x="2344" y="152"/>
                </a:cubicBezTo>
                <a:cubicBezTo>
                  <a:pt x="2624" y="165"/>
                  <a:pt x="3212" y="459"/>
                  <a:pt x="3536" y="456"/>
                </a:cubicBezTo>
                <a:cubicBezTo>
                  <a:pt x="3860" y="453"/>
                  <a:pt x="4165" y="188"/>
                  <a:pt x="4288" y="136"/>
                </a:cubicBezTo>
              </a:path>
            </a:pathLst>
          </a:custGeom>
          <a:noFill/>
          <a:ln w="76200" cap="flat" cmpd="sng">
            <a:solidFill>
              <a:schemeClr val="folHlink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054" name="Freeform 29"/>
          <p:cNvSpPr/>
          <p:nvPr/>
        </p:nvSpPr>
        <p:spPr>
          <a:xfrm>
            <a:off x="4076700" y="1930400"/>
            <a:ext cx="889000" cy="381000"/>
          </a:xfrm>
          <a:custGeom>
            <a:avLst/>
            <a:gdLst/>
            <a:ahLst/>
            <a:cxnLst>
              <a:cxn ang="0">
                <a:pos x="0" y="50800"/>
              </a:cxn>
              <a:cxn ang="0">
                <a:pos x="444500" y="228600"/>
              </a:cxn>
              <a:cxn ang="0">
                <a:pos x="711200" y="25400"/>
              </a:cxn>
              <a:cxn ang="0">
                <a:pos x="889000" y="381000"/>
              </a:cxn>
            </a:cxnLst>
            <a:pathLst>
              <a:path w="560" h="240">
                <a:moveTo>
                  <a:pt x="0" y="32"/>
                </a:moveTo>
                <a:cubicBezTo>
                  <a:pt x="102" y="89"/>
                  <a:pt x="205" y="147"/>
                  <a:pt x="280" y="144"/>
                </a:cubicBezTo>
                <a:cubicBezTo>
                  <a:pt x="355" y="141"/>
                  <a:pt x="401" y="0"/>
                  <a:pt x="448" y="16"/>
                </a:cubicBezTo>
                <a:cubicBezTo>
                  <a:pt x="495" y="32"/>
                  <a:pt x="541" y="201"/>
                  <a:pt x="560" y="240"/>
                </a:cubicBezTo>
              </a:path>
            </a:pathLst>
          </a:custGeom>
          <a:noFill/>
          <a:ln w="114300" cap="flat" cmpd="sng">
            <a:solidFill>
              <a:schemeClr val="tx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71600" y="1511300"/>
            <a:ext cx="6400800" cy="2273300"/>
          </a:xfrm>
          <a:effectLst>
            <a:outerShdw dist="45791" dir="2021404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819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9400" y="4051300"/>
            <a:ext cx="6032500" cy="1003300"/>
          </a:xfrm>
        </p:spPr>
        <p:txBody>
          <a:bodyPr/>
          <a:lstStyle>
            <a:lvl1pPr marL="0" indent="0" algn="ctr">
              <a:buFontTx/>
              <a:buNone/>
              <a:defRPr sz="28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76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528C51B-6A6A-437D-802D-98EA4AC4C5E2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6EED7E-F4EF-463A-BFFE-3758BF6E939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69C23-05D8-4FB9-AB04-201DD4770144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49CED9-AFF5-4E15-8E32-968ACAB9B95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69C23-05D8-4FB9-AB04-201DD4770144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49CED9-AFF5-4E15-8E32-968ACAB9B95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69C23-05D8-4FB9-AB04-201DD4770144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49CED9-AFF5-4E15-8E32-968ACAB9B95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69C23-05D8-4FB9-AB04-201DD4770144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49CED9-AFF5-4E15-8E32-968ACAB9B95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69C23-05D8-4FB9-AB04-201DD4770144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49CED9-AFF5-4E15-8E32-968ACAB9B95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69C23-05D8-4FB9-AB04-201DD4770144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49CED9-AFF5-4E15-8E32-968ACAB9B95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69C23-05D8-4FB9-AB04-201DD4770144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49CED9-AFF5-4E15-8E32-968ACAB9B95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69C23-05D8-4FB9-AB04-201DD4770144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49CED9-AFF5-4E15-8E32-968ACAB9B95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69C23-05D8-4FB9-AB04-201DD4770144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49CED9-AFF5-4E15-8E32-968ACAB9B95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7950" y="152400"/>
            <a:ext cx="1924050" cy="5334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19750" cy="5334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69C23-05D8-4FB9-AB04-201DD4770144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49CED9-AFF5-4E15-8E32-968ACAB9B95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69C23-05D8-4FB9-AB04-201DD4770144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49CED9-AFF5-4E15-8E32-968ACAB9B95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152400"/>
            <a:ext cx="7696200" cy="5334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69C23-05D8-4FB9-AB04-201DD4770144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49CED9-AFF5-4E15-8E32-968ACAB9B95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10100" y="1828800"/>
            <a:ext cx="3771900" cy="1752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10100" y="3733800"/>
            <a:ext cx="3771900" cy="1752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69C23-05D8-4FB9-AB04-201DD4770144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49CED9-AFF5-4E15-8E32-968ACAB9B95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85800" y="1828800"/>
            <a:ext cx="7696200" cy="3657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69C23-05D8-4FB9-AB04-201DD4770144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49CED9-AFF5-4E15-8E32-968ACAB9B95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Freeform 2"/>
          <p:cNvSpPr/>
          <p:nvPr/>
        </p:nvSpPr>
        <p:spPr>
          <a:xfrm>
            <a:off x="20638" y="12700"/>
            <a:ext cx="8896350" cy="6780213"/>
          </a:xfrm>
          <a:custGeom>
            <a:avLst/>
            <a:gdLst/>
            <a:ahLst/>
            <a:cxnLst>
              <a:cxn ang="0">
                <a:pos x="6300000" y="0"/>
              </a:cxn>
              <a:cxn ang="0">
                <a:pos x="0" y="1826667"/>
              </a:cxn>
              <a:cxn ang="0">
                <a:pos x="4842204" y="6780213"/>
              </a:cxn>
              <a:cxn ang="0">
                <a:pos x="8896350" y="2107693"/>
              </a:cxn>
              <a:cxn ang="0">
                <a:pos x="6300000" y="0"/>
              </a:cxn>
              <a:cxn ang="0">
                <a:pos x="6300000" y="0"/>
              </a:cxn>
            </a:cxnLst>
            <a:pathLst>
              <a:path w="3985" h="3619">
                <a:moveTo>
                  <a:pt x="2822" y="0"/>
                </a:moveTo>
                <a:lnTo>
                  <a:pt x="0" y="975"/>
                </a:lnTo>
                <a:lnTo>
                  <a:pt x="2169" y="3619"/>
                </a:lnTo>
                <a:lnTo>
                  <a:pt x="3985" y="1125"/>
                </a:lnTo>
                <a:lnTo>
                  <a:pt x="2822" y="0"/>
                </a:lnTo>
                <a:lnTo>
                  <a:pt x="2822" y="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 sz="1800"/>
          </a:p>
        </p:txBody>
      </p:sp>
      <p:grpSp>
        <p:nvGrpSpPr>
          <p:cNvPr id="2051" name="Group 8"/>
          <p:cNvGrpSpPr/>
          <p:nvPr/>
        </p:nvGrpSpPr>
        <p:grpSpPr>
          <a:xfrm>
            <a:off x="195263" y="234950"/>
            <a:ext cx="3787775" cy="1778000"/>
            <a:chOff x="123" y="148"/>
            <a:chExt cx="2386" cy="1120"/>
          </a:xfrm>
        </p:grpSpPr>
        <p:sp>
          <p:nvSpPr>
            <p:cNvPr id="2069" name="Freeform 9"/>
            <p:cNvSpPr/>
            <p:nvPr userDrawn="1"/>
          </p:nvSpPr>
          <p:spPr>
            <a:xfrm>
              <a:off x="177" y="177"/>
              <a:ext cx="2250" cy="1017"/>
            </a:xfrm>
            <a:custGeom>
              <a:avLst/>
              <a:gdLst/>
              <a:ahLst/>
              <a:cxnLst>
                <a:cxn ang="0">
                  <a:pos x="2250" y="970"/>
                </a:cxn>
                <a:cxn ang="0">
                  <a:pos x="2012" y="781"/>
                </a:cxn>
                <a:cxn ang="0">
                  <a:pos x="1576" y="516"/>
                </a:cxn>
                <a:cxn ang="0">
                  <a:pos x="201" y="0"/>
                </a:cxn>
                <a:cxn ang="0">
                  <a:pos x="65" y="49"/>
                </a:cxn>
                <a:cxn ang="0">
                  <a:pos x="0" y="204"/>
                </a:cxn>
                <a:cxn ang="0">
                  <a:pos x="79" y="381"/>
                </a:cxn>
                <a:cxn ang="0">
                  <a:pos x="1615" y="1005"/>
                </a:cxn>
                <a:cxn ang="0">
                  <a:pos x="1952" y="965"/>
                </a:cxn>
                <a:cxn ang="0">
                  <a:pos x="2224" y="1017"/>
                </a:cxn>
                <a:cxn ang="0">
                  <a:pos x="2250" y="970"/>
                </a:cxn>
                <a:cxn ang="0">
                  <a:pos x="2250" y="970"/>
                </a:cxn>
              </a:cxnLst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sp>
          <p:nvSpPr>
            <p:cNvPr id="2070" name="Freeform 10"/>
            <p:cNvSpPr/>
            <p:nvPr userDrawn="1"/>
          </p:nvSpPr>
          <p:spPr>
            <a:xfrm>
              <a:off x="166" y="261"/>
              <a:ext cx="2244" cy="1007"/>
            </a:xfrm>
            <a:custGeom>
              <a:avLst/>
              <a:gdLst/>
              <a:ahLst/>
              <a:cxnLst>
                <a:cxn ang="0">
                  <a:pos x="194" y="0"/>
                </a:cxn>
                <a:cxn ang="0">
                  <a:pos x="1883" y="637"/>
                </a:cxn>
                <a:cxn ang="0">
                  <a:pos x="2020" y="783"/>
                </a:cxn>
                <a:cxn ang="0">
                  <a:pos x="2244" y="971"/>
                </a:cxn>
                <a:cxn ang="0">
                  <a:pos x="2214" y="1007"/>
                </a:cxn>
                <a:cxn ang="0">
                  <a:pos x="1910" y="965"/>
                </a:cxn>
                <a:cxn ang="0">
                  <a:pos x="1620" y="995"/>
                </a:cxn>
                <a:cxn ang="0">
                  <a:pos x="59" y="366"/>
                </a:cxn>
                <a:cxn ang="0">
                  <a:pos x="0" y="184"/>
                </a:cxn>
                <a:cxn ang="0">
                  <a:pos x="65" y="39"/>
                </a:cxn>
                <a:cxn ang="0">
                  <a:pos x="194" y="0"/>
                </a:cxn>
                <a:cxn ang="0">
                  <a:pos x="194" y="0"/>
                </a:cxn>
              </a:cxnLst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sp>
          <p:nvSpPr>
            <p:cNvPr id="2071" name="Freeform 11"/>
            <p:cNvSpPr/>
            <p:nvPr userDrawn="1"/>
          </p:nvSpPr>
          <p:spPr>
            <a:xfrm>
              <a:off x="474" y="344"/>
              <a:ext cx="1488" cy="919"/>
            </a:xfrm>
            <a:custGeom>
              <a:avLst/>
              <a:gdLst/>
              <a:ahLst/>
              <a:cxnLst>
                <a:cxn ang="0">
                  <a:pos x="0" y="400"/>
                </a:cxn>
                <a:cxn ang="0">
                  <a:pos x="1308" y="919"/>
                </a:cxn>
                <a:cxn ang="0">
                  <a:pos x="1332" y="657"/>
                </a:cxn>
                <a:cxn ang="0">
                  <a:pos x="1488" y="519"/>
                </a:cxn>
                <a:cxn ang="0">
                  <a:pos x="111" y="0"/>
                </a:cxn>
                <a:cxn ang="0">
                  <a:pos x="0" y="156"/>
                </a:cxn>
                <a:cxn ang="0">
                  <a:pos x="0" y="400"/>
                </a:cxn>
                <a:cxn ang="0">
                  <a:pos x="0" y="400"/>
                </a:cxn>
              </a:cxnLst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grpSp>
          <p:nvGrpSpPr>
            <p:cNvPr id="2072" name="Group 12"/>
            <p:cNvGrpSpPr/>
            <p:nvPr userDrawn="1"/>
          </p:nvGrpSpPr>
          <p:grpSpPr>
            <a:xfrm>
              <a:off x="123" y="148"/>
              <a:ext cx="2386" cy="1081"/>
              <a:chOff x="123" y="148"/>
              <a:chExt cx="2386" cy="1081"/>
            </a:xfrm>
          </p:grpSpPr>
          <p:sp>
            <p:nvSpPr>
              <p:cNvPr id="2073" name="Freeform 13"/>
              <p:cNvSpPr/>
              <p:nvPr userDrawn="1"/>
            </p:nvSpPr>
            <p:spPr>
              <a:xfrm>
                <a:off x="2005" y="934"/>
                <a:ext cx="212" cy="214"/>
              </a:xfrm>
              <a:custGeom>
                <a:avLst/>
                <a:gdLst/>
                <a:ahLst/>
                <a:cxnLst>
                  <a:cxn ang="0">
                    <a:pos x="155" y="0"/>
                  </a:cxn>
                  <a:cxn ang="0">
                    <a:pos x="57" y="82"/>
                  </a:cxn>
                  <a:cxn ang="0">
                    <a:pos x="0" y="214"/>
                  </a:cxn>
                  <a:cxn ang="0">
                    <a:pos x="113" y="198"/>
                  </a:cxn>
                  <a:cxn ang="0">
                    <a:pos x="146" y="104"/>
                  </a:cxn>
                  <a:cxn ang="0">
                    <a:pos x="212" y="33"/>
                  </a:cxn>
                  <a:cxn ang="0">
                    <a:pos x="155" y="0"/>
                  </a:cxn>
                  <a:cxn ang="0">
                    <a:pos x="155" y="0"/>
                  </a:cxn>
                </a:cxnLst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 sz="1800"/>
              </a:p>
            </p:txBody>
          </p:sp>
          <p:sp>
            <p:nvSpPr>
              <p:cNvPr id="2074" name="Freeform 14"/>
              <p:cNvSpPr/>
              <p:nvPr userDrawn="1"/>
            </p:nvSpPr>
            <p:spPr>
              <a:xfrm>
                <a:off x="123" y="148"/>
                <a:ext cx="2386" cy="1081"/>
              </a:xfrm>
              <a:custGeom>
                <a:avLst/>
                <a:gdLst/>
                <a:ahLst/>
                <a:cxnLst>
                  <a:cxn ang="0">
                    <a:pos x="221" y="0"/>
                  </a:cxn>
                  <a:cxn ang="0">
                    <a:pos x="89" y="64"/>
                  </a:cxn>
                  <a:cxn ang="0">
                    <a:pos x="0" y="256"/>
                  </a:cxn>
                  <a:cxn ang="0">
                    <a:pos x="95" y="440"/>
                  </a:cxn>
                  <a:cxn ang="0">
                    <a:pos x="1675" y="1065"/>
                  </a:cxn>
                  <a:cxn ang="0">
                    <a:pos x="2015" y="1026"/>
                  </a:cxn>
                  <a:cxn ang="0">
                    <a:pos x="2290" y="1081"/>
                  </a:cxn>
                  <a:cxn ang="0">
                    <a:pos x="2386" y="993"/>
                  </a:cxn>
                  <a:cxn ang="0">
                    <a:pos x="2128" y="816"/>
                  </a:cxn>
                  <a:cxn ang="0">
                    <a:pos x="2023" y="629"/>
                  </a:cxn>
                  <a:cxn ang="0">
                    <a:pos x="1940" y="647"/>
                  </a:cxn>
                  <a:cxn ang="0">
                    <a:pos x="2039" y="816"/>
                  </a:cxn>
                  <a:cxn ang="0">
                    <a:pos x="2236" y="995"/>
                  </a:cxn>
                  <a:cxn ang="0">
                    <a:pos x="2002" y="967"/>
                  </a:cxn>
                  <a:cxn ang="0">
                    <a:pos x="1727" y="1000"/>
                  </a:cxn>
                  <a:cxn ang="0">
                    <a:pos x="1778" y="798"/>
                  </a:cxn>
                  <a:cxn ang="0">
                    <a:pos x="1896" y="661"/>
                  </a:cxn>
                  <a:cxn ang="0">
                    <a:pos x="1758" y="678"/>
                  </a:cxn>
                  <a:cxn ang="0">
                    <a:pos x="1651" y="808"/>
                  </a:cxn>
                  <a:cxn ang="0">
                    <a:pos x="1614" y="972"/>
                  </a:cxn>
                  <a:cxn ang="0">
                    <a:pos x="152" y="381"/>
                  </a:cxn>
                  <a:cxn ang="0">
                    <a:pos x="113" y="264"/>
                  </a:cxn>
                  <a:cxn ang="0">
                    <a:pos x="146" y="117"/>
                  </a:cxn>
                  <a:cxn ang="0">
                    <a:pos x="307" y="0"/>
                  </a:cxn>
                  <a:cxn ang="0">
                    <a:pos x="221" y="0"/>
                  </a:cxn>
                  <a:cxn ang="0">
                    <a:pos x="221" y="0"/>
                  </a:cxn>
                </a:cxnLst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 sz="1800"/>
              </a:p>
            </p:txBody>
          </p:sp>
          <p:sp>
            <p:nvSpPr>
              <p:cNvPr id="2075" name="Freeform 15"/>
              <p:cNvSpPr/>
              <p:nvPr userDrawn="1"/>
            </p:nvSpPr>
            <p:spPr>
              <a:xfrm>
                <a:off x="324" y="158"/>
                <a:ext cx="1686" cy="614"/>
              </a:xfrm>
              <a:custGeom>
                <a:avLst/>
                <a:gdLst/>
                <a:ahLst/>
                <a:cxnLst>
                  <a:cxn ang="0">
                    <a:pos x="142" y="0"/>
                  </a:cxn>
                  <a:cxn ang="0">
                    <a:pos x="1686" y="602"/>
                  </a:cxn>
                  <a:cxn ang="0">
                    <a:pos x="1524" y="614"/>
                  </a:cxn>
                  <a:cxn ang="0">
                    <a:pos x="0" y="33"/>
                  </a:cxn>
                  <a:cxn ang="0">
                    <a:pos x="142" y="0"/>
                  </a:cxn>
                  <a:cxn ang="0">
                    <a:pos x="142" y="0"/>
                  </a:cxn>
                </a:cxnLst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 sz="1800"/>
              </a:p>
            </p:txBody>
          </p:sp>
          <p:sp>
            <p:nvSpPr>
              <p:cNvPr id="2076" name="Freeform 16"/>
              <p:cNvSpPr/>
              <p:nvPr userDrawn="1"/>
            </p:nvSpPr>
            <p:spPr>
              <a:xfrm>
                <a:off x="409" y="251"/>
                <a:ext cx="227" cy="410"/>
              </a:xfrm>
              <a:custGeom>
                <a:avLst/>
                <a:gdLst/>
                <a:ahLst/>
                <a:cxnLst>
                  <a:cxn ang="0">
                    <a:pos x="165" y="0"/>
                  </a:cxn>
                  <a:cxn ang="0">
                    <a:pos x="27" y="130"/>
                  </a:cxn>
                  <a:cxn ang="0">
                    <a:pos x="0" y="281"/>
                  </a:cxn>
                  <a:cxn ang="0">
                    <a:pos x="47" y="384"/>
                  </a:cxn>
                  <a:cxn ang="0">
                    <a:pos x="133" y="410"/>
                  </a:cxn>
                  <a:cxn ang="0">
                    <a:pos x="108" y="188"/>
                  </a:cxn>
                  <a:cxn ang="0">
                    <a:pos x="227" y="21"/>
                  </a:cxn>
                  <a:cxn ang="0">
                    <a:pos x="165" y="0"/>
                  </a:cxn>
                  <a:cxn ang="0">
                    <a:pos x="165" y="0"/>
                  </a:cxn>
                </a:cxnLst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 sz="1800"/>
              </a:p>
            </p:txBody>
          </p:sp>
          <p:sp>
            <p:nvSpPr>
              <p:cNvPr id="2077" name="Freeform 17"/>
              <p:cNvSpPr/>
              <p:nvPr userDrawn="1"/>
            </p:nvSpPr>
            <p:spPr>
              <a:xfrm>
                <a:off x="846" y="536"/>
                <a:ext cx="691" cy="364"/>
              </a:xfrm>
              <a:custGeom>
                <a:avLst/>
                <a:gdLst/>
                <a:ahLst/>
                <a:cxnLst>
                  <a:cxn ang="0">
                    <a:pos x="20" y="42"/>
                  </a:cxn>
                  <a:cxn ang="0">
                    <a:pos x="226" y="81"/>
                  </a:cxn>
                  <a:cxn ang="0">
                    <a:pos x="458" y="168"/>
                  </a:cxn>
                  <a:cxn ang="0">
                    <a:pos x="622" y="299"/>
                  </a:cxn>
                  <a:cxn ang="0">
                    <a:pos x="461" y="283"/>
                  </a:cxn>
                  <a:cxn ang="0">
                    <a:pos x="196" y="180"/>
                  </a:cxn>
                  <a:cxn ang="0">
                    <a:pos x="71" y="98"/>
                  </a:cxn>
                  <a:cxn ang="0">
                    <a:pos x="151" y="200"/>
                  </a:cxn>
                  <a:cxn ang="0">
                    <a:pos x="384" y="332"/>
                  </a:cxn>
                  <a:cxn ang="0">
                    <a:pos x="658" y="364"/>
                  </a:cxn>
                  <a:cxn ang="0">
                    <a:pos x="691" y="275"/>
                  </a:cxn>
                  <a:cxn ang="0">
                    <a:pos x="557" y="148"/>
                  </a:cxn>
                  <a:cxn ang="0">
                    <a:pos x="240" y="21"/>
                  </a:cxn>
                  <a:cxn ang="0">
                    <a:pos x="0" y="0"/>
                  </a:cxn>
                  <a:cxn ang="0">
                    <a:pos x="20" y="42"/>
                  </a:cxn>
                  <a:cxn ang="0">
                    <a:pos x="20" y="42"/>
                  </a:cxn>
                </a:cxnLst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 sz="1800"/>
              </a:p>
            </p:txBody>
          </p:sp>
        </p:grpSp>
      </p:grpSp>
      <p:grpSp>
        <p:nvGrpSpPr>
          <p:cNvPr id="2052" name="Group 18"/>
          <p:cNvGrpSpPr/>
          <p:nvPr/>
        </p:nvGrpSpPr>
        <p:grpSpPr>
          <a:xfrm>
            <a:off x="7915275" y="4368800"/>
            <a:ext cx="742950" cy="1058863"/>
            <a:chOff x="4986" y="2752"/>
            <a:chExt cx="468" cy="667"/>
          </a:xfrm>
        </p:grpSpPr>
        <p:sp>
          <p:nvSpPr>
            <p:cNvPr id="2060" name="Freeform 19"/>
            <p:cNvSpPr/>
            <p:nvPr userDrawn="1"/>
          </p:nvSpPr>
          <p:spPr>
            <a:xfrm rot="7320404">
              <a:off x="4909" y="2936"/>
              <a:ext cx="629" cy="293"/>
            </a:xfrm>
            <a:custGeom>
              <a:avLst/>
              <a:gdLst/>
              <a:ahLst/>
              <a:cxnLst>
                <a:cxn ang="0">
                  <a:pos x="629" y="280"/>
                </a:cxn>
                <a:cxn ang="0">
                  <a:pos x="562" y="225"/>
                </a:cxn>
                <a:cxn ang="0">
                  <a:pos x="440" y="149"/>
                </a:cxn>
                <a:cxn ang="0">
                  <a:pos x="56" y="0"/>
                </a:cxn>
                <a:cxn ang="0">
                  <a:pos x="18" y="14"/>
                </a:cxn>
                <a:cxn ang="0">
                  <a:pos x="0" y="59"/>
                </a:cxn>
                <a:cxn ang="0">
                  <a:pos x="22" y="110"/>
                </a:cxn>
                <a:cxn ang="0">
                  <a:pos x="452" y="289"/>
                </a:cxn>
                <a:cxn ang="0">
                  <a:pos x="546" y="278"/>
                </a:cxn>
                <a:cxn ang="0">
                  <a:pos x="622" y="293"/>
                </a:cxn>
                <a:cxn ang="0">
                  <a:pos x="629" y="280"/>
                </a:cxn>
                <a:cxn ang="0">
                  <a:pos x="629" y="280"/>
                </a:cxn>
              </a:cxnLst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sp>
          <p:nvSpPr>
            <p:cNvPr id="2061" name="Freeform 20"/>
            <p:cNvSpPr/>
            <p:nvPr userDrawn="1"/>
          </p:nvSpPr>
          <p:spPr>
            <a:xfrm rot="7320404">
              <a:off x="4893" y="2922"/>
              <a:ext cx="627" cy="290"/>
            </a:xfrm>
            <a:custGeom>
              <a:avLst/>
              <a:gdLst/>
              <a:ahLst/>
              <a:cxnLst>
                <a:cxn ang="0">
                  <a:pos x="54" y="0"/>
                </a:cxn>
                <a:cxn ang="0">
                  <a:pos x="526" y="183"/>
                </a:cxn>
                <a:cxn ang="0">
                  <a:pos x="565" y="225"/>
                </a:cxn>
                <a:cxn ang="0">
                  <a:pos x="627" y="280"/>
                </a:cxn>
                <a:cxn ang="0">
                  <a:pos x="619" y="290"/>
                </a:cxn>
                <a:cxn ang="0">
                  <a:pos x="534" y="278"/>
                </a:cxn>
                <a:cxn ang="0">
                  <a:pos x="453" y="286"/>
                </a:cxn>
                <a:cxn ang="0">
                  <a:pos x="17" y="105"/>
                </a:cxn>
                <a:cxn ang="0">
                  <a:pos x="0" y="53"/>
                </a:cxn>
                <a:cxn ang="0">
                  <a:pos x="18" y="11"/>
                </a:cxn>
                <a:cxn ang="0">
                  <a:pos x="54" y="0"/>
                </a:cxn>
                <a:cxn ang="0">
                  <a:pos x="54" y="0"/>
                </a:cxn>
              </a:cxnLst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sp>
          <p:nvSpPr>
            <p:cNvPr id="2062" name="Freeform 21"/>
            <p:cNvSpPr/>
            <p:nvPr userDrawn="1"/>
          </p:nvSpPr>
          <p:spPr>
            <a:xfrm rot="7320404">
              <a:off x="4999" y="2912"/>
              <a:ext cx="416" cy="265"/>
            </a:xfrm>
            <a:custGeom>
              <a:avLst/>
              <a:gdLst/>
              <a:ahLst/>
              <a:cxnLst>
                <a:cxn ang="0">
                  <a:pos x="0" y="115"/>
                </a:cxn>
                <a:cxn ang="0">
                  <a:pos x="366" y="265"/>
                </a:cxn>
                <a:cxn ang="0">
                  <a:pos x="372" y="189"/>
                </a:cxn>
                <a:cxn ang="0">
                  <a:pos x="416" y="150"/>
                </a:cxn>
                <a:cxn ang="0">
                  <a:pos x="31" y="0"/>
                </a:cxn>
                <a:cxn ang="0">
                  <a:pos x="0" y="45"/>
                </a:cxn>
                <a:cxn ang="0">
                  <a:pos x="0" y="115"/>
                </a:cxn>
                <a:cxn ang="0">
                  <a:pos x="0" y="115"/>
                </a:cxn>
              </a:cxnLst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grpSp>
          <p:nvGrpSpPr>
            <p:cNvPr id="2063" name="Group 22"/>
            <p:cNvGrpSpPr/>
            <p:nvPr userDrawn="1"/>
          </p:nvGrpSpPr>
          <p:grpSpPr>
            <a:xfrm>
              <a:off x="4986" y="2752"/>
              <a:ext cx="468" cy="667"/>
              <a:chOff x="4986" y="2752"/>
              <a:chExt cx="468" cy="667"/>
            </a:xfrm>
          </p:grpSpPr>
          <p:sp>
            <p:nvSpPr>
              <p:cNvPr id="2064" name="Freeform 23"/>
              <p:cNvSpPr/>
              <p:nvPr userDrawn="1"/>
            </p:nvSpPr>
            <p:spPr>
              <a:xfrm rot="7320404">
                <a:off x="4987" y="3190"/>
                <a:ext cx="59" cy="61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16" y="23"/>
                  </a:cxn>
                  <a:cxn ang="0">
                    <a:pos x="0" y="61"/>
                  </a:cxn>
                  <a:cxn ang="0">
                    <a:pos x="31" y="56"/>
                  </a:cxn>
                  <a:cxn ang="0">
                    <a:pos x="41" y="30"/>
                  </a:cxn>
                  <a:cxn ang="0">
                    <a:pos x="59" y="10"/>
                  </a:cxn>
                  <a:cxn ang="0">
                    <a:pos x="43" y="0"/>
                  </a:cxn>
                  <a:cxn ang="0">
                    <a:pos x="43" y="0"/>
                  </a:cxn>
                </a:cxnLst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 sz="1800"/>
              </a:p>
            </p:txBody>
          </p:sp>
          <p:sp>
            <p:nvSpPr>
              <p:cNvPr id="2065" name="Freeform 24"/>
              <p:cNvSpPr/>
              <p:nvPr userDrawn="1"/>
            </p:nvSpPr>
            <p:spPr>
              <a:xfrm rot="7320404">
                <a:off x="4887" y="2930"/>
                <a:ext cx="667" cy="311"/>
              </a:xfrm>
              <a:custGeom>
                <a:avLst/>
                <a:gdLst/>
                <a:ahLst/>
                <a:cxnLst>
                  <a:cxn ang="0">
                    <a:pos x="62" y="0"/>
                  </a:cxn>
                  <a:cxn ang="0">
                    <a:pos x="25" y="18"/>
                  </a:cxn>
                  <a:cxn ang="0">
                    <a:pos x="0" y="74"/>
                  </a:cxn>
                  <a:cxn ang="0">
                    <a:pos x="27" y="127"/>
                  </a:cxn>
                  <a:cxn ang="0">
                    <a:pos x="468" y="306"/>
                  </a:cxn>
                  <a:cxn ang="0">
                    <a:pos x="563" y="295"/>
                  </a:cxn>
                  <a:cxn ang="0">
                    <a:pos x="640" y="311"/>
                  </a:cxn>
                  <a:cxn ang="0">
                    <a:pos x="667" y="286"/>
                  </a:cxn>
                  <a:cxn ang="0">
                    <a:pos x="595" y="235"/>
                  </a:cxn>
                  <a:cxn ang="0">
                    <a:pos x="566" y="181"/>
                  </a:cxn>
                  <a:cxn ang="0">
                    <a:pos x="542" y="186"/>
                  </a:cxn>
                  <a:cxn ang="0">
                    <a:pos x="570" y="235"/>
                  </a:cxn>
                  <a:cxn ang="0">
                    <a:pos x="625" y="286"/>
                  </a:cxn>
                  <a:cxn ang="0">
                    <a:pos x="560" y="278"/>
                  </a:cxn>
                  <a:cxn ang="0">
                    <a:pos x="483" y="288"/>
                  </a:cxn>
                  <a:cxn ang="0">
                    <a:pos x="497" y="230"/>
                  </a:cxn>
                  <a:cxn ang="0">
                    <a:pos x="530" y="190"/>
                  </a:cxn>
                  <a:cxn ang="0">
                    <a:pos x="492" y="195"/>
                  </a:cxn>
                  <a:cxn ang="0">
                    <a:pos x="461" y="233"/>
                  </a:cxn>
                  <a:cxn ang="0">
                    <a:pos x="451" y="280"/>
                  </a:cxn>
                  <a:cxn ang="0">
                    <a:pos x="42" y="110"/>
                  </a:cxn>
                  <a:cxn ang="0">
                    <a:pos x="32" y="76"/>
                  </a:cxn>
                  <a:cxn ang="0">
                    <a:pos x="41" y="34"/>
                  </a:cxn>
                  <a:cxn ang="0">
                    <a:pos x="86" y="0"/>
                  </a:cxn>
                  <a:cxn ang="0">
                    <a:pos x="62" y="0"/>
                  </a:cxn>
                  <a:cxn ang="0">
                    <a:pos x="62" y="0"/>
                  </a:cxn>
                </a:cxnLst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 sz="1800"/>
              </a:p>
            </p:txBody>
          </p:sp>
          <p:sp>
            <p:nvSpPr>
              <p:cNvPr id="2066" name="Freeform 25"/>
              <p:cNvSpPr/>
              <p:nvPr userDrawn="1"/>
            </p:nvSpPr>
            <p:spPr>
              <a:xfrm rot="7320404">
                <a:off x="5062" y="2997"/>
                <a:ext cx="472" cy="176"/>
              </a:xfrm>
              <a:custGeom>
                <a:avLst/>
                <a:gdLst/>
                <a:ahLst/>
                <a:cxnLst>
                  <a:cxn ang="0">
                    <a:pos x="40" y="0"/>
                  </a:cxn>
                  <a:cxn ang="0">
                    <a:pos x="472" y="172"/>
                  </a:cxn>
                  <a:cxn ang="0">
                    <a:pos x="427" y="176"/>
                  </a:cxn>
                  <a:cxn ang="0">
                    <a:pos x="0" y="10"/>
                  </a:cxn>
                  <a:cxn ang="0">
                    <a:pos x="40" y="0"/>
                  </a:cxn>
                  <a:cxn ang="0">
                    <a:pos x="40" y="0"/>
                  </a:cxn>
                </a:cxnLst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 sz="1800"/>
              </a:p>
            </p:txBody>
          </p:sp>
          <p:sp>
            <p:nvSpPr>
              <p:cNvPr id="2067" name="Freeform 26"/>
              <p:cNvSpPr/>
              <p:nvPr userDrawn="1"/>
            </p:nvSpPr>
            <p:spPr>
              <a:xfrm rot="7320404">
                <a:off x="5363" y="2873"/>
                <a:ext cx="63" cy="118"/>
              </a:xfrm>
              <a:custGeom>
                <a:avLst/>
                <a:gdLst/>
                <a:ahLst/>
                <a:cxnLst>
                  <a:cxn ang="0">
                    <a:pos x="46" y="0"/>
                  </a:cxn>
                  <a:cxn ang="0">
                    <a:pos x="7" y="37"/>
                  </a:cxn>
                  <a:cxn ang="0">
                    <a:pos x="0" y="81"/>
                  </a:cxn>
                  <a:cxn ang="0">
                    <a:pos x="13" y="111"/>
                  </a:cxn>
                  <a:cxn ang="0">
                    <a:pos x="37" y="118"/>
                  </a:cxn>
                  <a:cxn ang="0">
                    <a:pos x="30" y="54"/>
                  </a:cxn>
                  <a:cxn ang="0">
                    <a:pos x="63" y="6"/>
                  </a:cxn>
                  <a:cxn ang="0">
                    <a:pos x="46" y="0"/>
                  </a:cxn>
                  <a:cxn ang="0">
                    <a:pos x="46" y="0"/>
                  </a:cxn>
                </a:cxnLst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 sz="1800"/>
              </a:p>
            </p:txBody>
          </p:sp>
          <p:sp>
            <p:nvSpPr>
              <p:cNvPr id="2068" name="Freeform 27"/>
              <p:cNvSpPr/>
              <p:nvPr userDrawn="1"/>
            </p:nvSpPr>
            <p:spPr>
              <a:xfrm rot="7320404">
                <a:off x="5136" y="2999"/>
                <a:ext cx="193" cy="104"/>
              </a:xfrm>
              <a:custGeom>
                <a:avLst/>
                <a:gdLst/>
                <a:ahLst/>
                <a:cxnLst>
                  <a:cxn ang="0">
                    <a:pos x="6" y="12"/>
                  </a:cxn>
                  <a:cxn ang="0">
                    <a:pos x="63" y="23"/>
                  </a:cxn>
                  <a:cxn ang="0">
                    <a:pos x="128" y="48"/>
                  </a:cxn>
                  <a:cxn ang="0">
                    <a:pos x="174" y="85"/>
                  </a:cxn>
                  <a:cxn ang="0">
                    <a:pos x="129" y="81"/>
                  </a:cxn>
                  <a:cxn ang="0">
                    <a:pos x="55" y="51"/>
                  </a:cxn>
                  <a:cxn ang="0">
                    <a:pos x="20" y="28"/>
                  </a:cxn>
                  <a:cxn ang="0">
                    <a:pos x="42" y="57"/>
                  </a:cxn>
                  <a:cxn ang="0">
                    <a:pos x="107" y="95"/>
                  </a:cxn>
                  <a:cxn ang="0">
                    <a:pos x="184" y="104"/>
                  </a:cxn>
                  <a:cxn ang="0">
                    <a:pos x="193" y="79"/>
                  </a:cxn>
                  <a:cxn ang="0">
                    <a:pos x="156" y="42"/>
                  </a:cxn>
                  <a:cxn ang="0">
                    <a:pos x="67" y="6"/>
                  </a:cxn>
                  <a:cxn ang="0">
                    <a:pos x="0" y="0"/>
                  </a:cxn>
                  <a:cxn ang="0">
                    <a:pos x="6" y="12"/>
                  </a:cxn>
                  <a:cxn ang="0">
                    <a:pos x="6" y="12"/>
                  </a:cxn>
                </a:cxnLst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 sz="1800"/>
              </a:p>
            </p:txBody>
          </p:sp>
        </p:grpSp>
      </p:grpSp>
      <p:sp>
        <p:nvSpPr>
          <p:cNvPr id="2053" name="Freeform 28"/>
          <p:cNvSpPr/>
          <p:nvPr/>
        </p:nvSpPr>
        <p:spPr>
          <a:xfrm>
            <a:off x="901700" y="5054600"/>
            <a:ext cx="6807200" cy="7286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95400" y="406400"/>
              </a:cxn>
              <a:cxn ang="0">
                <a:pos x="2476500" y="228600"/>
              </a:cxn>
              <a:cxn ang="0">
                <a:pos x="2946400" y="596900"/>
              </a:cxn>
              <a:cxn ang="0">
                <a:pos x="3721100" y="241300"/>
              </a:cxn>
              <a:cxn ang="0">
                <a:pos x="5613400" y="723900"/>
              </a:cxn>
              <a:cxn ang="0">
                <a:pos x="6807200" y="215900"/>
              </a:cxn>
            </a:cxnLst>
            <a:pathLst>
              <a:path w="4288" h="459">
                <a:moveTo>
                  <a:pt x="0" y="0"/>
                </a:moveTo>
                <a:cubicBezTo>
                  <a:pt x="136" y="43"/>
                  <a:pt x="556" y="232"/>
                  <a:pt x="816" y="256"/>
                </a:cubicBezTo>
                <a:cubicBezTo>
                  <a:pt x="1076" y="280"/>
                  <a:pt x="1387" y="124"/>
                  <a:pt x="1560" y="144"/>
                </a:cubicBezTo>
                <a:cubicBezTo>
                  <a:pt x="1733" y="164"/>
                  <a:pt x="1725" y="375"/>
                  <a:pt x="1856" y="376"/>
                </a:cubicBezTo>
                <a:cubicBezTo>
                  <a:pt x="1987" y="377"/>
                  <a:pt x="2064" y="139"/>
                  <a:pt x="2344" y="152"/>
                </a:cubicBezTo>
                <a:cubicBezTo>
                  <a:pt x="2624" y="165"/>
                  <a:pt x="3212" y="459"/>
                  <a:pt x="3536" y="456"/>
                </a:cubicBezTo>
                <a:cubicBezTo>
                  <a:pt x="3860" y="453"/>
                  <a:pt x="4165" y="188"/>
                  <a:pt x="4288" y="136"/>
                </a:cubicBezTo>
              </a:path>
            </a:pathLst>
          </a:custGeom>
          <a:noFill/>
          <a:ln w="76200" cap="flat" cmpd="sng">
            <a:solidFill>
              <a:schemeClr val="folHlink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800"/>
          </a:p>
        </p:txBody>
      </p:sp>
      <p:sp>
        <p:nvSpPr>
          <p:cNvPr id="2054" name="Freeform 29"/>
          <p:cNvSpPr/>
          <p:nvPr/>
        </p:nvSpPr>
        <p:spPr>
          <a:xfrm>
            <a:off x="4076700" y="1930400"/>
            <a:ext cx="889000" cy="381000"/>
          </a:xfrm>
          <a:custGeom>
            <a:avLst/>
            <a:gdLst/>
            <a:ahLst/>
            <a:cxnLst>
              <a:cxn ang="0">
                <a:pos x="0" y="50800"/>
              </a:cxn>
              <a:cxn ang="0">
                <a:pos x="444500" y="228600"/>
              </a:cxn>
              <a:cxn ang="0">
                <a:pos x="711200" y="25400"/>
              </a:cxn>
              <a:cxn ang="0">
                <a:pos x="889000" y="381000"/>
              </a:cxn>
            </a:cxnLst>
            <a:pathLst>
              <a:path w="560" h="240">
                <a:moveTo>
                  <a:pt x="0" y="32"/>
                </a:moveTo>
                <a:cubicBezTo>
                  <a:pt x="102" y="89"/>
                  <a:pt x="205" y="147"/>
                  <a:pt x="280" y="144"/>
                </a:cubicBezTo>
                <a:cubicBezTo>
                  <a:pt x="355" y="141"/>
                  <a:pt x="401" y="0"/>
                  <a:pt x="448" y="16"/>
                </a:cubicBezTo>
                <a:cubicBezTo>
                  <a:pt x="495" y="32"/>
                  <a:pt x="541" y="201"/>
                  <a:pt x="560" y="240"/>
                </a:cubicBezTo>
              </a:path>
            </a:pathLst>
          </a:custGeom>
          <a:noFill/>
          <a:ln w="114300" cap="flat" cmpd="sng">
            <a:solidFill>
              <a:schemeClr val="tx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800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71600" y="1511300"/>
            <a:ext cx="6400800" cy="2273300"/>
          </a:xfrm>
          <a:effectLst>
            <a:outerShdw dist="45791" dir="2021404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819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9400" y="4051300"/>
            <a:ext cx="6032500" cy="1003300"/>
          </a:xfrm>
        </p:spPr>
        <p:txBody>
          <a:bodyPr/>
          <a:lstStyle>
            <a:lvl1pPr marL="0" indent="0" algn="ctr">
              <a:buFontTx/>
              <a:buNone/>
              <a:defRPr sz="28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76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528C51B-6A6A-437D-802D-98EA4AC4C5E2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6EED7E-F4EF-463A-BFFE-3758BF6E939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69C23-05D8-4FB9-AB04-201DD4770144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49CED9-AFF5-4E15-8E32-968ACAB9B95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69C23-05D8-4FB9-AB04-201DD4770144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49CED9-AFF5-4E15-8E32-968ACAB9B95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69C23-05D8-4FB9-AB04-201DD4770144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49CED9-AFF5-4E15-8E32-968ACAB9B95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69C23-05D8-4FB9-AB04-201DD4770144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49CED9-AFF5-4E15-8E32-968ACAB9B95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69C23-05D8-4FB9-AB04-201DD4770144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49CED9-AFF5-4E15-8E32-968ACAB9B95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69C23-05D8-4FB9-AB04-201DD4770144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49CED9-AFF5-4E15-8E32-968ACAB9B95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69C23-05D8-4FB9-AB04-201DD4770144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49CED9-AFF5-4E15-8E32-968ACAB9B95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69C23-05D8-4FB9-AB04-201DD4770144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49CED9-AFF5-4E15-8E32-968ACAB9B95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69C23-05D8-4FB9-AB04-201DD4770144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49CED9-AFF5-4E15-8E32-968ACAB9B95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7950" y="152400"/>
            <a:ext cx="1924050" cy="5334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19750" cy="5334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69C23-05D8-4FB9-AB04-201DD4770144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49CED9-AFF5-4E15-8E32-968ACAB9B95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69C23-05D8-4FB9-AB04-201DD4770144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49CED9-AFF5-4E15-8E32-968ACAB9B95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152400"/>
            <a:ext cx="7696200" cy="5334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69C23-05D8-4FB9-AB04-201DD4770144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49CED9-AFF5-4E15-8E32-968ACAB9B95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10100" y="1828800"/>
            <a:ext cx="3771900" cy="1752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10100" y="3733800"/>
            <a:ext cx="3771900" cy="1752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69C23-05D8-4FB9-AB04-201DD4770144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49CED9-AFF5-4E15-8E32-968ACAB9B95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85800" y="1828800"/>
            <a:ext cx="7696200" cy="3657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69C23-05D8-4FB9-AB04-201DD4770144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49CED9-AFF5-4E15-8E32-968ACAB9B95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5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Freeform 2"/>
          <p:cNvSpPr/>
          <p:nvPr/>
        </p:nvSpPr>
        <p:spPr>
          <a:xfrm rot="-3172564">
            <a:off x="7777163" y="-14287"/>
            <a:ext cx="1162050" cy="2084387"/>
          </a:xfrm>
          <a:custGeom>
            <a:avLst/>
            <a:gdLst/>
            <a:ahLst/>
            <a:cxnLst>
              <a:cxn ang="0">
                <a:pos x="1162050" y="244856"/>
              </a:cxn>
              <a:cxn ang="0">
                <a:pos x="1026751" y="45239"/>
              </a:cxn>
              <a:cxn ang="0">
                <a:pos x="897056" y="0"/>
              </a:cxn>
              <a:cxn ang="0">
                <a:pos x="44032" y="1589585"/>
              </a:cxn>
              <a:cxn ang="0">
                <a:pos x="44032" y="1825394"/>
              </a:cxn>
              <a:cxn ang="0">
                <a:pos x="0" y="2053285"/>
              </a:cxn>
              <a:cxn ang="0">
                <a:pos x="28821" y="2084387"/>
              </a:cxn>
              <a:cxn ang="0">
                <a:pos x="176529" y="1897211"/>
              </a:cxn>
              <a:cxn ang="0">
                <a:pos x="296217" y="1825394"/>
              </a:cxn>
              <a:cxn ang="0">
                <a:pos x="1162050" y="244856"/>
              </a:cxn>
              <a:cxn ang="0">
                <a:pos x="1162050" y="244856"/>
              </a:cxn>
            </a:cxnLst>
            <a:pathLst>
              <a:path w="2903" h="3686">
                <a:moveTo>
                  <a:pt x="2903" y="433"/>
                </a:moveTo>
                <a:lnTo>
                  <a:pt x="2565" y="80"/>
                </a:lnTo>
                <a:lnTo>
                  <a:pt x="2241" y="0"/>
                </a:lnTo>
                <a:lnTo>
                  <a:pt x="110" y="2811"/>
                </a:lnTo>
                <a:lnTo>
                  <a:pt x="110" y="3228"/>
                </a:lnTo>
                <a:lnTo>
                  <a:pt x="0" y="3631"/>
                </a:lnTo>
                <a:lnTo>
                  <a:pt x="72" y="3686"/>
                </a:lnTo>
                <a:lnTo>
                  <a:pt x="441" y="3355"/>
                </a:lnTo>
                <a:lnTo>
                  <a:pt x="740" y="3228"/>
                </a:lnTo>
                <a:lnTo>
                  <a:pt x="2903" y="433"/>
                </a:lnTo>
                <a:lnTo>
                  <a:pt x="2903" y="43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696200" cy="3657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8090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69C23-05D8-4FB9-AB04-201DD4770144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90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90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49CED9-AFF5-4E15-8E32-968ACAB9B95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Freeform 8"/>
          <p:cNvSpPr/>
          <p:nvPr/>
        </p:nvSpPr>
        <p:spPr>
          <a:xfrm rot="-3172564">
            <a:off x="7864475" y="23813"/>
            <a:ext cx="1165225" cy="2097087"/>
          </a:xfrm>
          <a:custGeom>
            <a:avLst/>
            <a:gdLst/>
            <a:ahLst/>
            <a:cxnLst>
              <a:cxn ang="0">
                <a:pos x="917850" y="0"/>
              </a:cxn>
              <a:cxn ang="0">
                <a:pos x="52037" y="1605520"/>
              </a:cxn>
              <a:cxn ang="0">
                <a:pos x="52437" y="1812794"/>
              </a:cxn>
              <a:cxn ang="0">
                <a:pos x="0" y="2057445"/>
              </a:cxn>
              <a:cxn ang="0">
                <a:pos x="20014" y="2097087"/>
              </a:cxn>
              <a:cxn ang="0">
                <a:pos x="168920" y="1898308"/>
              </a:cxn>
              <a:cxn ang="0">
                <a:pos x="305416" y="1823554"/>
              </a:cxn>
              <a:cxn ang="0">
                <a:pos x="1165225" y="242385"/>
              </a:cxn>
              <a:cxn ang="0">
                <a:pos x="1036334" y="54367"/>
              </a:cxn>
              <a:cxn ang="0">
                <a:pos x="917850" y="0"/>
              </a:cxn>
              <a:cxn ang="0">
                <a:pos x="917850" y="0"/>
              </a:cxn>
            </a:cxnLst>
            <a:pathLst>
              <a:path w="2911" h="3703">
                <a:moveTo>
                  <a:pt x="2293" y="0"/>
                </a:moveTo>
                <a:lnTo>
                  <a:pt x="130" y="2835"/>
                </a:lnTo>
                <a:lnTo>
                  <a:pt x="131" y="3201"/>
                </a:lnTo>
                <a:lnTo>
                  <a:pt x="0" y="3633"/>
                </a:lnTo>
                <a:lnTo>
                  <a:pt x="50" y="3703"/>
                </a:lnTo>
                <a:lnTo>
                  <a:pt x="422" y="3352"/>
                </a:lnTo>
                <a:lnTo>
                  <a:pt x="763" y="3220"/>
                </a:lnTo>
                <a:lnTo>
                  <a:pt x="2911" y="428"/>
                </a:lnTo>
                <a:lnTo>
                  <a:pt x="2589" y="96"/>
                </a:lnTo>
                <a:lnTo>
                  <a:pt x="2293" y="0"/>
                </a:lnTo>
                <a:lnTo>
                  <a:pt x="2293" y="0"/>
                </a:lnTo>
                <a:close/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33" name="Freeform 9"/>
          <p:cNvSpPr/>
          <p:nvPr/>
        </p:nvSpPr>
        <p:spPr>
          <a:xfrm rot="-3172564">
            <a:off x="7831138" y="192088"/>
            <a:ext cx="1025525" cy="1571625"/>
          </a:xfrm>
          <a:custGeom>
            <a:avLst/>
            <a:gdLst/>
            <a:ahLst/>
            <a:cxnLst>
              <a:cxn ang="0">
                <a:pos x="0" y="1406370"/>
              </a:cxn>
              <a:cxn ang="0">
                <a:pos x="172990" y="1444854"/>
              </a:cxn>
              <a:cxn ang="0">
                <a:pos x="294723" y="1571625"/>
              </a:cxn>
              <a:cxn ang="0">
                <a:pos x="1025525" y="225811"/>
              </a:cxn>
              <a:cxn ang="0">
                <a:pos x="848130" y="46407"/>
              </a:cxn>
              <a:cxn ang="0">
                <a:pos x="760034" y="0"/>
              </a:cxn>
              <a:cxn ang="0">
                <a:pos x="0" y="1406370"/>
              </a:cxn>
              <a:cxn ang="0">
                <a:pos x="0" y="1406370"/>
              </a:cxn>
            </a:cxnLst>
            <a:pathLst>
              <a:path w="2561" h="2777">
                <a:moveTo>
                  <a:pt x="0" y="2485"/>
                </a:moveTo>
                <a:lnTo>
                  <a:pt x="432" y="2553"/>
                </a:lnTo>
                <a:lnTo>
                  <a:pt x="736" y="2777"/>
                </a:lnTo>
                <a:lnTo>
                  <a:pt x="2561" y="399"/>
                </a:lnTo>
                <a:lnTo>
                  <a:pt x="2118" y="82"/>
                </a:lnTo>
                <a:lnTo>
                  <a:pt x="1898" y="0"/>
                </a:lnTo>
                <a:lnTo>
                  <a:pt x="0" y="2485"/>
                </a:lnTo>
                <a:lnTo>
                  <a:pt x="0" y="2485"/>
                </a:lnTo>
                <a:close/>
              </a:path>
            </a:pathLst>
          </a:custGeom>
          <a:solidFill>
            <a:schemeClr val="bg2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1034" name="Group 10"/>
          <p:cNvGrpSpPr/>
          <p:nvPr/>
        </p:nvGrpSpPr>
        <p:grpSpPr>
          <a:xfrm>
            <a:off x="7938" y="5540375"/>
            <a:ext cx="1784350" cy="1246188"/>
            <a:chOff x="5" y="3490"/>
            <a:chExt cx="1124" cy="785"/>
          </a:xfrm>
        </p:grpSpPr>
        <p:sp>
          <p:nvSpPr>
            <p:cNvPr id="1051" name="Freeform 11"/>
            <p:cNvSpPr/>
            <p:nvPr userDrawn="1"/>
          </p:nvSpPr>
          <p:spPr>
            <a:xfrm>
              <a:off x="24" y="3505"/>
              <a:ext cx="1089" cy="649"/>
            </a:xfrm>
            <a:custGeom>
              <a:avLst/>
              <a:gdLst/>
              <a:ahLst/>
              <a:cxnLst>
                <a:cxn ang="0">
                  <a:pos x="794" y="630"/>
                </a:cxn>
                <a:cxn ang="0">
                  <a:pos x="710" y="553"/>
                </a:cxn>
                <a:cxn ang="0">
                  <a:pos x="666" y="239"/>
                </a:cxn>
                <a:cxn ang="0">
                  <a:pos x="1070" y="165"/>
                </a:cxn>
                <a:cxn ang="0">
                  <a:pos x="1089" y="102"/>
                </a:cxn>
                <a:cxn ang="0">
                  <a:pos x="1050" y="50"/>
                </a:cxn>
                <a:cxn ang="0">
                  <a:pos x="638" y="106"/>
                </a:cxn>
                <a:cxn ang="0">
                  <a:pos x="610" y="16"/>
                </a:cxn>
                <a:cxn ang="0">
                  <a:pos x="543" y="0"/>
                </a:cxn>
                <a:cxn ang="0">
                  <a:pos x="479" y="14"/>
                </a:cxn>
                <a:cxn ang="0">
                  <a:pos x="444" y="53"/>
                </a:cxn>
                <a:cxn ang="0">
                  <a:pos x="469" y="143"/>
                </a:cxn>
                <a:cxn ang="0">
                  <a:pos x="330" y="221"/>
                </a:cxn>
                <a:cxn ang="0">
                  <a:pos x="492" y="237"/>
                </a:cxn>
                <a:cxn ang="0">
                  <a:pos x="556" y="445"/>
                </a:cxn>
                <a:cxn ang="0">
                  <a:pos x="71" y="235"/>
                </a:cxn>
                <a:cxn ang="0">
                  <a:pos x="23" y="255"/>
                </a:cxn>
                <a:cxn ang="0">
                  <a:pos x="0" y="318"/>
                </a:cxn>
                <a:cxn ang="0">
                  <a:pos x="28" y="390"/>
                </a:cxn>
                <a:cxn ang="0">
                  <a:pos x="570" y="644"/>
                </a:cxn>
                <a:cxn ang="0">
                  <a:pos x="689" y="628"/>
                </a:cxn>
                <a:cxn ang="0">
                  <a:pos x="785" y="649"/>
                </a:cxn>
                <a:cxn ang="0">
                  <a:pos x="794" y="630"/>
                </a:cxn>
                <a:cxn ang="0">
                  <a:pos x="794" y="630"/>
                </a:cxn>
              </a:cxnLst>
              <a:pathLst>
                <a:path w="2177" h="1298">
                  <a:moveTo>
                    <a:pt x="1587" y="1260"/>
                  </a:moveTo>
                  <a:lnTo>
                    <a:pt x="1420" y="1106"/>
                  </a:lnTo>
                  <a:lnTo>
                    <a:pt x="1331" y="477"/>
                  </a:lnTo>
                  <a:lnTo>
                    <a:pt x="2139" y="330"/>
                  </a:lnTo>
                  <a:lnTo>
                    <a:pt x="2177" y="203"/>
                  </a:lnTo>
                  <a:lnTo>
                    <a:pt x="2099" y="100"/>
                  </a:lnTo>
                  <a:lnTo>
                    <a:pt x="1276" y="211"/>
                  </a:lnTo>
                  <a:lnTo>
                    <a:pt x="1219" y="32"/>
                  </a:lnTo>
                  <a:lnTo>
                    <a:pt x="1085" y="0"/>
                  </a:lnTo>
                  <a:lnTo>
                    <a:pt x="958" y="28"/>
                  </a:lnTo>
                  <a:lnTo>
                    <a:pt x="888" y="106"/>
                  </a:lnTo>
                  <a:lnTo>
                    <a:pt x="937" y="285"/>
                  </a:lnTo>
                  <a:lnTo>
                    <a:pt x="660" y="441"/>
                  </a:lnTo>
                  <a:lnTo>
                    <a:pt x="983" y="473"/>
                  </a:lnTo>
                  <a:lnTo>
                    <a:pt x="1112" y="889"/>
                  </a:lnTo>
                  <a:lnTo>
                    <a:pt x="141" y="469"/>
                  </a:lnTo>
                  <a:lnTo>
                    <a:pt x="46" y="509"/>
                  </a:lnTo>
                  <a:lnTo>
                    <a:pt x="0" y="636"/>
                  </a:lnTo>
                  <a:lnTo>
                    <a:pt x="55" y="779"/>
                  </a:lnTo>
                  <a:lnTo>
                    <a:pt x="1139" y="1288"/>
                  </a:lnTo>
                  <a:lnTo>
                    <a:pt x="1378" y="1256"/>
                  </a:lnTo>
                  <a:lnTo>
                    <a:pt x="1570" y="1298"/>
                  </a:lnTo>
                  <a:lnTo>
                    <a:pt x="1587" y="1260"/>
                  </a:lnTo>
                  <a:lnTo>
                    <a:pt x="1587" y="1260"/>
                  </a:ln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2" name="Freeform 12"/>
            <p:cNvSpPr/>
            <p:nvPr userDrawn="1"/>
          </p:nvSpPr>
          <p:spPr>
            <a:xfrm>
              <a:off x="1022" y="3582"/>
              <a:ext cx="71" cy="129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60" y="0"/>
                </a:cxn>
                <a:cxn ang="0">
                  <a:pos x="71" y="117"/>
                </a:cxn>
                <a:cxn ang="0">
                  <a:pos x="4" y="129"/>
                </a:cxn>
                <a:cxn ang="0">
                  <a:pos x="0" y="4"/>
                </a:cxn>
                <a:cxn ang="0">
                  <a:pos x="0" y="4"/>
                </a:cxn>
              </a:cxnLst>
              <a:pathLst>
                <a:path w="143" h="258">
                  <a:moveTo>
                    <a:pt x="0" y="7"/>
                  </a:moveTo>
                  <a:lnTo>
                    <a:pt x="120" y="0"/>
                  </a:lnTo>
                  <a:lnTo>
                    <a:pt x="143" y="233"/>
                  </a:lnTo>
                  <a:lnTo>
                    <a:pt x="8" y="258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3" name="Freeform 13"/>
            <p:cNvSpPr/>
            <p:nvPr userDrawn="1"/>
          </p:nvSpPr>
          <p:spPr>
            <a:xfrm>
              <a:off x="20" y="3774"/>
              <a:ext cx="792" cy="410"/>
            </a:xfrm>
            <a:custGeom>
              <a:avLst/>
              <a:gdLst/>
              <a:ahLst/>
              <a:cxnLst>
                <a:cxn ang="0">
                  <a:pos x="68" y="0"/>
                </a:cxn>
                <a:cxn ang="0">
                  <a:pos x="665" y="259"/>
                </a:cxn>
                <a:cxn ang="0">
                  <a:pos x="713" y="319"/>
                </a:cxn>
                <a:cxn ang="0">
                  <a:pos x="792" y="396"/>
                </a:cxn>
                <a:cxn ang="0">
                  <a:pos x="782" y="410"/>
                </a:cxn>
                <a:cxn ang="0">
                  <a:pos x="674" y="393"/>
                </a:cxn>
                <a:cxn ang="0">
                  <a:pos x="572" y="405"/>
                </a:cxn>
                <a:cxn ang="0">
                  <a:pos x="21" y="149"/>
                </a:cxn>
                <a:cxn ang="0">
                  <a:pos x="0" y="75"/>
                </a:cxn>
                <a:cxn ang="0">
                  <a:pos x="23" y="16"/>
                </a:cxn>
                <a:cxn ang="0">
                  <a:pos x="68" y="0"/>
                </a:cxn>
                <a:cxn ang="0">
                  <a:pos x="68" y="0"/>
                </a:cxn>
              </a:cxnLst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4" name="Freeform 14"/>
            <p:cNvSpPr/>
            <p:nvPr userDrawn="1"/>
          </p:nvSpPr>
          <p:spPr>
            <a:xfrm>
              <a:off x="129" y="3808"/>
              <a:ext cx="525" cy="374"/>
            </a:xfrm>
            <a:custGeom>
              <a:avLst/>
              <a:gdLst/>
              <a:ahLst/>
              <a:cxnLst>
                <a:cxn ang="0">
                  <a:pos x="0" y="163"/>
                </a:cxn>
                <a:cxn ang="0">
                  <a:pos x="461" y="374"/>
                </a:cxn>
                <a:cxn ang="0">
                  <a:pos x="470" y="267"/>
                </a:cxn>
                <a:cxn ang="0">
                  <a:pos x="525" y="211"/>
                </a:cxn>
                <a:cxn ang="0">
                  <a:pos x="39" y="0"/>
                </a:cxn>
                <a:cxn ang="0">
                  <a:pos x="0" y="64"/>
                </a:cxn>
                <a:cxn ang="0">
                  <a:pos x="0" y="163"/>
                </a:cxn>
                <a:cxn ang="0">
                  <a:pos x="0" y="163"/>
                </a:cxn>
              </a:cxnLst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5" name="Freeform 15"/>
            <p:cNvSpPr/>
            <p:nvPr userDrawn="1"/>
          </p:nvSpPr>
          <p:spPr>
            <a:xfrm>
              <a:off x="485" y="3532"/>
              <a:ext cx="135" cy="121"/>
            </a:xfrm>
            <a:custGeom>
              <a:avLst/>
              <a:gdLst/>
              <a:ahLst/>
              <a:cxnLst>
                <a:cxn ang="0">
                  <a:pos x="0" y="14"/>
                </a:cxn>
                <a:cxn ang="0">
                  <a:pos x="79" y="0"/>
                </a:cxn>
                <a:cxn ang="0">
                  <a:pos x="125" y="18"/>
                </a:cxn>
                <a:cxn ang="0">
                  <a:pos x="135" y="70"/>
                </a:cxn>
                <a:cxn ang="0">
                  <a:pos x="81" y="73"/>
                </a:cxn>
                <a:cxn ang="0">
                  <a:pos x="16" y="121"/>
                </a:cxn>
                <a:cxn ang="0">
                  <a:pos x="0" y="14"/>
                </a:cxn>
                <a:cxn ang="0">
                  <a:pos x="0" y="14"/>
                </a:cxn>
              </a:cxnLst>
              <a:pathLst>
                <a:path w="272" h="241">
                  <a:moveTo>
                    <a:pt x="0" y="28"/>
                  </a:moveTo>
                  <a:lnTo>
                    <a:pt x="160" y="0"/>
                  </a:lnTo>
                  <a:lnTo>
                    <a:pt x="251" y="36"/>
                  </a:lnTo>
                  <a:lnTo>
                    <a:pt x="272" y="139"/>
                  </a:lnTo>
                  <a:lnTo>
                    <a:pt x="164" y="146"/>
                  </a:lnTo>
                  <a:lnTo>
                    <a:pt x="32" y="241"/>
                  </a:lnTo>
                  <a:lnTo>
                    <a:pt x="0" y="28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chemeClr val="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6" name="Freeform 16"/>
            <p:cNvSpPr/>
            <p:nvPr userDrawn="1"/>
          </p:nvSpPr>
          <p:spPr>
            <a:xfrm>
              <a:off x="641" y="4163"/>
              <a:ext cx="76" cy="112"/>
            </a:xfrm>
            <a:custGeom>
              <a:avLst/>
              <a:gdLst/>
              <a:ahLst/>
              <a:cxnLst>
                <a:cxn ang="0">
                  <a:pos x="76" y="2"/>
                </a:cxn>
                <a:cxn ang="0">
                  <a:pos x="76" y="112"/>
                </a:cxn>
                <a:cxn ang="0">
                  <a:pos x="0" y="4"/>
                </a:cxn>
                <a:cxn ang="0">
                  <a:pos x="36" y="0"/>
                </a:cxn>
                <a:cxn ang="0">
                  <a:pos x="76" y="2"/>
                </a:cxn>
                <a:cxn ang="0">
                  <a:pos x="76" y="2"/>
                </a:cxn>
              </a:cxnLst>
              <a:pathLst>
                <a:path w="152" h="224">
                  <a:moveTo>
                    <a:pt x="152" y="4"/>
                  </a:moveTo>
                  <a:lnTo>
                    <a:pt x="152" y="224"/>
                  </a:lnTo>
                  <a:lnTo>
                    <a:pt x="0" y="8"/>
                  </a:lnTo>
                  <a:lnTo>
                    <a:pt x="72" y="0"/>
                  </a:lnTo>
                  <a:lnTo>
                    <a:pt x="152" y="4"/>
                  </a:lnTo>
                  <a:lnTo>
                    <a:pt x="152" y="4"/>
                  </a:lnTo>
                  <a:close/>
                </a:path>
              </a:pathLst>
            </a:custGeom>
            <a:solidFill>
              <a:schemeClr val="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7" name="Freeform 17"/>
            <p:cNvSpPr/>
            <p:nvPr userDrawn="1"/>
          </p:nvSpPr>
          <p:spPr>
            <a:xfrm>
              <a:off x="504" y="3607"/>
              <a:ext cx="193" cy="383"/>
            </a:xfrm>
            <a:custGeom>
              <a:avLst/>
              <a:gdLst/>
              <a:ahLst/>
              <a:cxnLst>
                <a:cxn ang="0">
                  <a:pos x="0" y="40"/>
                </a:cxn>
                <a:cxn ang="0">
                  <a:pos x="44" y="0"/>
                </a:cxn>
                <a:cxn ang="0">
                  <a:pos x="116" y="3"/>
                </a:cxn>
                <a:cxn ang="0">
                  <a:pos x="193" y="383"/>
                </a:cxn>
                <a:cxn ang="0">
                  <a:pos x="140" y="361"/>
                </a:cxn>
                <a:cxn ang="0">
                  <a:pos x="76" y="339"/>
                </a:cxn>
                <a:cxn ang="0">
                  <a:pos x="0" y="40"/>
                </a:cxn>
                <a:cxn ang="0">
                  <a:pos x="0" y="40"/>
                </a:cxn>
              </a:cxnLst>
              <a:pathLst>
                <a:path w="386" h="764">
                  <a:moveTo>
                    <a:pt x="0" y="80"/>
                  </a:moveTo>
                  <a:lnTo>
                    <a:pt x="87" y="0"/>
                  </a:lnTo>
                  <a:lnTo>
                    <a:pt x="232" y="6"/>
                  </a:lnTo>
                  <a:lnTo>
                    <a:pt x="386" y="764"/>
                  </a:lnTo>
                  <a:lnTo>
                    <a:pt x="279" y="720"/>
                  </a:lnTo>
                  <a:lnTo>
                    <a:pt x="152" y="677"/>
                  </a:lnTo>
                  <a:lnTo>
                    <a:pt x="0" y="80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8" name="Freeform 18"/>
            <p:cNvSpPr/>
            <p:nvPr userDrawn="1"/>
          </p:nvSpPr>
          <p:spPr>
            <a:xfrm>
              <a:off x="668" y="3590"/>
              <a:ext cx="364" cy="174"/>
            </a:xfrm>
            <a:custGeom>
              <a:avLst/>
              <a:gdLst/>
              <a:ahLst/>
              <a:cxnLst>
                <a:cxn ang="0">
                  <a:pos x="346" y="0"/>
                </a:cxn>
                <a:cxn ang="0">
                  <a:pos x="0" y="53"/>
                </a:cxn>
                <a:cxn ang="0">
                  <a:pos x="14" y="174"/>
                </a:cxn>
                <a:cxn ang="0">
                  <a:pos x="358" y="119"/>
                </a:cxn>
                <a:cxn ang="0">
                  <a:pos x="364" y="22"/>
                </a:cxn>
                <a:cxn ang="0">
                  <a:pos x="346" y="0"/>
                </a:cxn>
                <a:cxn ang="0">
                  <a:pos x="346" y="0"/>
                </a:cxn>
              </a:cxnLst>
              <a:pathLst>
                <a:path w="728" h="348">
                  <a:moveTo>
                    <a:pt x="692" y="0"/>
                  </a:moveTo>
                  <a:lnTo>
                    <a:pt x="0" y="106"/>
                  </a:lnTo>
                  <a:lnTo>
                    <a:pt x="28" y="348"/>
                  </a:lnTo>
                  <a:lnTo>
                    <a:pt x="715" y="237"/>
                  </a:lnTo>
                  <a:lnTo>
                    <a:pt x="728" y="43"/>
                  </a:lnTo>
                  <a:lnTo>
                    <a:pt x="692" y="0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9" name="Freeform 19"/>
            <p:cNvSpPr/>
            <p:nvPr userDrawn="1"/>
          </p:nvSpPr>
          <p:spPr>
            <a:xfrm>
              <a:off x="347" y="3693"/>
              <a:ext cx="156" cy="67"/>
            </a:xfrm>
            <a:custGeom>
              <a:avLst/>
              <a:gdLst/>
              <a:ahLst/>
              <a:cxnLst>
                <a:cxn ang="0">
                  <a:pos x="136" y="0"/>
                </a:cxn>
                <a:cxn ang="0">
                  <a:pos x="0" y="39"/>
                </a:cxn>
                <a:cxn ang="0">
                  <a:pos x="156" y="67"/>
                </a:cxn>
                <a:cxn ang="0">
                  <a:pos x="136" y="0"/>
                </a:cxn>
                <a:cxn ang="0">
                  <a:pos x="136" y="0"/>
                </a:cxn>
              </a:cxnLst>
              <a:pathLst>
                <a:path w="312" h="135">
                  <a:moveTo>
                    <a:pt x="272" y="0"/>
                  </a:moveTo>
                  <a:lnTo>
                    <a:pt x="0" y="78"/>
                  </a:lnTo>
                  <a:lnTo>
                    <a:pt x="312" y="135"/>
                  </a:lnTo>
                  <a:lnTo>
                    <a:pt x="272" y="0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060" name="Group 20"/>
            <p:cNvGrpSpPr/>
            <p:nvPr userDrawn="1"/>
          </p:nvGrpSpPr>
          <p:grpSpPr>
            <a:xfrm>
              <a:off x="5" y="3490"/>
              <a:ext cx="1124" cy="780"/>
              <a:chOff x="5" y="3490"/>
              <a:chExt cx="1124" cy="780"/>
            </a:xfrm>
          </p:grpSpPr>
          <p:grpSp>
            <p:nvGrpSpPr>
              <p:cNvPr id="1061" name="Group 21"/>
              <p:cNvGrpSpPr/>
              <p:nvPr userDrawn="1"/>
            </p:nvGrpSpPr>
            <p:grpSpPr>
              <a:xfrm>
                <a:off x="499" y="3562"/>
                <a:ext cx="548" cy="708"/>
                <a:chOff x="499" y="3562"/>
                <a:chExt cx="548" cy="708"/>
              </a:xfrm>
            </p:grpSpPr>
            <p:sp>
              <p:nvSpPr>
                <p:cNvPr id="1074" name="Freeform 22"/>
                <p:cNvSpPr/>
                <p:nvPr userDrawn="1"/>
              </p:nvSpPr>
              <p:spPr>
                <a:xfrm>
                  <a:off x="499" y="3587"/>
                  <a:ext cx="157" cy="87"/>
                </a:xfrm>
                <a:custGeom>
                  <a:avLst/>
                  <a:gdLst/>
                  <a:ahLst/>
                  <a:cxnLst>
                    <a:cxn ang="0">
                      <a:pos x="0" y="53"/>
                    </a:cxn>
                    <a:cxn ang="0">
                      <a:pos x="57" y="5"/>
                    </a:cxn>
                    <a:cxn ang="0">
                      <a:pos x="107" y="0"/>
                    </a:cxn>
                    <a:cxn ang="0">
                      <a:pos x="146" y="13"/>
                    </a:cxn>
                    <a:cxn ang="0">
                      <a:pos x="157" y="45"/>
                    </a:cxn>
                    <a:cxn ang="0">
                      <a:pos x="84" y="33"/>
                    </a:cxn>
                    <a:cxn ang="0">
                      <a:pos x="37" y="50"/>
                    </a:cxn>
                    <a:cxn ang="0">
                      <a:pos x="7" y="87"/>
                    </a:cxn>
                    <a:cxn ang="0">
                      <a:pos x="0" y="53"/>
                    </a:cxn>
                    <a:cxn ang="0">
                      <a:pos x="0" y="53"/>
                    </a:cxn>
                  </a:cxnLst>
                  <a:pathLst>
                    <a:path w="313" h="175">
                      <a:moveTo>
                        <a:pt x="0" y="107"/>
                      </a:moveTo>
                      <a:lnTo>
                        <a:pt x="114" y="10"/>
                      </a:lnTo>
                      <a:lnTo>
                        <a:pt x="213" y="0"/>
                      </a:lnTo>
                      <a:lnTo>
                        <a:pt x="292" y="27"/>
                      </a:lnTo>
                      <a:lnTo>
                        <a:pt x="313" y="91"/>
                      </a:lnTo>
                      <a:lnTo>
                        <a:pt x="167" y="67"/>
                      </a:lnTo>
                      <a:lnTo>
                        <a:pt x="74" y="101"/>
                      </a:lnTo>
                      <a:lnTo>
                        <a:pt x="13" y="175"/>
                      </a:lnTo>
                      <a:lnTo>
                        <a:pt x="0" y="107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5" name="Freeform 23"/>
                <p:cNvSpPr/>
                <p:nvPr userDrawn="1"/>
              </p:nvSpPr>
              <p:spPr>
                <a:xfrm>
                  <a:off x="636" y="4137"/>
                  <a:ext cx="115" cy="133"/>
                </a:xfrm>
                <a:custGeom>
                  <a:avLst/>
                  <a:gdLst/>
                  <a:ahLst/>
                  <a:cxnLst>
                    <a:cxn ang="0">
                      <a:pos x="0" y="20"/>
                    </a:cxn>
                    <a:cxn ang="0">
                      <a:pos x="80" y="133"/>
                    </a:cxn>
                    <a:cxn ang="0">
                      <a:pos x="115" y="126"/>
                    </a:cxn>
                    <a:cxn ang="0">
                      <a:pos x="112" y="9"/>
                    </a:cxn>
                    <a:cxn ang="0">
                      <a:pos x="83" y="0"/>
                    </a:cxn>
                    <a:cxn ang="0">
                      <a:pos x="90" y="99"/>
                    </a:cxn>
                    <a:cxn ang="0">
                      <a:pos x="36" y="2"/>
                    </a:cxn>
                    <a:cxn ang="0">
                      <a:pos x="0" y="20"/>
                    </a:cxn>
                    <a:cxn ang="0">
                      <a:pos x="0" y="20"/>
                    </a:cxn>
                  </a:cxnLst>
                  <a:pathLst>
                    <a:path w="230" h="266">
                      <a:moveTo>
                        <a:pt x="0" y="40"/>
                      </a:moveTo>
                      <a:lnTo>
                        <a:pt x="160" y="266"/>
                      </a:lnTo>
                      <a:lnTo>
                        <a:pt x="230" y="251"/>
                      </a:lnTo>
                      <a:lnTo>
                        <a:pt x="223" y="17"/>
                      </a:lnTo>
                      <a:lnTo>
                        <a:pt x="166" y="0"/>
                      </a:lnTo>
                      <a:lnTo>
                        <a:pt x="179" y="197"/>
                      </a:lnTo>
                      <a:lnTo>
                        <a:pt x="71" y="4"/>
                      </a:lnTo>
                      <a:lnTo>
                        <a:pt x="0" y="40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6" name="Freeform 24"/>
                <p:cNvSpPr/>
                <p:nvPr userDrawn="1"/>
              </p:nvSpPr>
              <p:spPr>
                <a:xfrm>
                  <a:off x="1004" y="3562"/>
                  <a:ext cx="43" cy="117"/>
                </a:xfrm>
                <a:custGeom>
                  <a:avLst/>
                  <a:gdLst/>
                  <a:ahLst/>
                  <a:cxnLst>
                    <a:cxn ang="0">
                      <a:pos x="0" y="10"/>
                    </a:cxn>
                    <a:cxn ang="0">
                      <a:pos x="18" y="47"/>
                    </a:cxn>
                    <a:cxn ang="0">
                      <a:pos x="22" y="77"/>
                    </a:cxn>
                    <a:cxn ang="0">
                      <a:pos x="13" y="117"/>
                    </a:cxn>
                    <a:cxn ang="0">
                      <a:pos x="40" y="110"/>
                    </a:cxn>
                    <a:cxn ang="0">
                      <a:pos x="43" y="58"/>
                    </a:cxn>
                    <a:cxn ang="0">
                      <a:pos x="23" y="0"/>
                    </a:cxn>
                    <a:cxn ang="0">
                      <a:pos x="0" y="10"/>
                    </a:cxn>
                    <a:cxn ang="0">
                      <a:pos x="0" y="10"/>
                    </a:cxn>
                  </a:cxnLst>
                  <a:pathLst>
                    <a:path w="87" h="234">
                      <a:moveTo>
                        <a:pt x="0" y="19"/>
                      </a:moveTo>
                      <a:lnTo>
                        <a:pt x="36" y="93"/>
                      </a:lnTo>
                      <a:lnTo>
                        <a:pt x="44" y="154"/>
                      </a:lnTo>
                      <a:lnTo>
                        <a:pt x="27" y="234"/>
                      </a:lnTo>
                      <a:lnTo>
                        <a:pt x="80" y="220"/>
                      </a:lnTo>
                      <a:lnTo>
                        <a:pt x="87" y="116"/>
                      </a:lnTo>
                      <a:lnTo>
                        <a:pt x="46" y="0"/>
                      </a:lnTo>
                      <a:lnTo>
                        <a:pt x="0" y="19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1062" name="Freeform 25"/>
              <p:cNvSpPr/>
              <p:nvPr userDrawn="1"/>
            </p:nvSpPr>
            <p:spPr>
              <a:xfrm>
                <a:off x="76" y="3732"/>
                <a:ext cx="595" cy="250"/>
              </a:xfrm>
              <a:custGeom>
                <a:avLst/>
                <a:gdLst/>
                <a:ahLst/>
                <a:cxnLst>
                  <a:cxn ang="0">
                    <a:pos x="50" y="0"/>
                  </a:cxn>
                  <a:cxn ang="0">
                    <a:pos x="595" y="245"/>
                  </a:cxn>
                  <a:cxn ang="0">
                    <a:pos x="538" y="250"/>
                  </a:cxn>
                  <a:cxn ang="0">
                    <a:pos x="0" y="14"/>
                  </a:cxn>
                  <a:cxn ang="0">
                    <a:pos x="50" y="0"/>
                  </a:cxn>
                  <a:cxn ang="0">
                    <a:pos x="50" y="0"/>
                  </a:cxn>
                </a:cxnLst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3" name="Freeform 26"/>
              <p:cNvSpPr/>
              <p:nvPr userDrawn="1"/>
            </p:nvSpPr>
            <p:spPr>
              <a:xfrm>
                <a:off x="260" y="3886"/>
                <a:ext cx="244" cy="148"/>
              </a:xfrm>
              <a:custGeom>
                <a:avLst/>
                <a:gdLst/>
                <a:ahLst/>
                <a:cxnLst>
                  <a:cxn ang="0">
                    <a:pos x="7" y="17"/>
                  </a:cxn>
                  <a:cxn ang="0">
                    <a:pos x="80" y="33"/>
                  </a:cxn>
                  <a:cxn ang="0">
                    <a:pos x="162" y="69"/>
                  </a:cxn>
                  <a:cxn ang="0">
                    <a:pos x="220" y="122"/>
                  </a:cxn>
                  <a:cxn ang="0">
                    <a:pos x="163" y="115"/>
                  </a:cxn>
                  <a:cxn ang="0">
                    <a:pos x="69" y="73"/>
                  </a:cxn>
                  <a:cxn ang="0">
                    <a:pos x="25" y="40"/>
                  </a:cxn>
                  <a:cxn ang="0">
                    <a:pos x="53" y="82"/>
                  </a:cxn>
                  <a:cxn ang="0">
                    <a:pos x="136" y="135"/>
                  </a:cxn>
                  <a:cxn ang="0">
                    <a:pos x="233" y="148"/>
                  </a:cxn>
                  <a:cxn ang="0">
                    <a:pos x="244" y="112"/>
                  </a:cxn>
                  <a:cxn ang="0">
                    <a:pos x="197" y="60"/>
                  </a:cxn>
                  <a:cxn ang="0">
                    <a:pos x="85" y="9"/>
                  </a:cxn>
                  <a:cxn ang="0">
                    <a:pos x="0" y="0"/>
                  </a:cxn>
                  <a:cxn ang="0">
                    <a:pos x="7" y="17"/>
                  </a:cxn>
                  <a:cxn ang="0">
                    <a:pos x="7" y="17"/>
                  </a:cxn>
                </a:cxnLst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4" name="Freeform 27"/>
              <p:cNvSpPr/>
              <p:nvPr userDrawn="1"/>
            </p:nvSpPr>
            <p:spPr>
              <a:xfrm>
                <a:off x="565" y="3680"/>
                <a:ext cx="107" cy="238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46" y="12"/>
                  </a:cxn>
                  <a:cxn ang="0">
                    <a:pos x="40" y="96"/>
                  </a:cxn>
                  <a:cxn ang="0">
                    <a:pos x="53" y="163"/>
                  </a:cxn>
                  <a:cxn ang="0">
                    <a:pos x="107" y="225"/>
                  </a:cxn>
                  <a:cxn ang="0">
                    <a:pos x="49" y="238"/>
                  </a:cxn>
                  <a:cxn ang="0">
                    <a:pos x="15" y="171"/>
                  </a:cxn>
                  <a:cxn ang="0">
                    <a:pos x="0" y="28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213" h="478">
                    <a:moveTo>
                      <a:pt x="24" y="0"/>
                    </a:moveTo>
                    <a:lnTo>
                      <a:pt x="91" y="25"/>
                    </a:lnTo>
                    <a:lnTo>
                      <a:pt x="80" y="192"/>
                    </a:lnTo>
                    <a:lnTo>
                      <a:pt x="106" y="327"/>
                    </a:lnTo>
                    <a:lnTo>
                      <a:pt x="213" y="451"/>
                    </a:lnTo>
                    <a:lnTo>
                      <a:pt x="97" y="478"/>
                    </a:lnTo>
                    <a:lnTo>
                      <a:pt x="30" y="344"/>
                    </a:lnTo>
                    <a:lnTo>
                      <a:pt x="0" y="5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1065" name="Group 28"/>
              <p:cNvGrpSpPr/>
              <p:nvPr userDrawn="1"/>
            </p:nvGrpSpPr>
            <p:grpSpPr>
              <a:xfrm>
                <a:off x="5" y="3490"/>
                <a:ext cx="1124" cy="678"/>
                <a:chOff x="5" y="3490"/>
                <a:chExt cx="1124" cy="678"/>
              </a:xfrm>
            </p:grpSpPr>
            <p:sp>
              <p:nvSpPr>
                <p:cNvPr id="1066" name="Freeform 29"/>
                <p:cNvSpPr/>
                <p:nvPr userDrawn="1"/>
              </p:nvSpPr>
              <p:spPr>
                <a:xfrm>
                  <a:off x="669" y="4048"/>
                  <a:ext cx="75" cy="87"/>
                </a:xfrm>
                <a:custGeom>
                  <a:avLst/>
                  <a:gdLst/>
                  <a:ahLst/>
                  <a:cxnLst>
                    <a:cxn ang="0">
                      <a:pos x="55" y="0"/>
                    </a:cxn>
                    <a:cxn ang="0">
                      <a:pos x="20" y="33"/>
                    </a:cxn>
                    <a:cxn ang="0">
                      <a:pos x="0" y="87"/>
                    </a:cxn>
                    <a:cxn ang="0">
                      <a:pos x="40" y="80"/>
                    </a:cxn>
                    <a:cxn ang="0">
                      <a:pos x="52" y="42"/>
                    </a:cxn>
                    <a:cxn ang="0">
                      <a:pos x="75" y="14"/>
                    </a:cxn>
                    <a:cxn ang="0">
                      <a:pos x="55" y="0"/>
                    </a:cxn>
                    <a:cxn ang="0">
                      <a:pos x="55" y="0"/>
                    </a:cxn>
                  </a:cxnLst>
                  <a:pathLst>
                    <a:path w="150" h="173">
                      <a:moveTo>
                        <a:pt x="110" y="0"/>
                      </a:moveTo>
                      <a:lnTo>
                        <a:pt x="40" y="66"/>
                      </a:lnTo>
                      <a:lnTo>
                        <a:pt x="0" y="173"/>
                      </a:lnTo>
                      <a:lnTo>
                        <a:pt x="80" y="160"/>
                      </a:lnTo>
                      <a:lnTo>
                        <a:pt x="103" y="84"/>
                      </a:lnTo>
                      <a:lnTo>
                        <a:pt x="150" y="27"/>
                      </a:lnTo>
                      <a:lnTo>
                        <a:pt x="110" y="0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7" name="Freeform 30"/>
                <p:cNvSpPr/>
                <p:nvPr userDrawn="1"/>
              </p:nvSpPr>
              <p:spPr>
                <a:xfrm>
                  <a:off x="5" y="3728"/>
                  <a:ext cx="842" cy="440"/>
                </a:xfrm>
                <a:custGeom>
                  <a:avLst/>
                  <a:gdLst/>
                  <a:ahLst/>
                  <a:cxnLst>
                    <a:cxn ang="0">
                      <a:pos x="78" y="0"/>
                    </a:cxn>
                    <a:cxn ang="0">
                      <a:pos x="32" y="26"/>
                    </a:cxn>
                    <a:cxn ang="0">
                      <a:pos x="0" y="104"/>
                    </a:cxn>
                    <a:cxn ang="0">
                      <a:pos x="34" y="179"/>
                    </a:cxn>
                    <a:cxn ang="0">
                      <a:pos x="591" y="434"/>
                    </a:cxn>
                    <a:cxn ang="0">
                      <a:pos x="711" y="418"/>
                    </a:cxn>
                    <a:cxn ang="0">
                      <a:pos x="808" y="440"/>
                    </a:cxn>
                    <a:cxn ang="0">
                      <a:pos x="842" y="404"/>
                    </a:cxn>
                    <a:cxn ang="0">
                      <a:pos x="751" y="332"/>
                    </a:cxn>
                    <a:cxn ang="0">
                      <a:pos x="714" y="256"/>
                    </a:cxn>
                    <a:cxn ang="0">
                      <a:pos x="685" y="264"/>
                    </a:cxn>
                    <a:cxn ang="0">
                      <a:pos x="720" y="332"/>
                    </a:cxn>
                    <a:cxn ang="0">
                      <a:pos x="789" y="405"/>
                    </a:cxn>
                    <a:cxn ang="0">
                      <a:pos x="707" y="394"/>
                    </a:cxn>
                    <a:cxn ang="0">
                      <a:pos x="610" y="407"/>
                    </a:cxn>
                    <a:cxn ang="0">
                      <a:pos x="628" y="325"/>
                    </a:cxn>
                    <a:cxn ang="0">
                      <a:pos x="669" y="269"/>
                    </a:cxn>
                    <a:cxn ang="0">
                      <a:pos x="621" y="276"/>
                    </a:cxn>
                    <a:cxn ang="0">
                      <a:pos x="583" y="329"/>
                    </a:cxn>
                    <a:cxn ang="0">
                      <a:pos x="570" y="396"/>
                    </a:cxn>
                    <a:cxn ang="0">
                      <a:pos x="54" y="155"/>
                    </a:cxn>
                    <a:cxn ang="0">
                      <a:pos x="40" y="108"/>
                    </a:cxn>
                    <a:cxn ang="0">
                      <a:pos x="52" y="48"/>
                    </a:cxn>
                    <a:cxn ang="0">
                      <a:pos x="109" y="0"/>
                    </a:cxn>
                    <a:cxn ang="0">
                      <a:pos x="78" y="0"/>
                    </a:cxn>
                    <a:cxn ang="0">
                      <a:pos x="78" y="0"/>
                    </a:cxn>
                  </a:cxnLst>
                  <a:pathLst>
                    <a:path w="1684" h="880">
                      <a:moveTo>
                        <a:pt x="156" y="0"/>
                      </a:moveTo>
                      <a:lnTo>
                        <a:pt x="63" y="52"/>
                      </a:lnTo>
                      <a:lnTo>
                        <a:pt x="0" y="208"/>
                      </a:lnTo>
                      <a:lnTo>
                        <a:pt x="67" y="358"/>
                      </a:lnTo>
                      <a:lnTo>
                        <a:pt x="1182" y="867"/>
                      </a:lnTo>
                      <a:lnTo>
                        <a:pt x="1422" y="835"/>
                      </a:lnTo>
                      <a:lnTo>
                        <a:pt x="1616" y="880"/>
                      </a:lnTo>
                      <a:lnTo>
                        <a:pt x="1684" y="808"/>
                      </a:lnTo>
                      <a:lnTo>
                        <a:pt x="1502" y="664"/>
                      </a:lnTo>
                      <a:lnTo>
                        <a:pt x="1428" y="512"/>
                      </a:lnTo>
                      <a:lnTo>
                        <a:pt x="1369" y="527"/>
                      </a:lnTo>
                      <a:lnTo>
                        <a:pt x="1439" y="664"/>
                      </a:lnTo>
                      <a:lnTo>
                        <a:pt x="1578" y="810"/>
                      </a:lnTo>
                      <a:lnTo>
                        <a:pt x="1413" y="787"/>
                      </a:lnTo>
                      <a:lnTo>
                        <a:pt x="1219" y="814"/>
                      </a:lnTo>
                      <a:lnTo>
                        <a:pt x="1255" y="650"/>
                      </a:lnTo>
                      <a:lnTo>
                        <a:pt x="1338" y="538"/>
                      </a:lnTo>
                      <a:lnTo>
                        <a:pt x="1241" y="552"/>
                      </a:lnTo>
                      <a:lnTo>
                        <a:pt x="1165" y="658"/>
                      </a:lnTo>
                      <a:lnTo>
                        <a:pt x="1139" y="791"/>
                      </a:lnTo>
                      <a:lnTo>
                        <a:pt x="107" y="310"/>
                      </a:lnTo>
                      <a:lnTo>
                        <a:pt x="80" y="215"/>
                      </a:lnTo>
                      <a:lnTo>
                        <a:pt x="103" y="95"/>
                      </a:lnTo>
                      <a:lnTo>
                        <a:pt x="217" y="0"/>
                      </a:lnTo>
                      <a:lnTo>
                        <a:pt x="156" y="0"/>
                      </a:lnTo>
                      <a:lnTo>
                        <a:pt x="156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8" name="Freeform 31"/>
                <p:cNvSpPr/>
                <p:nvPr userDrawn="1"/>
              </p:nvSpPr>
              <p:spPr>
                <a:xfrm>
                  <a:off x="106" y="3770"/>
                  <a:ext cx="80" cy="167"/>
                </a:xfrm>
                <a:custGeom>
                  <a:avLst/>
                  <a:gdLst/>
                  <a:ahLst/>
                  <a:cxnLst>
                    <a:cxn ang="0">
                      <a:pos x="58" y="0"/>
                    </a:cxn>
                    <a:cxn ang="0">
                      <a:pos x="10" y="53"/>
                    </a:cxn>
                    <a:cxn ang="0">
                      <a:pos x="0" y="115"/>
                    </a:cxn>
                    <a:cxn ang="0">
                      <a:pos x="17" y="157"/>
                    </a:cxn>
                    <a:cxn ang="0">
                      <a:pos x="47" y="167"/>
                    </a:cxn>
                    <a:cxn ang="0">
                      <a:pos x="38" y="77"/>
                    </a:cxn>
                    <a:cxn ang="0">
                      <a:pos x="80" y="8"/>
                    </a:cxn>
                    <a:cxn ang="0">
                      <a:pos x="58" y="0"/>
                    </a:cxn>
                    <a:cxn ang="0">
                      <a:pos x="58" y="0"/>
                    </a:cxn>
                  </a:cxnLst>
                  <a:pathLst>
                    <a:path w="160" h="335">
                      <a:moveTo>
                        <a:pt x="116" y="0"/>
                      </a:moveTo>
                      <a:lnTo>
                        <a:pt x="19" y="106"/>
                      </a:lnTo>
                      <a:lnTo>
                        <a:pt x="0" y="230"/>
                      </a:lnTo>
                      <a:lnTo>
                        <a:pt x="33" y="314"/>
                      </a:lnTo>
                      <a:lnTo>
                        <a:pt x="94" y="335"/>
                      </a:lnTo>
                      <a:lnTo>
                        <a:pt x="76" y="154"/>
                      </a:lnTo>
                      <a:lnTo>
                        <a:pt x="160" y="17"/>
                      </a:lnTo>
                      <a:lnTo>
                        <a:pt x="116" y="0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9" name="Freeform 32"/>
                <p:cNvSpPr/>
                <p:nvPr userDrawn="1"/>
              </p:nvSpPr>
              <p:spPr>
                <a:xfrm>
                  <a:off x="449" y="3490"/>
                  <a:ext cx="322" cy="594"/>
                </a:xfrm>
                <a:custGeom>
                  <a:avLst/>
                  <a:gdLst/>
                  <a:ahLst/>
                  <a:cxnLst>
                    <a:cxn ang="0">
                      <a:pos x="109" y="448"/>
                    </a:cxn>
                    <a:cxn ang="0">
                      <a:pos x="0" y="62"/>
                    </a:cxn>
                    <a:cxn ang="0">
                      <a:pos x="41" y="19"/>
                    </a:cxn>
                    <a:cxn ang="0">
                      <a:pos x="129" y="0"/>
                    </a:cxn>
                    <a:cxn ang="0">
                      <a:pos x="200" y="29"/>
                    </a:cxn>
                    <a:cxn ang="0">
                      <a:pos x="322" y="594"/>
                    </a:cxn>
                    <a:cxn ang="0">
                      <a:pos x="278" y="546"/>
                    </a:cxn>
                    <a:cxn ang="0">
                      <a:pos x="178" y="49"/>
                    </a:cxn>
                    <a:cxn ang="0">
                      <a:pos x="113" y="31"/>
                    </a:cxn>
                    <a:cxn ang="0">
                      <a:pos x="60" y="37"/>
                    </a:cxn>
                    <a:cxn ang="0">
                      <a:pos x="38" y="71"/>
                    </a:cxn>
                    <a:cxn ang="0">
                      <a:pos x="153" y="462"/>
                    </a:cxn>
                    <a:cxn ang="0">
                      <a:pos x="109" y="448"/>
                    </a:cxn>
                    <a:cxn ang="0">
                      <a:pos x="109" y="448"/>
                    </a:cxn>
                  </a:cxnLst>
                  <a:pathLst>
                    <a:path w="642" h="1188">
                      <a:moveTo>
                        <a:pt x="218" y="896"/>
                      </a:moveTo>
                      <a:lnTo>
                        <a:pt x="0" y="124"/>
                      </a:lnTo>
                      <a:lnTo>
                        <a:pt x="81" y="38"/>
                      </a:lnTo>
                      <a:lnTo>
                        <a:pt x="258" y="0"/>
                      </a:lnTo>
                      <a:lnTo>
                        <a:pt x="399" y="57"/>
                      </a:lnTo>
                      <a:lnTo>
                        <a:pt x="642" y="1188"/>
                      </a:lnTo>
                      <a:lnTo>
                        <a:pt x="555" y="1091"/>
                      </a:lnTo>
                      <a:lnTo>
                        <a:pt x="355" y="97"/>
                      </a:lnTo>
                      <a:lnTo>
                        <a:pt x="226" y="61"/>
                      </a:lnTo>
                      <a:lnTo>
                        <a:pt x="119" y="74"/>
                      </a:lnTo>
                      <a:lnTo>
                        <a:pt x="76" y="141"/>
                      </a:lnTo>
                      <a:lnTo>
                        <a:pt x="306" y="924"/>
                      </a:lnTo>
                      <a:lnTo>
                        <a:pt x="218" y="896"/>
                      </a:lnTo>
                      <a:lnTo>
                        <a:pt x="218" y="896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0" name="Freeform 33"/>
                <p:cNvSpPr/>
                <p:nvPr userDrawn="1"/>
              </p:nvSpPr>
              <p:spPr>
                <a:xfrm>
                  <a:off x="578" y="3650"/>
                  <a:ext cx="96" cy="252"/>
                </a:xfrm>
                <a:custGeom>
                  <a:avLst/>
                  <a:gdLst/>
                  <a:ahLst/>
                  <a:cxnLst>
                    <a:cxn ang="0">
                      <a:pos x="0" y="14"/>
                    </a:cxn>
                    <a:cxn ang="0">
                      <a:pos x="38" y="97"/>
                    </a:cxn>
                    <a:cxn ang="0">
                      <a:pos x="57" y="159"/>
                    </a:cxn>
                    <a:cxn ang="0">
                      <a:pos x="58" y="252"/>
                    </a:cxn>
                    <a:cxn ang="0">
                      <a:pos x="96" y="252"/>
                    </a:cxn>
                    <a:cxn ang="0">
                      <a:pos x="94" y="180"/>
                    </a:cxn>
                    <a:cxn ang="0">
                      <a:pos x="81" y="104"/>
                    </a:cxn>
                    <a:cxn ang="0">
                      <a:pos x="50" y="30"/>
                    </a:cxn>
                    <a:cxn ang="0">
                      <a:pos x="32" y="0"/>
                    </a:cxn>
                    <a:cxn ang="0">
                      <a:pos x="0" y="14"/>
                    </a:cxn>
                    <a:cxn ang="0">
                      <a:pos x="0" y="14"/>
                    </a:cxn>
                  </a:cxnLst>
                  <a:pathLst>
                    <a:path w="192" h="504">
                      <a:moveTo>
                        <a:pt x="0" y="27"/>
                      </a:moveTo>
                      <a:lnTo>
                        <a:pt x="76" y="194"/>
                      </a:lnTo>
                      <a:lnTo>
                        <a:pt x="113" y="318"/>
                      </a:lnTo>
                      <a:lnTo>
                        <a:pt x="116" y="504"/>
                      </a:lnTo>
                      <a:lnTo>
                        <a:pt x="192" y="504"/>
                      </a:lnTo>
                      <a:lnTo>
                        <a:pt x="187" y="360"/>
                      </a:lnTo>
                      <a:lnTo>
                        <a:pt x="162" y="208"/>
                      </a:lnTo>
                      <a:lnTo>
                        <a:pt x="99" y="59"/>
                      </a:lnTo>
                      <a:lnTo>
                        <a:pt x="63" y="0"/>
                      </a:lnTo>
                      <a:lnTo>
                        <a:pt x="0" y="27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1" name="Freeform 34"/>
                <p:cNvSpPr/>
                <p:nvPr userDrawn="1"/>
              </p:nvSpPr>
              <p:spPr>
                <a:xfrm>
                  <a:off x="328" y="3630"/>
                  <a:ext cx="195" cy="135"/>
                </a:xfrm>
                <a:custGeom>
                  <a:avLst/>
                  <a:gdLst/>
                  <a:ahLst/>
                  <a:cxnLst>
                    <a:cxn ang="0">
                      <a:pos x="149" y="0"/>
                    </a:cxn>
                    <a:cxn ang="0">
                      <a:pos x="129" y="9"/>
                    </a:cxn>
                    <a:cxn ang="0">
                      <a:pos x="127" y="33"/>
                    </a:cxn>
                    <a:cxn ang="0">
                      <a:pos x="0" y="85"/>
                    </a:cxn>
                    <a:cxn ang="0">
                      <a:pos x="0" y="111"/>
                    </a:cxn>
                    <a:cxn ang="0">
                      <a:pos x="142" y="113"/>
                    </a:cxn>
                    <a:cxn ang="0">
                      <a:pos x="160" y="135"/>
                    </a:cxn>
                    <a:cxn ang="0">
                      <a:pos x="195" y="133"/>
                    </a:cxn>
                    <a:cxn ang="0">
                      <a:pos x="192" y="95"/>
                    </a:cxn>
                    <a:cxn ang="0">
                      <a:pos x="58" y="88"/>
                    </a:cxn>
                    <a:cxn ang="0">
                      <a:pos x="167" y="45"/>
                    </a:cxn>
                    <a:cxn ang="0">
                      <a:pos x="149" y="0"/>
                    </a:cxn>
                    <a:cxn ang="0">
                      <a:pos x="149" y="0"/>
                    </a:cxn>
                  </a:cxnLst>
                  <a:pathLst>
                    <a:path w="390" h="269">
                      <a:moveTo>
                        <a:pt x="297" y="0"/>
                      </a:moveTo>
                      <a:lnTo>
                        <a:pt x="257" y="17"/>
                      </a:lnTo>
                      <a:lnTo>
                        <a:pt x="253" y="66"/>
                      </a:lnTo>
                      <a:lnTo>
                        <a:pt x="0" y="169"/>
                      </a:lnTo>
                      <a:lnTo>
                        <a:pt x="0" y="222"/>
                      </a:lnTo>
                      <a:lnTo>
                        <a:pt x="284" y="226"/>
                      </a:lnTo>
                      <a:lnTo>
                        <a:pt x="320" y="269"/>
                      </a:lnTo>
                      <a:lnTo>
                        <a:pt x="390" y="266"/>
                      </a:lnTo>
                      <a:lnTo>
                        <a:pt x="383" y="190"/>
                      </a:lnTo>
                      <a:lnTo>
                        <a:pt x="116" y="176"/>
                      </a:lnTo>
                      <a:lnTo>
                        <a:pt x="333" y="89"/>
                      </a:lnTo>
                      <a:lnTo>
                        <a:pt x="297" y="0"/>
                      </a:lnTo>
                      <a:lnTo>
                        <a:pt x="297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2" name="Freeform 35"/>
                <p:cNvSpPr/>
                <p:nvPr userDrawn="1"/>
              </p:nvSpPr>
              <p:spPr>
                <a:xfrm>
                  <a:off x="658" y="3538"/>
                  <a:ext cx="471" cy="212"/>
                </a:xfrm>
                <a:custGeom>
                  <a:avLst/>
                  <a:gdLst/>
                  <a:ahLst/>
                  <a:cxnLst>
                    <a:cxn ang="0">
                      <a:pos x="0" y="66"/>
                    </a:cxn>
                    <a:cxn ang="0">
                      <a:pos x="432" y="0"/>
                    </a:cxn>
                    <a:cxn ang="0">
                      <a:pos x="463" y="39"/>
                    </a:cxn>
                    <a:cxn ang="0">
                      <a:pos x="471" y="91"/>
                    </a:cxn>
                    <a:cxn ang="0">
                      <a:pos x="452" y="141"/>
                    </a:cxn>
                    <a:cxn ang="0">
                      <a:pos x="29" y="212"/>
                    </a:cxn>
                    <a:cxn ang="0">
                      <a:pos x="27" y="192"/>
                    </a:cxn>
                    <a:cxn ang="0">
                      <a:pos x="432" y="121"/>
                    </a:cxn>
                    <a:cxn ang="0">
                      <a:pos x="447" y="73"/>
                    </a:cxn>
                    <a:cxn ang="0">
                      <a:pos x="420" y="29"/>
                    </a:cxn>
                    <a:cxn ang="0">
                      <a:pos x="0" y="93"/>
                    </a:cxn>
                    <a:cxn ang="0">
                      <a:pos x="0" y="66"/>
                    </a:cxn>
                    <a:cxn ang="0">
                      <a:pos x="0" y="66"/>
                    </a:cxn>
                  </a:cxnLst>
                  <a:pathLst>
                    <a:path w="941" h="424">
                      <a:moveTo>
                        <a:pt x="0" y="131"/>
                      </a:moveTo>
                      <a:lnTo>
                        <a:pt x="863" y="0"/>
                      </a:lnTo>
                      <a:lnTo>
                        <a:pt x="926" y="78"/>
                      </a:lnTo>
                      <a:lnTo>
                        <a:pt x="941" y="181"/>
                      </a:lnTo>
                      <a:lnTo>
                        <a:pt x="903" y="282"/>
                      </a:lnTo>
                      <a:lnTo>
                        <a:pt x="57" y="424"/>
                      </a:lnTo>
                      <a:lnTo>
                        <a:pt x="53" y="384"/>
                      </a:lnTo>
                      <a:lnTo>
                        <a:pt x="863" y="242"/>
                      </a:lnTo>
                      <a:lnTo>
                        <a:pt x="893" y="145"/>
                      </a:lnTo>
                      <a:lnTo>
                        <a:pt x="840" y="57"/>
                      </a:lnTo>
                      <a:lnTo>
                        <a:pt x="0" y="185"/>
                      </a:lnTo>
                      <a:lnTo>
                        <a:pt x="0" y="131"/>
                      </a:lnTo>
                      <a:lnTo>
                        <a:pt x="0" y="131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3" name="Freeform 36"/>
                <p:cNvSpPr/>
                <p:nvPr userDrawn="1"/>
              </p:nvSpPr>
              <p:spPr>
                <a:xfrm>
                  <a:off x="717" y="3606"/>
                  <a:ext cx="245" cy="86"/>
                </a:xfrm>
                <a:custGeom>
                  <a:avLst/>
                  <a:gdLst/>
                  <a:ahLst/>
                  <a:cxnLst>
                    <a:cxn ang="0">
                      <a:pos x="0" y="63"/>
                    </a:cxn>
                    <a:cxn ang="0">
                      <a:pos x="33" y="86"/>
                    </a:cxn>
                    <a:cxn ang="0">
                      <a:pos x="111" y="83"/>
                    </a:cxn>
                    <a:cxn ang="0">
                      <a:pos x="210" y="58"/>
                    </a:cxn>
                    <a:cxn ang="0">
                      <a:pos x="245" y="21"/>
                    </a:cxn>
                    <a:cxn ang="0">
                      <a:pos x="222" y="1"/>
                    </a:cxn>
                    <a:cxn ang="0">
                      <a:pos x="127" y="0"/>
                    </a:cxn>
                    <a:cxn ang="0">
                      <a:pos x="55" y="6"/>
                    </a:cxn>
                    <a:cxn ang="0">
                      <a:pos x="8" y="38"/>
                    </a:cxn>
                    <a:cxn ang="0">
                      <a:pos x="56" y="47"/>
                    </a:cxn>
                    <a:cxn ang="0">
                      <a:pos x="138" y="26"/>
                    </a:cxn>
                    <a:cxn ang="0">
                      <a:pos x="209" y="26"/>
                    </a:cxn>
                    <a:cxn ang="0">
                      <a:pos x="135" y="55"/>
                    </a:cxn>
                    <a:cxn ang="0">
                      <a:pos x="71" y="63"/>
                    </a:cxn>
                    <a:cxn ang="0">
                      <a:pos x="0" y="63"/>
                    </a:cxn>
                    <a:cxn ang="0">
                      <a:pos x="0" y="63"/>
                    </a:cxn>
                  </a:cxnLst>
                  <a:pathLst>
                    <a:path w="488" h="173">
                      <a:moveTo>
                        <a:pt x="0" y="126"/>
                      </a:moveTo>
                      <a:lnTo>
                        <a:pt x="66" y="173"/>
                      </a:lnTo>
                      <a:lnTo>
                        <a:pt x="222" y="166"/>
                      </a:lnTo>
                      <a:lnTo>
                        <a:pt x="418" y="116"/>
                      </a:lnTo>
                      <a:lnTo>
                        <a:pt x="488" y="42"/>
                      </a:lnTo>
                      <a:lnTo>
                        <a:pt x="443" y="2"/>
                      </a:lnTo>
                      <a:lnTo>
                        <a:pt x="253" y="0"/>
                      </a:lnTo>
                      <a:lnTo>
                        <a:pt x="110" y="12"/>
                      </a:lnTo>
                      <a:lnTo>
                        <a:pt x="15" y="76"/>
                      </a:lnTo>
                      <a:lnTo>
                        <a:pt x="112" y="95"/>
                      </a:lnTo>
                      <a:lnTo>
                        <a:pt x="275" y="53"/>
                      </a:lnTo>
                      <a:lnTo>
                        <a:pt x="416" y="53"/>
                      </a:lnTo>
                      <a:lnTo>
                        <a:pt x="268" y="110"/>
                      </a:lnTo>
                      <a:lnTo>
                        <a:pt x="142" y="126"/>
                      </a:lnTo>
                      <a:lnTo>
                        <a:pt x="0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</p:grpSp>
      <p:grpSp>
        <p:nvGrpSpPr>
          <p:cNvPr id="1035" name="Group 37"/>
          <p:cNvGrpSpPr/>
          <p:nvPr/>
        </p:nvGrpSpPr>
        <p:grpSpPr>
          <a:xfrm>
            <a:off x="8680450" y="2116138"/>
            <a:ext cx="385763" cy="4308475"/>
            <a:chOff x="5468" y="1333"/>
            <a:chExt cx="243" cy="2714"/>
          </a:xfrm>
        </p:grpSpPr>
        <p:sp>
          <p:nvSpPr>
            <p:cNvPr id="1049" name="Freeform 38"/>
            <p:cNvSpPr/>
            <p:nvPr userDrawn="1"/>
          </p:nvSpPr>
          <p:spPr>
            <a:xfrm flipH="1">
              <a:off x="5468" y="2620"/>
              <a:ext cx="205" cy="1427"/>
            </a:xfrm>
            <a:custGeom>
              <a:avLst/>
              <a:gdLst/>
              <a:ahLst/>
              <a:cxnLst>
                <a:cxn ang="0">
                  <a:pos x="184" y="1379"/>
                </a:cxn>
                <a:cxn ang="0">
                  <a:pos x="101" y="1287"/>
                </a:cxn>
                <a:cxn ang="0">
                  <a:pos x="85" y="1216"/>
                </a:cxn>
                <a:cxn ang="0">
                  <a:pos x="99" y="1111"/>
                </a:cxn>
                <a:cxn ang="0">
                  <a:pos x="157" y="984"/>
                </a:cxn>
                <a:cxn ang="0">
                  <a:pos x="170" y="904"/>
                </a:cxn>
                <a:cxn ang="0">
                  <a:pos x="157" y="851"/>
                </a:cxn>
                <a:cxn ang="0">
                  <a:pos x="106" y="812"/>
                </a:cxn>
                <a:cxn ang="0">
                  <a:pos x="96" y="763"/>
                </a:cxn>
                <a:cxn ang="0">
                  <a:pos x="114" y="693"/>
                </a:cxn>
                <a:cxn ang="0">
                  <a:pos x="197" y="505"/>
                </a:cxn>
                <a:cxn ang="0">
                  <a:pos x="205" y="413"/>
                </a:cxn>
                <a:cxn ang="0">
                  <a:pos x="184" y="312"/>
                </a:cxn>
                <a:cxn ang="0">
                  <a:pos x="114" y="263"/>
                </a:cxn>
                <a:cxn ang="0">
                  <a:pos x="53" y="184"/>
                </a:cxn>
                <a:cxn ang="0">
                  <a:pos x="0" y="0"/>
                </a:cxn>
                <a:cxn ang="0">
                  <a:pos x="8" y="167"/>
                </a:cxn>
                <a:cxn ang="0">
                  <a:pos x="48" y="267"/>
                </a:cxn>
                <a:cxn ang="0">
                  <a:pos x="101" y="329"/>
                </a:cxn>
                <a:cxn ang="0">
                  <a:pos x="160" y="364"/>
                </a:cxn>
                <a:cxn ang="0">
                  <a:pos x="163" y="456"/>
                </a:cxn>
                <a:cxn ang="0">
                  <a:pos x="133" y="553"/>
                </a:cxn>
                <a:cxn ang="0">
                  <a:pos x="64" y="724"/>
                </a:cxn>
                <a:cxn ang="0">
                  <a:pos x="61" y="834"/>
                </a:cxn>
                <a:cxn ang="0">
                  <a:pos x="125" y="895"/>
                </a:cxn>
                <a:cxn ang="0">
                  <a:pos x="122" y="952"/>
                </a:cxn>
                <a:cxn ang="0">
                  <a:pos x="66" y="1071"/>
                </a:cxn>
                <a:cxn ang="0">
                  <a:pos x="42" y="1185"/>
                </a:cxn>
                <a:cxn ang="0">
                  <a:pos x="64" y="1308"/>
                </a:cxn>
                <a:cxn ang="0">
                  <a:pos x="114" y="1374"/>
                </a:cxn>
                <a:cxn ang="0">
                  <a:pos x="178" y="1427"/>
                </a:cxn>
                <a:cxn ang="0">
                  <a:pos x="184" y="1379"/>
                </a:cxn>
                <a:cxn ang="0">
                  <a:pos x="184" y="1379"/>
                </a:cxn>
              </a:cxnLst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0" name="Freeform 39"/>
            <p:cNvSpPr/>
            <p:nvPr userDrawn="1"/>
          </p:nvSpPr>
          <p:spPr>
            <a:xfrm flipH="1">
              <a:off x="5506" y="1333"/>
              <a:ext cx="205" cy="1633"/>
            </a:xfrm>
            <a:custGeom>
              <a:avLst/>
              <a:gdLst/>
              <a:ahLst/>
              <a:cxnLst>
                <a:cxn ang="0">
                  <a:pos x="184" y="1578"/>
                </a:cxn>
                <a:cxn ang="0">
                  <a:pos x="101" y="1473"/>
                </a:cxn>
                <a:cxn ang="0">
                  <a:pos x="85" y="1392"/>
                </a:cxn>
                <a:cxn ang="0">
                  <a:pos x="99" y="1271"/>
                </a:cxn>
                <a:cxn ang="0">
                  <a:pos x="157" y="1126"/>
                </a:cxn>
                <a:cxn ang="0">
                  <a:pos x="170" y="1035"/>
                </a:cxn>
                <a:cxn ang="0">
                  <a:pos x="157" y="974"/>
                </a:cxn>
                <a:cxn ang="0">
                  <a:pos x="106" y="930"/>
                </a:cxn>
                <a:cxn ang="0">
                  <a:pos x="96" y="874"/>
                </a:cxn>
                <a:cxn ang="0">
                  <a:pos x="114" y="794"/>
                </a:cxn>
                <a:cxn ang="0">
                  <a:pos x="197" y="578"/>
                </a:cxn>
                <a:cxn ang="0">
                  <a:pos x="205" y="473"/>
                </a:cxn>
                <a:cxn ang="0">
                  <a:pos x="184" y="357"/>
                </a:cxn>
                <a:cxn ang="0">
                  <a:pos x="114" y="302"/>
                </a:cxn>
                <a:cxn ang="0">
                  <a:pos x="53" y="211"/>
                </a:cxn>
                <a:cxn ang="0">
                  <a:pos x="0" y="0"/>
                </a:cxn>
                <a:cxn ang="0">
                  <a:pos x="8" y="191"/>
                </a:cxn>
                <a:cxn ang="0">
                  <a:pos x="48" y="306"/>
                </a:cxn>
                <a:cxn ang="0">
                  <a:pos x="101" y="377"/>
                </a:cxn>
                <a:cxn ang="0">
                  <a:pos x="160" y="417"/>
                </a:cxn>
                <a:cxn ang="0">
                  <a:pos x="163" y="522"/>
                </a:cxn>
                <a:cxn ang="0">
                  <a:pos x="133" y="633"/>
                </a:cxn>
                <a:cxn ang="0">
                  <a:pos x="64" y="829"/>
                </a:cxn>
                <a:cxn ang="0">
                  <a:pos x="61" y="955"/>
                </a:cxn>
                <a:cxn ang="0">
                  <a:pos x="125" y="1025"/>
                </a:cxn>
                <a:cxn ang="0">
                  <a:pos x="122" y="1090"/>
                </a:cxn>
                <a:cxn ang="0">
                  <a:pos x="66" y="1226"/>
                </a:cxn>
                <a:cxn ang="0">
                  <a:pos x="42" y="1357"/>
                </a:cxn>
                <a:cxn ang="0">
                  <a:pos x="64" y="1497"/>
                </a:cxn>
                <a:cxn ang="0">
                  <a:pos x="114" y="1572"/>
                </a:cxn>
                <a:cxn ang="0">
                  <a:pos x="178" y="1633"/>
                </a:cxn>
                <a:cxn ang="0">
                  <a:pos x="184" y="1578"/>
                </a:cxn>
                <a:cxn ang="0">
                  <a:pos x="184" y="1578"/>
                </a:cxn>
              </a:cxnLst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36" name="Group 40"/>
          <p:cNvGrpSpPr/>
          <p:nvPr/>
        </p:nvGrpSpPr>
        <p:grpSpPr>
          <a:xfrm>
            <a:off x="7318375" y="90488"/>
            <a:ext cx="2133600" cy="1911350"/>
            <a:chOff x="4610" y="57"/>
            <a:chExt cx="1344" cy="1204"/>
          </a:xfrm>
        </p:grpSpPr>
        <p:grpSp>
          <p:nvGrpSpPr>
            <p:cNvPr id="1037" name="Group 41"/>
            <p:cNvGrpSpPr/>
            <p:nvPr userDrawn="1"/>
          </p:nvGrpSpPr>
          <p:grpSpPr>
            <a:xfrm>
              <a:off x="4610" y="57"/>
              <a:ext cx="1344" cy="1204"/>
              <a:chOff x="4610" y="57"/>
              <a:chExt cx="1344" cy="1204"/>
            </a:xfrm>
          </p:grpSpPr>
          <p:sp>
            <p:nvSpPr>
              <p:cNvPr id="1039" name="Freeform 42"/>
              <p:cNvSpPr/>
              <p:nvPr userDrawn="1"/>
            </p:nvSpPr>
            <p:spPr>
              <a:xfrm rot="-3172564">
                <a:off x="5430" y="1086"/>
                <a:ext cx="62" cy="288"/>
              </a:xfrm>
              <a:custGeom>
                <a:avLst/>
                <a:gdLst/>
                <a:ahLst/>
                <a:cxnLst>
                  <a:cxn ang="0">
                    <a:pos x="31" y="3"/>
                  </a:cxn>
                  <a:cxn ang="0">
                    <a:pos x="33" y="122"/>
                  </a:cxn>
                  <a:cxn ang="0">
                    <a:pos x="0" y="288"/>
                  </a:cxn>
                  <a:cxn ang="0">
                    <a:pos x="20" y="282"/>
                  </a:cxn>
                  <a:cxn ang="0">
                    <a:pos x="55" y="134"/>
                  </a:cxn>
                  <a:cxn ang="0">
                    <a:pos x="62" y="0"/>
                  </a:cxn>
                  <a:cxn ang="0">
                    <a:pos x="31" y="3"/>
                  </a:cxn>
                  <a:cxn ang="0">
                    <a:pos x="31" y="3"/>
                  </a:cxn>
                </a:cxnLst>
                <a:pathLst>
                  <a:path w="245" h="806">
                    <a:moveTo>
                      <a:pt x="123" y="9"/>
                    </a:moveTo>
                    <a:lnTo>
                      <a:pt x="131" y="342"/>
                    </a:lnTo>
                    <a:lnTo>
                      <a:pt x="0" y="806"/>
                    </a:lnTo>
                    <a:lnTo>
                      <a:pt x="79" y="789"/>
                    </a:lnTo>
                    <a:lnTo>
                      <a:pt x="218" y="376"/>
                    </a:lnTo>
                    <a:lnTo>
                      <a:pt x="245" y="0"/>
                    </a:lnTo>
                    <a:lnTo>
                      <a:pt x="123" y="9"/>
                    </a:lnTo>
                    <a:lnTo>
                      <a:pt x="123" y="9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1040" name="Group 43"/>
              <p:cNvGrpSpPr/>
              <p:nvPr userDrawn="1"/>
            </p:nvGrpSpPr>
            <p:grpSpPr>
              <a:xfrm>
                <a:off x="4610" y="57"/>
                <a:ext cx="1344" cy="985"/>
                <a:chOff x="4610" y="57"/>
                <a:chExt cx="1344" cy="985"/>
              </a:xfrm>
            </p:grpSpPr>
            <p:sp>
              <p:nvSpPr>
                <p:cNvPr id="1041" name="Freeform 44"/>
                <p:cNvSpPr/>
                <p:nvPr userDrawn="1"/>
              </p:nvSpPr>
              <p:spPr>
                <a:xfrm rot="-3172564">
                  <a:off x="4966" y="71"/>
                  <a:ext cx="153" cy="12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75" y="66"/>
                    </a:cxn>
                    <a:cxn ang="0">
                      <a:pos x="127" y="125"/>
                    </a:cxn>
                    <a:cxn ang="0">
                      <a:pos x="153" y="50"/>
                    </a:cxn>
                    <a:cxn ang="0">
                      <a:pos x="91" y="3"/>
                    </a:cxn>
                    <a:cxn ang="0">
                      <a:pos x="118" y="66"/>
                    </a:cxn>
                    <a:cxn ang="0">
                      <a:pos x="33" y="6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604" h="349">
                      <a:moveTo>
                        <a:pt x="0" y="0"/>
                      </a:moveTo>
                      <a:lnTo>
                        <a:pt x="298" y="184"/>
                      </a:lnTo>
                      <a:lnTo>
                        <a:pt x="500" y="349"/>
                      </a:lnTo>
                      <a:lnTo>
                        <a:pt x="604" y="140"/>
                      </a:lnTo>
                      <a:lnTo>
                        <a:pt x="359" y="9"/>
                      </a:lnTo>
                      <a:lnTo>
                        <a:pt x="464" y="184"/>
                      </a:lnTo>
                      <a:lnTo>
                        <a:pt x="131" y="17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2" name="Freeform 45"/>
                <p:cNvSpPr/>
                <p:nvPr userDrawn="1"/>
              </p:nvSpPr>
              <p:spPr>
                <a:xfrm rot="-3172564">
                  <a:off x="5048" y="331"/>
                  <a:ext cx="269" cy="438"/>
                </a:xfrm>
                <a:custGeom>
                  <a:avLst/>
                  <a:gdLst/>
                  <a:ahLst/>
                  <a:cxnLst>
                    <a:cxn ang="0">
                      <a:pos x="187" y="46"/>
                    </a:cxn>
                    <a:cxn ang="0">
                      <a:pos x="123" y="125"/>
                    </a:cxn>
                    <a:cxn ang="0">
                      <a:pos x="41" y="271"/>
                    </a:cxn>
                    <a:cxn ang="0">
                      <a:pos x="0" y="392"/>
                    </a:cxn>
                    <a:cxn ang="0">
                      <a:pos x="15" y="438"/>
                    </a:cxn>
                    <a:cxn ang="0">
                      <a:pos x="66" y="428"/>
                    </a:cxn>
                    <a:cxn ang="0">
                      <a:pos x="146" y="325"/>
                    </a:cxn>
                    <a:cxn ang="0">
                      <a:pos x="221" y="190"/>
                    </a:cxn>
                    <a:cxn ang="0">
                      <a:pos x="261" y="96"/>
                    </a:cxn>
                    <a:cxn ang="0">
                      <a:pos x="269" y="30"/>
                    </a:cxn>
                    <a:cxn ang="0">
                      <a:pos x="247" y="0"/>
                    </a:cxn>
                    <a:cxn ang="0">
                      <a:pos x="211" y="23"/>
                    </a:cxn>
                    <a:cxn ang="0">
                      <a:pos x="245" y="38"/>
                    </a:cxn>
                    <a:cxn ang="0">
                      <a:pos x="221" y="125"/>
                    </a:cxn>
                    <a:cxn ang="0">
                      <a:pos x="174" y="234"/>
                    </a:cxn>
                    <a:cxn ang="0">
                      <a:pos x="88" y="359"/>
                    </a:cxn>
                    <a:cxn ang="0">
                      <a:pos x="29" y="397"/>
                    </a:cxn>
                    <a:cxn ang="0">
                      <a:pos x="34" y="336"/>
                    </a:cxn>
                    <a:cxn ang="0">
                      <a:pos x="110" y="179"/>
                    </a:cxn>
                    <a:cxn ang="0">
                      <a:pos x="210" y="42"/>
                    </a:cxn>
                    <a:cxn ang="0">
                      <a:pos x="187" y="46"/>
                    </a:cxn>
                    <a:cxn ang="0">
                      <a:pos x="187" y="46"/>
                    </a:cxn>
                  </a:cxnLst>
                  <a:pathLst>
                    <a:path w="1064" h="1230">
                      <a:moveTo>
                        <a:pt x="741" y="129"/>
                      </a:moveTo>
                      <a:lnTo>
                        <a:pt x="485" y="352"/>
                      </a:lnTo>
                      <a:lnTo>
                        <a:pt x="163" y="762"/>
                      </a:lnTo>
                      <a:lnTo>
                        <a:pt x="0" y="1101"/>
                      </a:lnTo>
                      <a:lnTo>
                        <a:pt x="59" y="1230"/>
                      </a:lnTo>
                      <a:lnTo>
                        <a:pt x="262" y="1201"/>
                      </a:lnTo>
                      <a:lnTo>
                        <a:pt x="578" y="914"/>
                      </a:lnTo>
                      <a:lnTo>
                        <a:pt x="876" y="534"/>
                      </a:lnTo>
                      <a:lnTo>
                        <a:pt x="1034" y="270"/>
                      </a:lnTo>
                      <a:lnTo>
                        <a:pt x="1064" y="84"/>
                      </a:lnTo>
                      <a:lnTo>
                        <a:pt x="977" y="0"/>
                      </a:lnTo>
                      <a:lnTo>
                        <a:pt x="836" y="65"/>
                      </a:lnTo>
                      <a:lnTo>
                        <a:pt x="969" y="107"/>
                      </a:lnTo>
                      <a:lnTo>
                        <a:pt x="876" y="352"/>
                      </a:lnTo>
                      <a:lnTo>
                        <a:pt x="690" y="656"/>
                      </a:lnTo>
                      <a:lnTo>
                        <a:pt x="350" y="1008"/>
                      </a:lnTo>
                      <a:lnTo>
                        <a:pt x="116" y="1114"/>
                      </a:lnTo>
                      <a:lnTo>
                        <a:pt x="135" y="943"/>
                      </a:lnTo>
                      <a:lnTo>
                        <a:pt x="437" y="504"/>
                      </a:lnTo>
                      <a:lnTo>
                        <a:pt x="831" y="118"/>
                      </a:lnTo>
                      <a:lnTo>
                        <a:pt x="741" y="129"/>
                      </a:lnTo>
                      <a:lnTo>
                        <a:pt x="741" y="129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3" name="Freeform 46"/>
                <p:cNvSpPr/>
                <p:nvPr userDrawn="1"/>
              </p:nvSpPr>
              <p:spPr>
                <a:xfrm rot="-3172564">
                  <a:off x="4858" y="181"/>
                  <a:ext cx="505" cy="898"/>
                </a:xfrm>
                <a:custGeom>
                  <a:avLst/>
                  <a:gdLst/>
                  <a:ahLst/>
                  <a:cxnLst>
                    <a:cxn ang="0">
                      <a:pos x="490" y="0"/>
                    </a:cxn>
                    <a:cxn ang="0">
                      <a:pos x="0" y="898"/>
                    </a:cxn>
                    <a:cxn ang="0">
                      <a:pos x="48" y="873"/>
                    </a:cxn>
                    <a:cxn ang="0">
                      <a:pos x="505" y="22"/>
                    </a:cxn>
                    <a:cxn ang="0">
                      <a:pos x="490" y="0"/>
                    </a:cxn>
                    <a:cxn ang="0">
                      <a:pos x="490" y="0"/>
                    </a:cxn>
                  </a:cxnLst>
                  <a:pathLst>
                    <a:path w="2002" h="2521">
                      <a:moveTo>
                        <a:pt x="1941" y="0"/>
                      </a:moveTo>
                      <a:lnTo>
                        <a:pt x="0" y="2521"/>
                      </a:lnTo>
                      <a:lnTo>
                        <a:pt x="192" y="2450"/>
                      </a:lnTo>
                      <a:lnTo>
                        <a:pt x="2002" y="61"/>
                      </a:lnTo>
                      <a:lnTo>
                        <a:pt x="1941" y="0"/>
                      </a:lnTo>
                      <a:lnTo>
                        <a:pt x="1941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4" name="Freeform 47"/>
                <p:cNvSpPr/>
                <p:nvPr userDrawn="1"/>
              </p:nvSpPr>
              <p:spPr>
                <a:xfrm rot="-3172564">
                  <a:off x="4903" y="-19"/>
                  <a:ext cx="758" cy="1344"/>
                </a:xfrm>
                <a:custGeom>
                  <a:avLst/>
                  <a:gdLst/>
                  <a:ahLst/>
                  <a:cxnLst>
                    <a:cxn ang="0">
                      <a:pos x="24" y="1014"/>
                    </a:cxn>
                    <a:cxn ang="0">
                      <a:pos x="99" y="1010"/>
                    </a:cxn>
                    <a:cxn ang="0">
                      <a:pos x="207" y="1072"/>
                    </a:cxn>
                    <a:cxn ang="0">
                      <a:pos x="172" y="1004"/>
                    </a:cxn>
                    <a:cxn ang="0">
                      <a:pos x="93" y="963"/>
                    </a:cxn>
                    <a:cxn ang="0">
                      <a:pos x="161" y="969"/>
                    </a:cxn>
                    <a:cxn ang="0">
                      <a:pos x="247" y="1023"/>
                    </a:cxn>
                    <a:cxn ang="0">
                      <a:pos x="721" y="150"/>
                    </a:cxn>
                    <a:cxn ang="0">
                      <a:pos x="650" y="53"/>
                    </a:cxn>
                    <a:cxn ang="0">
                      <a:pos x="582" y="0"/>
                    </a:cxn>
                    <a:cxn ang="0">
                      <a:pos x="679" y="28"/>
                    </a:cxn>
                    <a:cxn ang="0">
                      <a:pos x="758" y="153"/>
                    </a:cxn>
                    <a:cxn ang="0">
                      <a:pos x="209" y="1167"/>
                    </a:cxn>
                    <a:cxn ang="0">
                      <a:pos x="121" y="1216"/>
                    </a:cxn>
                    <a:cxn ang="0">
                      <a:pos x="26" y="1344"/>
                    </a:cxn>
                    <a:cxn ang="0">
                      <a:pos x="0" y="1307"/>
                    </a:cxn>
                    <a:cxn ang="0">
                      <a:pos x="33" y="1294"/>
                    </a:cxn>
                    <a:cxn ang="0">
                      <a:pos x="95" y="1206"/>
                    </a:cxn>
                    <a:cxn ang="0">
                      <a:pos x="42" y="1167"/>
                    </a:cxn>
                    <a:cxn ang="0">
                      <a:pos x="42" y="1132"/>
                    </a:cxn>
                    <a:cxn ang="0">
                      <a:pos x="104" y="1175"/>
                    </a:cxn>
                    <a:cxn ang="0">
                      <a:pos x="104" y="1136"/>
                    </a:cxn>
                    <a:cxn ang="0">
                      <a:pos x="152" y="1148"/>
                    </a:cxn>
                    <a:cxn ang="0">
                      <a:pos x="108" y="1097"/>
                    </a:cxn>
                    <a:cxn ang="0">
                      <a:pos x="159" y="1091"/>
                    </a:cxn>
                    <a:cxn ang="0">
                      <a:pos x="24" y="1014"/>
                    </a:cxn>
                    <a:cxn ang="0">
                      <a:pos x="24" y="1014"/>
                    </a:cxn>
                  </a:cxnLst>
                  <a:pathLst>
                    <a:path w="3007" h="3771">
                      <a:moveTo>
                        <a:pt x="95" y="2844"/>
                      </a:moveTo>
                      <a:lnTo>
                        <a:pt x="394" y="2834"/>
                      </a:lnTo>
                      <a:lnTo>
                        <a:pt x="821" y="3009"/>
                      </a:lnTo>
                      <a:lnTo>
                        <a:pt x="681" y="2817"/>
                      </a:lnTo>
                      <a:lnTo>
                        <a:pt x="367" y="2703"/>
                      </a:lnTo>
                      <a:lnTo>
                        <a:pt x="637" y="2720"/>
                      </a:lnTo>
                      <a:lnTo>
                        <a:pt x="979" y="2870"/>
                      </a:lnTo>
                      <a:lnTo>
                        <a:pt x="2859" y="420"/>
                      </a:lnTo>
                      <a:lnTo>
                        <a:pt x="2578" y="148"/>
                      </a:lnTo>
                      <a:lnTo>
                        <a:pt x="2308" y="0"/>
                      </a:lnTo>
                      <a:lnTo>
                        <a:pt x="2692" y="78"/>
                      </a:lnTo>
                      <a:lnTo>
                        <a:pt x="3007" y="428"/>
                      </a:lnTo>
                      <a:lnTo>
                        <a:pt x="831" y="3273"/>
                      </a:lnTo>
                      <a:lnTo>
                        <a:pt x="481" y="3412"/>
                      </a:lnTo>
                      <a:lnTo>
                        <a:pt x="105" y="3771"/>
                      </a:lnTo>
                      <a:lnTo>
                        <a:pt x="0" y="3667"/>
                      </a:lnTo>
                      <a:lnTo>
                        <a:pt x="131" y="3631"/>
                      </a:lnTo>
                      <a:lnTo>
                        <a:pt x="376" y="3385"/>
                      </a:lnTo>
                      <a:lnTo>
                        <a:pt x="165" y="3273"/>
                      </a:lnTo>
                      <a:lnTo>
                        <a:pt x="165" y="3176"/>
                      </a:lnTo>
                      <a:lnTo>
                        <a:pt x="411" y="3298"/>
                      </a:lnTo>
                      <a:lnTo>
                        <a:pt x="411" y="3186"/>
                      </a:lnTo>
                      <a:lnTo>
                        <a:pt x="603" y="3220"/>
                      </a:lnTo>
                      <a:lnTo>
                        <a:pt x="428" y="3079"/>
                      </a:lnTo>
                      <a:lnTo>
                        <a:pt x="629" y="3062"/>
                      </a:lnTo>
                      <a:lnTo>
                        <a:pt x="95" y="2844"/>
                      </a:lnTo>
                      <a:lnTo>
                        <a:pt x="95" y="2844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5" name="Freeform 48"/>
                <p:cNvSpPr/>
                <p:nvPr userDrawn="1"/>
              </p:nvSpPr>
              <p:spPr>
                <a:xfrm rot="-3172564">
                  <a:off x="5297" y="896"/>
                  <a:ext cx="169" cy="122"/>
                </a:xfrm>
                <a:custGeom>
                  <a:avLst/>
                  <a:gdLst/>
                  <a:ahLst/>
                  <a:cxnLst>
                    <a:cxn ang="0">
                      <a:pos x="0" y="29"/>
                    </a:cxn>
                    <a:cxn ang="0">
                      <a:pos x="64" y="38"/>
                    </a:cxn>
                    <a:cxn ang="0">
                      <a:pos x="160" y="122"/>
                    </a:cxn>
                    <a:cxn ang="0">
                      <a:pos x="169" y="103"/>
                    </a:cxn>
                    <a:cxn ang="0">
                      <a:pos x="112" y="41"/>
                    </a:cxn>
                    <a:cxn ang="0">
                      <a:pos x="7" y="0"/>
                    </a:cxn>
                    <a:cxn ang="0">
                      <a:pos x="0" y="29"/>
                    </a:cxn>
                    <a:cxn ang="0">
                      <a:pos x="0" y="29"/>
                    </a:cxn>
                  </a:cxnLst>
                  <a:pathLst>
                    <a:path w="673" h="342">
                      <a:moveTo>
                        <a:pt x="0" y="80"/>
                      </a:moveTo>
                      <a:lnTo>
                        <a:pt x="255" y="106"/>
                      </a:lnTo>
                      <a:lnTo>
                        <a:pt x="639" y="342"/>
                      </a:lnTo>
                      <a:lnTo>
                        <a:pt x="673" y="289"/>
                      </a:lnTo>
                      <a:lnTo>
                        <a:pt x="447" y="114"/>
                      </a:lnTo>
                      <a:lnTo>
                        <a:pt x="26" y="0"/>
                      </a:lnTo>
                      <a:lnTo>
                        <a:pt x="0" y="8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6" name="Freeform 49"/>
                <p:cNvSpPr/>
                <p:nvPr userDrawn="1"/>
              </p:nvSpPr>
              <p:spPr>
                <a:xfrm rot="-3172564">
                  <a:off x="5253" y="805"/>
                  <a:ext cx="181" cy="144"/>
                </a:xfrm>
                <a:custGeom>
                  <a:avLst/>
                  <a:gdLst/>
                  <a:ahLst/>
                  <a:cxnLst>
                    <a:cxn ang="0">
                      <a:pos x="0" y="28"/>
                    </a:cxn>
                    <a:cxn ang="0">
                      <a:pos x="86" y="53"/>
                    </a:cxn>
                    <a:cxn ang="0">
                      <a:pos x="161" y="144"/>
                    </a:cxn>
                    <a:cxn ang="0">
                      <a:pos x="181" y="106"/>
                    </a:cxn>
                    <a:cxn ang="0">
                      <a:pos x="106" y="41"/>
                    </a:cxn>
                    <a:cxn ang="0">
                      <a:pos x="18" y="0"/>
                    </a:cxn>
                    <a:cxn ang="0">
                      <a:pos x="0" y="28"/>
                    </a:cxn>
                    <a:cxn ang="0">
                      <a:pos x="0" y="28"/>
                    </a:cxn>
                  </a:cxnLst>
                  <a:pathLst>
                    <a:path w="716" h="403">
                      <a:moveTo>
                        <a:pt x="0" y="78"/>
                      </a:moveTo>
                      <a:lnTo>
                        <a:pt x="340" y="148"/>
                      </a:lnTo>
                      <a:lnTo>
                        <a:pt x="638" y="403"/>
                      </a:lnTo>
                      <a:lnTo>
                        <a:pt x="716" y="296"/>
                      </a:lnTo>
                      <a:lnTo>
                        <a:pt x="420" y="114"/>
                      </a:lnTo>
                      <a:lnTo>
                        <a:pt x="70" y="0"/>
                      </a:lnTo>
                      <a:lnTo>
                        <a:pt x="0" y="78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7" name="Freeform 50"/>
                <p:cNvSpPr/>
                <p:nvPr userDrawn="1"/>
              </p:nvSpPr>
              <p:spPr>
                <a:xfrm rot="-3172564">
                  <a:off x="4985" y="210"/>
                  <a:ext cx="181" cy="147"/>
                </a:xfrm>
                <a:custGeom>
                  <a:avLst/>
                  <a:gdLst/>
                  <a:ahLst/>
                  <a:cxnLst>
                    <a:cxn ang="0">
                      <a:pos x="0" y="28"/>
                    </a:cxn>
                    <a:cxn ang="0">
                      <a:pos x="80" y="50"/>
                    </a:cxn>
                    <a:cxn ang="0">
                      <a:pos x="164" y="147"/>
                    </a:cxn>
                    <a:cxn ang="0">
                      <a:pos x="181" y="112"/>
                    </a:cxn>
                    <a:cxn ang="0">
                      <a:pos x="99" y="31"/>
                    </a:cxn>
                    <a:cxn ang="0">
                      <a:pos x="14" y="0"/>
                    </a:cxn>
                    <a:cxn ang="0">
                      <a:pos x="0" y="28"/>
                    </a:cxn>
                    <a:cxn ang="0">
                      <a:pos x="0" y="28"/>
                    </a:cxn>
                  </a:cxnLst>
                  <a:pathLst>
                    <a:path w="717" h="411">
                      <a:moveTo>
                        <a:pt x="0" y="78"/>
                      </a:moveTo>
                      <a:lnTo>
                        <a:pt x="316" y="139"/>
                      </a:lnTo>
                      <a:lnTo>
                        <a:pt x="649" y="411"/>
                      </a:lnTo>
                      <a:lnTo>
                        <a:pt x="717" y="314"/>
                      </a:lnTo>
                      <a:lnTo>
                        <a:pt x="394" y="87"/>
                      </a:lnTo>
                      <a:lnTo>
                        <a:pt x="54" y="0"/>
                      </a:lnTo>
                      <a:lnTo>
                        <a:pt x="0" y="78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8" name="Freeform 51"/>
                <p:cNvSpPr/>
                <p:nvPr userDrawn="1"/>
              </p:nvSpPr>
              <p:spPr>
                <a:xfrm rot="-3172564">
                  <a:off x="4948" y="141"/>
                  <a:ext cx="179" cy="138"/>
                </a:xfrm>
                <a:custGeom>
                  <a:avLst/>
                  <a:gdLst/>
                  <a:ahLst/>
                  <a:cxnLst>
                    <a:cxn ang="0">
                      <a:pos x="0" y="31"/>
                    </a:cxn>
                    <a:cxn ang="0">
                      <a:pos x="69" y="47"/>
                    </a:cxn>
                    <a:cxn ang="0">
                      <a:pos x="168" y="138"/>
                    </a:cxn>
                    <a:cxn ang="0">
                      <a:pos x="179" y="110"/>
                    </a:cxn>
                    <a:cxn ang="0">
                      <a:pos x="77" y="19"/>
                    </a:cxn>
                    <a:cxn ang="0">
                      <a:pos x="11" y="0"/>
                    </a:cxn>
                    <a:cxn ang="0">
                      <a:pos x="0" y="31"/>
                    </a:cxn>
                    <a:cxn ang="0">
                      <a:pos x="0" y="31"/>
                    </a:cxn>
                  </a:cxnLst>
                  <a:pathLst>
                    <a:path w="709" h="386">
                      <a:moveTo>
                        <a:pt x="0" y="88"/>
                      </a:moveTo>
                      <a:lnTo>
                        <a:pt x="272" y="131"/>
                      </a:lnTo>
                      <a:lnTo>
                        <a:pt x="665" y="386"/>
                      </a:lnTo>
                      <a:lnTo>
                        <a:pt x="709" y="308"/>
                      </a:lnTo>
                      <a:lnTo>
                        <a:pt x="306" y="53"/>
                      </a:lnTo>
                      <a:lnTo>
                        <a:pt x="43" y="0"/>
                      </a:lnTo>
                      <a:lnTo>
                        <a:pt x="0" y="88"/>
                      </a:lnTo>
                      <a:lnTo>
                        <a:pt x="0" y="8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  <p:sp>
          <p:nvSpPr>
            <p:cNvPr id="1038" name="Line 52"/>
            <p:cNvSpPr/>
            <p:nvPr userDrawn="1"/>
          </p:nvSpPr>
          <p:spPr>
            <a:xfrm>
              <a:off x="4870" y="84"/>
              <a:ext cx="42" cy="9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Freeform 2"/>
          <p:cNvSpPr/>
          <p:nvPr/>
        </p:nvSpPr>
        <p:spPr>
          <a:xfrm rot="-3172564">
            <a:off x="7777163" y="-14287"/>
            <a:ext cx="1162050" cy="2084387"/>
          </a:xfrm>
          <a:custGeom>
            <a:avLst/>
            <a:gdLst/>
            <a:ahLst/>
            <a:cxnLst>
              <a:cxn ang="0">
                <a:pos x="1162050" y="244856"/>
              </a:cxn>
              <a:cxn ang="0">
                <a:pos x="1026751" y="45239"/>
              </a:cxn>
              <a:cxn ang="0">
                <a:pos x="897056" y="0"/>
              </a:cxn>
              <a:cxn ang="0">
                <a:pos x="44032" y="1589585"/>
              </a:cxn>
              <a:cxn ang="0">
                <a:pos x="44032" y="1825394"/>
              </a:cxn>
              <a:cxn ang="0">
                <a:pos x="0" y="2053285"/>
              </a:cxn>
              <a:cxn ang="0">
                <a:pos x="28821" y="2084387"/>
              </a:cxn>
              <a:cxn ang="0">
                <a:pos x="176529" y="1897211"/>
              </a:cxn>
              <a:cxn ang="0">
                <a:pos x="296217" y="1825394"/>
              </a:cxn>
              <a:cxn ang="0">
                <a:pos x="1162050" y="244856"/>
              </a:cxn>
              <a:cxn ang="0">
                <a:pos x="1162050" y="244856"/>
              </a:cxn>
            </a:cxnLst>
            <a:pathLst>
              <a:path w="2903" h="3686">
                <a:moveTo>
                  <a:pt x="2903" y="433"/>
                </a:moveTo>
                <a:lnTo>
                  <a:pt x="2565" y="80"/>
                </a:lnTo>
                <a:lnTo>
                  <a:pt x="2241" y="0"/>
                </a:lnTo>
                <a:lnTo>
                  <a:pt x="110" y="2811"/>
                </a:lnTo>
                <a:lnTo>
                  <a:pt x="110" y="3228"/>
                </a:lnTo>
                <a:lnTo>
                  <a:pt x="0" y="3631"/>
                </a:lnTo>
                <a:lnTo>
                  <a:pt x="72" y="3686"/>
                </a:lnTo>
                <a:lnTo>
                  <a:pt x="441" y="3355"/>
                </a:lnTo>
                <a:lnTo>
                  <a:pt x="740" y="3228"/>
                </a:lnTo>
                <a:lnTo>
                  <a:pt x="2903" y="433"/>
                </a:lnTo>
                <a:lnTo>
                  <a:pt x="2903" y="43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 sz="1800"/>
          </a:p>
        </p:txBody>
      </p:sp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696200" cy="3657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8090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69C23-05D8-4FB9-AB04-201DD4770144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90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90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49CED9-AFF5-4E15-8E32-968ACAB9B95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Freeform 8"/>
          <p:cNvSpPr/>
          <p:nvPr/>
        </p:nvSpPr>
        <p:spPr>
          <a:xfrm rot="-3172564">
            <a:off x="7864475" y="23813"/>
            <a:ext cx="1165225" cy="2097087"/>
          </a:xfrm>
          <a:custGeom>
            <a:avLst/>
            <a:gdLst/>
            <a:ahLst/>
            <a:cxnLst>
              <a:cxn ang="0">
                <a:pos x="917850" y="0"/>
              </a:cxn>
              <a:cxn ang="0">
                <a:pos x="52037" y="1605520"/>
              </a:cxn>
              <a:cxn ang="0">
                <a:pos x="52437" y="1812794"/>
              </a:cxn>
              <a:cxn ang="0">
                <a:pos x="0" y="2057445"/>
              </a:cxn>
              <a:cxn ang="0">
                <a:pos x="20014" y="2097087"/>
              </a:cxn>
              <a:cxn ang="0">
                <a:pos x="168920" y="1898308"/>
              </a:cxn>
              <a:cxn ang="0">
                <a:pos x="305416" y="1823554"/>
              </a:cxn>
              <a:cxn ang="0">
                <a:pos x="1165225" y="242385"/>
              </a:cxn>
              <a:cxn ang="0">
                <a:pos x="1036334" y="54367"/>
              </a:cxn>
              <a:cxn ang="0">
                <a:pos x="917850" y="0"/>
              </a:cxn>
              <a:cxn ang="0">
                <a:pos x="917850" y="0"/>
              </a:cxn>
            </a:cxnLst>
            <a:pathLst>
              <a:path w="2911" h="3703">
                <a:moveTo>
                  <a:pt x="2293" y="0"/>
                </a:moveTo>
                <a:lnTo>
                  <a:pt x="130" y="2835"/>
                </a:lnTo>
                <a:lnTo>
                  <a:pt x="131" y="3201"/>
                </a:lnTo>
                <a:lnTo>
                  <a:pt x="0" y="3633"/>
                </a:lnTo>
                <a:lnTo>
                  <a:pt x="50" y="3703"/>
                </a:lnTo>
                <a:lnTo>
                  <a:pt x="422" y="3352"/>
                </a:lnTo>
                <a:lnTo>
                  <a:pt x="763" y="3220"/>
                </a:lnTo>
                <a:lnTo>
                  <a:pt x="2911" y="428"/>
                </a:lnTo>
                <a:lnTo>
                  <a:pt x="2589" y="96"/>
                </a:lnTo>
                <a:lnTo>
                  <a:pt x="2293" y="0"/>
                </a:lnTo>
                <a:lnTo>
                  <a:pt x="2293" y="0"/>
                </a:lnTo>
                <a:close/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 sz="1800"/>
          </a:p>
        </p:txBody>
      </p:sp>
      <p:sp>
        <p:nvSpPr>
          <p:cNvPr id="1033" name="Freeform 9"/>
          <p:cNvSpPr/>
          <p:nvPr/>
        </p:nvSpPr>
        <p:spPr>
          <a:xfrm rot="-3172564">
            <a:off x="7831138" y="192088"/>
            <a:ext cx="1025525" cy="1571625"/>
          </a:xfrm>
          <a:custGeom>
            <a:avLst/>
            <a:gdLst/>
            <a:ahLst/>
            <a:cxnLst>
              <a:cxn ang="0">
                <a:pos x="0" y="1406370"/>
              </a:cxn>
              <a:cxn ang="0">
                <a:pos x="172990" y="1444854"/>
              </a:cxn>
              <a:cxn ang="0">
                <a:pos x="294723" y="1571625"/>
              </a:cxn>
              <a:cxn ang="0">
                <a:pos x="1025525" y="225811"/>
              </a:cxn>
              <a:cxn ang="0">
                <a:pos x="848130" y="46407"/>
              </a:cxn>
              <a:cxn ang="0">
                <a:pos x="760034" y="0"/>
              </a:cxn>
              <a:cxn ang="0">
                <a:pos x="0" y="1406370"/>
              </a:cxn>
              <a:cxn ang="0">
                <a:pos x="0" y="1406370"/>
              </a:cxn>
            </a:cxnLst>
            <a:pathLst>
              <a:path w="2561" h="2777">
                <a:moveTo>
                  <a:pt x="0" y="2485"/>
                </a:moveTo>
                <a:lnTo>
                  <a:pt x="432" y="2553"/>
                </a:lnTo>
                <a:lnTo>
                  <a:pt x="736" y="2777"/>
                </a:lnTo>
                <a:lnTo>
                  <a:pt x="2561" y="399"/>
                </a:lnTo>
                <a:lnTo>
                  <a:pt x="2118" y="82"/>
                </a:lnTo>
                <a:lnTo>
                  <a:pt x="1898" y="0"/>
                </a:lnTo>
                <a:lnTo>
                  <a:pt x="0" y="2485"/>
                </a:lnTo>
                <a:lnTo>
                  <a:pt x="0" y="2485"/>
                </a:lnTo>
                <a:close/>
              </a:path>
            </a:pathLst>
          </a:custGeom>
          <a:solidFill>
            <a:schemeClr val="bg2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 sz="1800"/>
          </a:p>
        </p:txBody>
      </p:sp>
      <p:grpSp>
        <p:nvGrpSpPr>
          <p:cNvPr id="1034" name="Group 10"/>
          <p:cNvGrpSpPr/>
          <p:nvPr/>
        </p:nvGrpSpPr>
        <p:grpSpPr>
          <a:xfrm>
            <a:off x="7938" y="5540375"/>
            <a:ext cx="1784350" cy="1246188"/>
            <a:chOff x="5" y="3490"/>
            <a:chExt cx="1124" cy="785"/>
          </a:xfrm>
        </p:grpSpPr>
        <p:sp>
          <p:nvSpPr>
            <p:cNvPr id="1051" name="Freeform 11"/>
            <p:cNvSpPr/>
            <p:nvPr userDrawn="1"/>
          </p:nvSpPr>
          <p:spPr>
            <a:xfrm>
              <a:off x="24" y="3505"/>
              <a:ext cx="1089" cy="649"/>
            </a:xfrm>
            <a:custGeom>
              <a:avLst/>
              <a:gdLst/>
              <a:ahLst/>
              <a:cxnLst>
                <a:cxn ang="0">
                  <a:pos x="794" y="630"/>
                </a:cxn>
                <a:cxn ang="0">
                  <a:pos x="710" y="553"/>
                </a:cxn>
                <a:cxn ang="0">
                  <a:pos x="666" y="239"/>
                </a:cxn>
                <a:cxn ang="0">
                  <a:pos x="1070" y="165"/>
                </a:cxn>
                <a:cxn ang="0">
                  <a:pos x="1089" y="102"/>
                </a:cxn>
                <a:cxn ang="0">
                  <a:pos x="1050" y="50"/>
                </a:cxn>
                <a:cxn ang="0">
                  <a:pos x="638" y="106"/>
                </a:cxn>
                <a:cxn ang="0">
                  <a:pos x="610" y="16"/>
                </a:cxn>
                <a:cxn ang="0">
                  <a:pos x="543" y="0"/>
                </a:cxn>
                <a:cxn ang="0">
                  <a:pos x="479" y="14"/>
                </a:cxn>
                <a:cxn ang="0">
                  <a:pos x="444" y="53"/>
                </a:cxn>
                <a:cxn ang="0">
                  <a:pos x="469" y="143"/>
                </a:cxn>
                <a:cxn ang="0">
                  <a:pos x="330" y="221"/>
                </a:cxn>
                <a:cxn ang="0">
                  <a:pos x="492" y="237"/>
                </a:cxn>
                <a:cxn ang="0">
                  <a:pos x="556" y="445"/>
                </a:cxn>
                <a:cxn ang="0">
                  <a:pos x="71" y="235"/>
                </a:cxn>
                <a:cxn ang="0">
                  <a:pos x="23" y="255"/>
                </a:cxn>
                <a:cxn ang="0">
                  <a:pos x="0" y="318"/>
                </a:cxn>
                <a:cxn ang="0">
                  <a:pos x="28" y="390"/>
                </a:cxn>
                <a:cxn ang="0">
                  <a:pos x="570" y="644"/>
                </a:cxn>
                <a:cxn ang="0">
                  <a:pos x="689" y="628"/>
                </a:cxn>
                <a:cxn ang="0">
                  <a:pos x="785" y="649"/>
                </a:cxn>
                <a:cxn ang="0">
                  <a:pos x="794" y="630"/>
                </a:cxn>
                <a:cxn ang="0">
                  <a:pos x="794" y="630"/>
                </a:cxn>
              </a:cxnLst>
              <a:pathLst>
                <a:path w="2177" h="1298">
                  <a:moveTo>
                    <a:pt x="1587" y="1260"/>
                  </a:moveTo>
                  <a:lnTo>
                    <a:pt x="1420" y="1106"/>
                  </a:lnTo>
                  <a:lnTo>
                    <a:pt x="1331" y="477"/>
                  </a:lnTo>
                  <a:lnTo>
                    <a:pt x="2139" y="330"/>
                  </a:lnTo>
                  <a:lnTo>
                    <a:pt x="2177" y="203"/>
                  </a:lnTo>
                  <a:lnTo>
                    <a:pt x="2099" y="100"/>
                  </a:lnTo>
                  <a:lnTo>
                    <a:pt x="1276" y="211"/>
                  </a:lnTo>
                  <a:lnTo>
                    <a:pt x="1219" y="32"/>
                  </a:lnTo>
                  <a:lnTo>
                    <a:pt x="1085" y="0"/>
                  </a:lnTo>
                  <a:lnTo>
                    <a:pt x="958" y="28"/>
                  </a:lnTo>
                  <a:lnTo>
                    <a:pt x="888" y="106"/>
                  </a:lnTo>
                  <a:lnTo>
                    <a:pt x="937" y="285"/>
                  </a:lnTo>
                  <a:lnTo>
                    <a:pt x="660" y="441"/>
                  </a:lnTo>
                  <a:lnTo>
                    <a:pt x="983" y="473"/>
                  </a:lnTo>
                  <a:lnTo>
                    <a:pt x="1112" y="889"/>
                  </a:lnTo>
                  <a:lnTo>
                    <a:pt x="141" y="469"/>
                  </a:lnTo>
                  <a:lnTo>
                    <a:pt x="46" y="509"/>
                  </a:lnTo>
                  <a:lnTo>
                    <a:pt x="0" y="636"/>
                  </a:lnTo>
                  <a:lnTo>
                    <a:pt x="55" y="779"/>
                  </a:lnTo>
                  <a:lnTo>
                    <a:pt x="1139" y="1288"/>
                  </a:lnTo>
                  <a:lnTo>
                    <a:pt x="1378" y="1256"/>
                  </a:lnTo>
                  <a:lnTo>
                    <a:pt x="1570" y="1298"/>
                  </a:lnTo>
                  <a:lnTo>
                    <a:pt x="1587" y="1260"/>
                  </a:lnTo>
                  <a:lnTo>
                    <a:pt x="1587" y="1260"/>
                  </a:ln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sp>
          <p:nvSpPr>
            <p:cNvPr id="1052" name="Freeform 12"/>
            <p:cNvSpPr/>
            <p:nvPr userDrawn="1"/>
          </p:nvSpPr>
          <p:spPr>
            <a:xfrm>
              <a:off x="1022" y="3582"/>
              <a:ext cx="71" cy="129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60" y="0"/>
                </a:cxn>
                <a:cxn ang="0">
                  <a:pos x="71" y="117"/>
                </a:cxn>
                <a:cxn ang="0">
                  <a:pos x="4" y="129"/>
                </a:cxn>
                <a:cxn ang="0">
                  <a:pos x="0" y="4"/>
                </a:cxn>
                <a:cxn ang="0">
                  <a:pos x="0" y="4"/>
                </a:cxn>
              </a:cxnLst>
              <a:pathLst>
                <a:path w="143" h="258">
                  <a:moveTo>
                    <a:pt x="0" y="7"/>
                  </a:moveTo>
                  <a:lnTo>
                    <a:pt x="120" y="0"/>
                  </a:lnTo>
                  <a:lnTo>
                    <a:pt x="143" y="233"/>
                  </a:lnTo>
                  <a:lnTo>
                    <a:pt x="8" y="258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sp>
          <p:nvSpPr>
            <p:cNvPr id="1053" name="Freeform 13"/>
            <p:cNvSpPr/>
            <p:nvPr userDrawn="1"/>
          </p:nvSpPr>
          <p:spPr>
            <a:xfrm>
              <a:off x="20" y="3774"/>
              <a:ext cx="792" cy="410"/>
            </a:xfrm>
            <a:custGeom>
              <a:avLst/>
              <a:gdLst/>
              <a:ahLst/>
              <a:cxnLst>
                <a:cxn ang="0">
                  <a:pos x="68" y="0"/>
                </a:cxn>
                <a:cxn ang="0">
                  <a:pos x="665" y="259"/>
                </a:cxn>
                <a:cxn ang="0">
                  <a:pos x="713" y="319"/>
                </a:cxn>
                <a:cxn ang="0">
                  <a:pos x="792" y="396"/>
                </a:cxn>
                <a:cxn ang="0">
                  <a:pos x="782" y="410"/>
                </a:cxn>
                <a:cxn ang="0">
                  <a:pos x="674" y="393"/>
                </a:cxn>
                <a:cxn ang="0">
                  <a:pos x="572" y="405"/>
                </a:cxn>
                <a:cxn ang="0">
                  <a:pos x="21" y="149"/>
                </a:cxn>
                <a:cxn ang="0">
                  <a:pos x="0" y="75"/>
                </a:cxn>
                <a:cxn ang="0">
                  <a:pos x="23" y="16"/>
                </a:cxn>
                <a:cxn ang="0">
                  <a:pos x="68" y="0"/>
                </a:cxn>
                <a:cxn ang="0">
                  <a:pos x="68" y="0"/>
                </a:cxn>
              </a:cxnLst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sp>
          <p:nvSpPr>
            <p:cNvPr id="1054" name="Freeform 14"/>
            <p:cNvSpPr/>
            <p:nvPr userDrawn="1"/>
          </p:nvSpPr>
          <p:spPr>
            <a:xfrm>
              <a:off x="129" y="3808"/>
              <a:ext cx="525" cy="374"/>
            </a:xfrm>
            <a:custGeom>
              <a:avLst/>
              <a:gdLst/>
              <a:ahLst/>
              <a:cxnLst>
                <a:cxn ang="0">
                  <a:pos x="0" y="163"/>
                </a:cxn>
                <a:cxn ang="0">
                  <a:pos x="461" y="374"/>
                </a:cxn>
                <a:cxn ang="0">
                  <a:pos x="470" y="267"/>
                </a:cxn>
                <a:cxn ang="0">
                  <a:pos x="525" y="211"/>
                </a:cxn>
                <a:cxn ang="0">
                  <a:pos x="39" y="0"/>
                </a:cxn>
                <a:cxn ang="0">
                  <a:pos x="0" y="64"/>
                </a:cxn>
                <a:cxn ang="0">
                  <a:pos x="0" y="163"/>
                </a:cxn>
                <a:cxn ang="0">
                  <a:pos x="0" y="163"/>
                </a:cxn>
              </a:cxnLst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sp>
          <p:nvSpPr>
            <p:cNvPr id="1055" name="Freeform 15"/>
            <p:cNvSpPr/>
            <p:nvPr userDrawn="1"/>
          </p:nvSpPr>
          <p:spPr>
            <a:xfrm>
              <a:off x="485" y="3532"/>
              <a:ext cx="135" cy="121"/>
            </a:xfrm>
            <a:custGeom>
              <a:avLst/>
              <a:gdLst/>
              <a:ahLst/>
              <a:cxnLst>
                <a:cxn ang="0">
                  <a:pos x="0" y="14"/>
                </a:cxn>
                <a:cxn ang="0">
                  <a:pos x="79" y="0"/>
                </a:cxn>
                <a:cxn ang="0">
                  <a:pos x="125" y="18"/>
                </a:cxn>
                <a:cxn ang="0">
                  <a:pos x="135" y="70"/>
                </a:cxn>
                <a:cxn ang="0">
                  <a:pos x="81" y="73"/>
                </a:cxn>
                <a:cxn ang="0">
                  <a:pos x="16" y="121"/>
                </a:cxn>
                <a:cxn ang="0">
                  <a:pos x="0" y="14"/>
                </a:cxn>
                <a:cxn ang="0">
                  <a:pos x="0" y="14"/>
                </a:cxn>
              </a:cxnLst>
              <a:pathLst>
                <a:path w="272" h="241">
                  <a:moveTo>
                    <a:pt x="0" y="28"/>
                  </a:moveTo>
                  <a:lnTo>
                    <a:pt x="160" y="0"/>
                  </a:lnTo>
                  <a:lnTo>
                    <a:pt x="251" y="36"/>
                  </a:lnTo>
                  <a:lnTo>
                    <a:pt x="272" y="139"/>
                  </a:lnTo>
                  <a:lnTo>
                    <a:pt x="164" y="146"/>
                  </a:lnTo>
                  <a:lnTo>
                    <a:pt x="32" y="241"/>
                  </a:lnTo>
                  <a:lnTo>
                    <a:pt x="0" y="28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chemeClr val="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sp>
          <p:nvSpPr>
            <p:cNvPr id="1056" name="Freeform 16"/>
            <p:cNvSpPr/>
            <p:nvPr userDrawn="1"/>
          </p:nvSpPr>
          <p:spPr>
            <a:xfrm>
              <a:off x="641" y="4163"/>
              <a:ext cx="76" cy="112"/>
            </a:xfrm>
            <a:custGeom>
              <a:avLst/>
              <a:gdLst/>
              <a:ahLst/>
              <a:cxnLst>
                <a:cxn ang="0">
                  <a:pos x="76" y="2"/>
                </a:cxn>
                <a:cxn ang="0">
                  <a:pos x="76" y="112"/>
                </a:cxn>
                <a:cxn ang="0">
                  <a:pos x="0" y="4"/>
                </a:cxn>
                <a:cxn ang="0">
                  <a:pos x="36" y="0"/>
                </a:cxn>
                <a:cxn ang="0">
                  <a:pos x="76" y="2"/>
                </a:cxn>
                <a:cxn ang="0">
                  <a:pos x="76" y="2"/>
                </a:cxn>
              </a:cxnLst>
              <a:pathLst>
                <a:path w="152" h="224">
                  <a:moveTo>
                    <a:pt x="152" y="4"/>
                  </a:moveTo>
                  <a:lnTo>
                    <a:pt x="152" y="224"/>
                  </a:lnTo>
                  <a:lnTo>
                    <a:pt x="0" y="8"/>
                  </a:lnTo>
                  <a:lnTo>
                    <a:pt x="72" y="0"/>
                  </a:lnTo>
                  <a:lnTo>
                    <a:pt x="152" y="4"/>
                  </a:lnTo>
                  <a:lnTo>
                    <a:pt x="152" y="4"/>
                  </a:lnTo>
                  <a:close/>
                </a:path>
              </a:pathLst>
            </a:custGeom>
            <a:solidFill>
              <a:schemeClr val="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sp>
          <p:nvSpPr>
            <p:cNvPr id="1057" name="Freeform 17"/>
            <p:cNvSpPr/>
            <p:nvPr userDrawn="1"/>
          </p:nvSpPr>
          <p:spPr>
            <a:xfrm>
              <a:off x="504" y="3607"/>
              <a:ext cx="193" cy="383"/>
            </a:xfrm>
            <a:custGeom>
              <a:avLst/>
              <a:gdLst/>
              <a:ahLst/>
              <a:cxnLst>
                <a:cxn ang="0">
                  <a:pos x="0" y="40"/>
                </a:cxn>
                <a:cxn ang="0">
                  <a:pos x="44" y="0"/>
                </a:cxn>
                <a:cxn ang="0">
                  <a:pos x="116" y="3"/>
                </a:cxn>
                <a:cxn ang="0">
                  <a:pos x="193" y="383"/>
                </a:cxn>
                <a:cxn ang="0">
                  <a:pos x="140" y="361"/>
                </a:cxn>
                <a:cxn ang="0">
                  <a:pos x="76" y="339"/>
                </a:cxn>
                <a:cxn ang="0">
                  <a:pos x="0" y="40"/>
                </a:cxn>
                <a:cxn ang="0">
                  <a:pos x="0" y="40"/>
                </a:cxn>
              </a:cxnLst>
              <a:pathLst>
                <a:path w="386" h="764">
                  <a:moveTo>
                    <a:pt x="0" y="80"/>
                  </a:moveTo>
                  <a:lnTo>
                    <a:pt x="87" y="0"/>
                  </a:lnTo>
                  <a:lnTo>
                    <a:pt x="232" y="6"/>
                  </a:lnTo>
                  <a:lnTo>
                    <a:pt x="386" y="764"/>
                  </a:lnTo>
                  <a:lnTo>
                    <a:pt x="279" y="720"/>
                  </a:lnTo>
                  <a:lnTo>
                    <a:pt x="152" y="677"/>
                  </a:lnTo>
                  <a:lnTo>
                    <a:pt x="0" y="80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sp>
          <p:nvSpPr>
            <p:cNvPr id="1058" name="Freeform 18"/>
            <p:cNvSpPr/>
            <p:nvPr userDrawn="1"/>
          </p:nvSpPr>
          <p:spPr>
            <a:xfrm>
              <a:off x="668" y="3590"/>
              <a:ext cx="364" cy="174"/>
            </a:xfrm>
            <a:custGeom>
              <a:avLst/>
              <a:gdLst/>
              <a:ahLst/>
              <a:cxnLst>
                <a:cxn ang="0">
                  <a:pos x="346" y="0"/>
                </a:cxn>
                <a:cxn ang="0">
                  <a:pos x="0" y="53"/>
                </a:cxn>
                <a:cxn ang="0">
                  <a:pos x="14" y="174"/>
                </a:cxn>
                <a:cxn ang="0">
                  <a:pos x="358" y="119"/>
                </a:cxn>
                <a:cxn ang="0">
                  <a:pos x="364" y="22"/>
                </a:cxn>
                <a:cxn ang="0">
                  <a:pos x="346" y="0"/>
                </a:cxn>
                <a:cxn ang="0">
                  <a:pos x="346" y="0"/>
                </a:cxn>
              </a:cxnLst>
              <a:pathLst>
                <a:path w="728" h="348">
                  <a:moveTo>
                    <a:pt x="692" y="0"/>
                  </a:moveTo>
                  <a:lnTo>
                    <a:pt x="0" y="106"/>
                  </a:lnTo>
                  <a:lnTo>
                    <a:pt x="28" y="348"/>
                  </a:lnTo>
                  <a:lnTo>
                    <a:pt x="715" y="237"/>
                  </a:lnTo>
                  <a:lnTo>
                    <a:pt x="728" y="43"/>
                  </a:lnTo>
                  <a:lnTo>
                    <a:pt x="692" y="0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sp>
          <p:nvSpPr>
            <p:cNvPr id="1059" name="Freeform 19"/>
            <p:cNvSpPr/>
            <p:nvPr userDrawn="1"/>
          </p:nvSpPr>
          <p:spPr>
            <a:xfrm>
              <a:off x="347" y="3693"/>
              <a:ext cx="156" cy="67"/>
            </a:xfrm>
            <a:custGeom>
              <a:avLst/>
              <a:gdLst/>
              <a:ahLst/>
              <a:cxnLst>
                <a:cxn ang="0">
                  <a:pos x="136" y="0"/>
                </a:cxn>
                <a:cxn ang="0">
                  <a:pos x="0" y="39"/>
                </a:cxn>
                <a:cxn ang="0">
                  <a:pos x="156" y="67"/>
                </a:cxn>
                <a:cxn ang="0">
                  <a:pos x="136" y="0"/>
                </a:cxn>
                <a:cxn ang="0">
                  <a:pos x="136" y="0"/>
                </a:cxn>
              </a:cxnLst>
              <a:pathLst>
                <a:path w="312" h="135">
                  <a:moveTo>
                    <a:pt x="272" y="0"/>
                  </a:moveTo>
                  <a:lnTo>
                    <a:pt x="0" y="78"/>
                  </a:lnTo>
                  <a:lnTo>
                    <a:pt x="312" y="135"/>
                  </a:lnTo>
                  <a:lnTo>
                    <a:pt x="272" y="0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grpSp>
          <p:nvGrpSpPr>
            <p:cNvPr id="1060" name="Group 20"/>
            <p:cNvGrpSpPr/>
            <p:nvPr userDrawn="1"/>
          </p:nvGrpSpPr>
          <p:grpSpPr>
            <a:xfrm>
              <a:off x="5" y="3490"/>
              <a:ext cx="1124" cy="780"/>
              <a:chOff x="5" y="3490"/>
              <a:chExt cx="1124" cy="780"/>
            </a:xfrm>
          </p:grpSpPr>
          <p:grpSp>
            <p:nvGrpSpPr>
              <p:cNvPr id="1061" name="Group 21"/>
              <p:cNvGrpSpPr/>
              <p:nvPr userDrawn="1"/>
            </p:nvGrpSpPr>
            <p:grpSpPr>
              <a:xfrm>
                <a:off x="499" y="3562"/>
                <a:ext cx="548" cy="708"/>
                <a:chOff x="499" y="3562"/>
                <a:chExt cx="548" cy="708"/>
              </a:xfrm>
            </p:grpSpPr>
            <p:sp>
              <p:nvSpPr>
                <p:cNvPr id="1074" name="Freeform 22"/>
                <p:cNvSpPr/>
                <p:nvPr userDrawn="1"/>
              </p:nvSpPr>
              <p:spPr>
                <a:xfrm>
                  <a:off x="499" y="3587"/>
                  <a:ext cx="157" cy="87"/>
                </a:xfrm>
                <a:custGeom>
                  <a:avLst/>
                  <a:gdLst/>
                  <a:ahLst/>
                  <a:cxnLst>
                    <a:cxn ang="0">
                      <a:pos x="0" y="53"/>
                    </a:cxn>
                    <a:cxn ang="0">
                      <a:pos x="57" y="5"/>
                    </a:cxn>
                    <a:cxn ang="0">
                      <a:pos x="107" y="0"/>
                    </a:cxn>
                    <a:cxn ang="0">
                      <a:pos x="146" y="13"/>
                    </a:cxn>
                    <a:cxn ang="0">
                      <a:pos x="157" y="45"/>
                    </a:cxn>
                    <a:cxn ang="0">
                      <a:pos x="84" y="33"/>
                    </a:cxn>
                    <a:cxn ang="0">
                      <a:pos x="37" y="50"/>
                    </a:cxn>
                    <a:cxn ang="0">
                      <a:pos x="7" y="87"/>
                    </a:cxn>
                    <a:cxn ang="0">
                      <a:pos x="0" y="53"/>
                    </a:cxn>
                    <a:cxn ang="0">
                      <a:pos x="0" y="53"/>
                    </a:cxn>
                  </a:cxnLst>
                  <a:pathLst>
                    <a:path w="313" h="175">
                      <a:moveTo>
                        <a:pt x="0" y="107"/>
                      </a:moveTo>
                      <a:lnTo>
                        <a:pt x="114" y="10"/>
                      </a:lnTo>
                      <a:lnTo>
                        <a:pt x="213" y="0"/>
                      </a:lnTo>
                      <a:lnTo>
                        <a:pt x="292" y="27"/>
                      </a:lnTo>
                      <a:lnTo>
                        <a:pt x="313" y="91"/>
                      </a:lnTo>
                      <a:lnTo>
                        <a:pt x="167" y="67"/>
                      </a:lnTo>
                      <a:lnTo>
                        <a:pt x="74" y="101"/>
                      </a:lnTo>
                      <a:lnTo>
                        <a:pt x="13" y="175"/>
                      </a:lnTo>
                      <a:lnTo>
                        <a:pt x="0" y="107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75" name="Freeform 23"/>
                <p:cNvSpPr/>
                <p:nvPr userDrawn="1"/>
              </p:nvSpPr>
              <p:spPr>
                <a:xfrm>
                  <a:off x="636" y="4137"/>
                  <a:ext cx="115" cy="133"/>
                </a:xfrm>
                <a:custGeom>
                  <a:avLst/>
                  <a:gdLst/>
                  <a:ahLst/>
                  <a:cxnLst>
                    <a:cxn ang="0">
                      <a:pos x="0" y="20"/>
                    </a:cxn>
                    <a:cxn ang="0">
                      <a:pos x="80" y="133"/>
                    </a:cxn>
                    <a:cxn ang="0">
                      <a:pos x="115" y="126"/>
                    </a:cxn>
                    <a:cxn ang="0">
                      <a:pos x="112" y="9"/>
                    </a:cxn>
                    <a:cxn ang="0">
                      <a:pos x="83" y="0"/>
                    </a:cxn>
                    <a:cxn ang="0">
                      <a:pos x="90" y="99"/>
                    </a:cxn>
                    <a:cxn ang="0">
                      <a:pos x="36" y="2"/>
                    </a:cxn>
                    <a:cxn ang="0">
                      <a:pos x="0" y="20"/>
                    </a:cxn>
                    <a:cxn ang="0">
                      <a:pos x="0" y="20"/>
                    </a:cxn>
                  </a:cxnLst>
                  <a:pathLst>
                    <a:path w="230" h="266">
                      <a:moveTo>
                        <a:pt x="0" y="40"/>
                      </a:moveTo>
                      <a:lnTo>
                        <a:pt x="160" y="266"/>
                      </a:lnTo>
                      <a:lnTo>
                        <a:pt x="230" y="251"/>
                      </a:lnTo>
                      <a:lnTo>
                        <a:pt x="223" y="17"/>
                      </a:lnTo>
                      <a:lnTo>
                        <a:pt x="166" y="0"/>
                      </a:lnTo>
                      <a:lnTo>
                        <a:pt x="179" y="197"/>
                      </a:lnTo>
                      <a:lnTo>
                        <a:pt x="71" y="4"/>
                      </a:lnTo>
                      <a:lnTo>
                        <a:pt x="0" y="40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76" name="Freeform 24"/>
                <p:cNvSpPr/>
                <p:nvPr userDrawn="1"/>
              </p:nvSpPr>
              <p:spPr>
                <a:xfrm>
                  <a:off x="1004" y="3562"/>
                  <a:ext cx="43" cy="117"/>
                </a:xfrm>
                <a:custGeom>
                  <a:avLst/>
                  <a:gdLst/>
                  <a:ahLst/>
                  <a:cxnLst>
                    <a:cxn ang="0">
                      <a:pos x="0" y="10"/>
                    </a:cxn>
                    <a:cxn ang="0">
                      <a:pos x="18" y="47"/>
                    </a:cxn>
                    <a:cxn ang="0">
                      <a:pos x="22" y="77"/>
                    </a:cxn>
                    <a:cxn ang="0">
                      <a:pos x="13" y="117"/>
                    </a:cxn>
                    <a:cxn ang="0">
                      <a:pos x="40" y="110"/>
                    </a:cxn>
                    <a:cxn ang="0">
                      <a:pos x="43" y="58"/>
                    </a:cxn>
                    <a:cxn ang="0">
                      <a:pos x="23" y="0"/>
                    </a:cxn>
                    <a:cxn ang="0">
                      <a:pos x="0" y="10"/>
                    </a:cxn>
                    <a:cxn ang="0">
                      <a:pos x="0" y="10"/>
                    </a:cxn>
                  </a:cxnLst>
                  <a:pathLst>
                    <a:path w="87" h="234">
                      <a:moveTo>
                        <a:pt x="0" y="19"/>
                      </a:moveTo>
                      <a:lnTo>
                        <a:pt x="36" y="93"/>
                      </a:lnTo>
                      <a:lnTo>
                        <a:pt x="44" y="154"/>
                      </a:lnTo>
                      <a:lnTo>
                        <a:pt x="27" y="234"/>
                      </a:lnTo>
                      <a:lnTo>
                        <a:pt x="80" y="220"/>
                      </a:lnTo>
                      <a:lnTo>
                        <a:pt x="87" y="116"/>
                      </a:lnTo>
                      <a:lnTo>
                        <a:pt x="46" y="0"/>
                      </a:lnTo>
                      <a:lnTo>
                        <a:pt x="0" y="19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</p:grpSp>
          <p:sp>
            <p:nvSpPr>
              <p:cNvPr id="1062" name="Freeform 25"/>
              <p:cNvSpPr/>
              <p:nvPr userDrawn="1"/>
            </p:nvSpPr>
            <p:spPr>
              <a:xfrm>
                <a:off x="76" y="3732"/>
                <a:ext cx="595" cy="250"/>
              </a:xfrm>
              <a:custGeom>
                <a:avLst/>
                <a:gdLst/>
                <a:ahLst/>
                <a:cxnLst>
                  <a:cxn ang="0">
                    <a:pos x="50" y="0"/>
                  </a:cxn>
                  <a:cxn ang="0">
                    <a:pos x="595" y="245"/>
                  </a:cxn>
                  <a:cxn ang="0">
                    <a:pos x="538" y="250"/>
                  </a:cxn>
                  <a:cxn ang="0">
                    <a:pos x="0" y="14"/>
                  </a:cxn>
                  <a:cxn ang="0">
                    <a:pos x="50" y="0"/>
                  </a:cxn>
                  <a:cxn ang="0">
                    <a:pos x="50" y="0"/>
                  </a:cxn>
                </a:cxnLst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 sz="1800"/>
              </a:p>
            </p:txBody>
          </p:sp>
          <p:sp>
            <p:nvSpPr>
              <p:cNvPr id="1063" name="Freeform 26"/>
              <p:cNvSpPr/>
              <p:nvPr userDrawn="1"/>
            </p:nvSpPr>
            <p:spPr>
              <a:xfrm>
                <a:off x="260" y="3886"/>
                <a:ext cx="244" cy="148"/>
              </a:xfrm>
              <a:custGeom>
                <a:avLst/>
                <a:gdLst/>
                <a:ahLst/>
                <a:cxnLst>
                  <a:cxn ang="0">
                    <a:pos x="7" y="17"/>
                  </a:cxn>
                  <a:cxn ang="0">
                    <a:pos x="80" y="33"/>
                  </a:cxn>
                  <a:cxn ang="0">
                    <a:pos x="162" y="69"/>
                  </a:cxn>
                  <a:cxn ang="0">
                    <a:pos x="220" y="122"/>
                  </a:cxn>
                  <a:cxn ang="0">
                    <a:pos x="163" y="115"/>
                  </a:cxn>
                  <a:cxn ang="0">
                    <a:pos x="69" y="73"/>
                  </a:cxn>
                  <a:cxn ang="0">
                    <a:pos x="25" y="40"/>
                  </a:cxn>
                  <a:cxn ang="0">
                    <a:pos x="53" y="82"/>
                  </a:cxn>
                  <a:cxn ang="0">
                    <a:pos x="136" y="135"/>
                  </a:cxn>
                  <a:cxn ang="0">
                    <a:pos x="233" y="148"/>
                  </a:cxn>
                  <a:cxn ang="0">
                    <a:pos x="244" y="112"/>
                  </a:cxn>
                  <a:cxn ang="0">
                    <a:pos x="197" y="60"/>
                  </a:cxn>
                  <a:cxn ang="0">
                    <a:pos x="85" y="9"/>
                  </a:cxn>
                  <a:cxn ang="0">
                    <a:pos x="0" y="0"/>
                  </a:cxn>
                  <a:cxn ang="0">
                    <a:pos x="7" y="17"/>
                  </a:cxn>
                  <a:cxn ang="0">
                    <a:pos x="7" y="17"/>
                  </a:cxn>
                </a:cxnLst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 sz="1800"/>
              </a:p>
            </p:txBody>
          </p:sp>
          <p:sp>
            <p:nvSpPr>
              <p:cNvPr id="1064" name="Freeform 27"/>
              <p:cNvSpPr/>
              <p:nvPr userDrawn="1"/>
            </p:nvSpPr>
            <p:spPr>
              <a:xfrm>
                <a:off x="565" y="3680"/>
                <a:ext cx="107" cy="238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46" y="12"/>
                  </a:cxn>
                  <a:cxn ang="0">
                    <a:pos x="40" y="96"/>
                  </a:cxn>
                  <a:cxn ang="0">
                    <a:pos x="53" y="163"/>
                  </a:cxn>
                  <a:cxn ang="0">
                    <a:pos x="107" y="225"/>
                  </a:cxn>
                  <a:cxn ang="0">
                    <a:pos x="49" y="238"/>
                  </a:cxn>
                  <a:cxn ang="0">
                    <a:pos x="15" y="171"/>
                  </a:cxn>
                  <a:cxn ang="0">
                    <a:pos x="0" y="28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213" h="478">
                    <a:moveTo>
                      <a:pt x="24" y="0"/>
                    </a:moveTo>
                    <a:lnTo>
                      <a:pt x="91" y="25"/>
                    </a:lnTo>
                    <a:lnTo>
                      <a:pt x="80" y="192"/>
                    </a:lnTo>
                    <a:lnTo>
                      <a:pt x="106" y="327"/>
                    </a:lnTo>
                    <a:lnTo>
                      <a:pt x="213" y="451"/>
                    </a:lnTo>
                    <a:lnTo>
                      <a:pt x="97" y="478"/>
                    </a:lnTo>
                    <a:lnTo>
                      <a:pt x="30" y="344"/>
                    </a:lnTo>
                    <a:lnTo>
                      <a:pt x="0" y="5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 sz="1800"/>
              </a:p>
            </p:txBody>
          </p:sp>
          <p:grpSp>
            <p:nvGrpSpPr>
              <p:cNvPr id="1065" name="Group 28"/>
              <p:cNvGrpSpPr/>
              <p:nvPr userDrawn="1"/>
            </p:nvGrpSpPr>
            <p:grpSpPr>
              <a:xfrm>
                <a:off x="5" y="3490"/>
                <a:ext cx="1124" cy="678"/>
                <a:chOff x="5" y="3490"/>
                <a:chExt cx="1124" cy="678"/>
              </a:xfrm>
            </p:grpSpPr>
            <p:sp>
              <p:nvSpPr>
                <p:cNvPr id="1066" name="Freeform 29"/>
                <p:cNvSpPr/>
                <p:nvPr userDrawn="1"/>
              </p:nvSpPr>
              <p:spPr>
                <a:xfrm>
                  <a:off x="669" y="4048"/>
                  <a:ext cx="75" cy="87"/>
                </a:xfrm>
                <a:custGeom>
                  <a:avLst/>
                  <a:gdLst/>
                  <a:ahLst/>
                  <a:cxnLst>
                    <a:cxn ang="0">
                      <a:pos x="55" y="0"/>
                    </a:cxn>
                    <a:cxn ang="0">
                      <a:pos x="20" y="33"/>
                    </a:cxn>
                    <a:cxn ang="0">
                      <a:pos x="0" y="87"/>
                    </a:cxn>
                    <a:cxn ang="0">
                      <a:pos x="40" y="80"/>
                    </a:cxn>
                    <a:cxn ang="0">
                      <a:pos x="52" y="42"/>
                    </a:cxn>
                    <a:cxn ang="0">
                      <a:pos x="75" y="14"/>
                    </a:cxn>
                    <a:cxn ang="0">
                      <a:pos x="55" y="0"/>
                    </a:cxn>
                    <a:cxn ang="0">
                      <a:pos x="55" y="0"/>
                    </a:cxn>
                  </a:cxnLst>
                  <a:pathLst>
                    <a:path w="150" h="173">
                      <a:moveTo>
                        <a:pt x="110" y="0"/>
                      </a:moveTo>
                      <a:lnTo>
                        <a:pt x="40" y="66"/>
                      </a:lnTo>
                      <a:lnTo>
                        <a:pt x="0" y="173"/>
                      </a:lnTo>
                      <a:lnTo>
                        <a:pt x="80" y="160"/>
                      </a:lnTo>
                      <a:lnTo>
                        <a:pt x="103" y="84"/>
                      </a:lnTo>
                      <a:lnTo>
                        <a:pt x="150" y="27"/>
                      </a:lnTo>
                      <a:lnTo>
                        <a:pt x="110" y="0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67" name="Freeform 30"/>
                <p:cNvSpPr/>
                <p:nvPr userDrawn="1"/>
              </p:nvSpPr>
              <p:spPr>
                <a:xfrm>
                  <a:off x="5" y="3728"/>
                  <a:ext cx="842" cy="440"/>
                </a:xfrm>
                <a:custGeom>
                  <a:avLst/>
                  <a:gdLst/>
                  <a:ahLst/>
                  <a:cxnLst>
                    <a:cxn ang="0">
                      <a:pos x="78" y="0"/>
                    </a:cxn>
                    <a:cxn ang="0">
                      <a:pos x="32" y="26"/>
                    </a:cxn>
                    <a:cxn ang="0">
                      <a:pos x="0" y="104"/>
                    </a:cxn>
                    <a:cxn ang="0">
                      <a:pos x="34" y="179"/>
                    </a:cxn>
                    <a:cxn ang="0">
                      <a:pos x="591" y="434"/>
                    </a:cxn>
                    <a:cxn ang="0">
                      <a:pos x="711" y="418"/>
                    </a:cxn>
                    <a:cxn ang="0">
                      <a:pos x="808" y="440"/>
                    </a:cxn>
                    <a:cxn ang="0">
                      <a:pos x="842" y="404"/>
                    </a:cxn>
                    <a:cxn ang="0">
                      <a:pos x="751" y="332"/>
                    </a:cxn>
                    <a:cxn ang="0">
                      <a:pos x="714" y="256"/>
                    </a:cxn>
                    <a:cxn ang="0">
                      <a:pos x="685" y="264"/>
                    </a:cxn>
                    <a:cxn ang="0">
                      <a:pos x="720" y="332"/>
                    </a:cxn>
                    <a:cxn ang="0">
                      <a:pos x="789" y="405"/>
                    </a:cxn>
                    <a:cxn ang="0">
                      <a:pos x="707" y="394"/>
                    </a:cxn>
                    <a:cxn ang="0">
                      <a:pos x="610" y="407"/>
                    </a:cxn>
                    <a:cxn ang="0">
                      <a:pos x="628" y="325"/>
                    </a:cxn>
                    <a:cxn ang="0">
                      <a:pos x="669" y="269"/>
                    </a:cxn>
                    <a:cxn ang="0">
                      <a:pos x="621" y="276"/>
                    </a:cxn>
                    <a:cxn ang="0">
                      <a:pos x="583" y="329"/>
                    </a:cxn>
                    <a:cxn ang="0">
                      <a:pos x="570" y="396"/>
                    </a:cxn>
                    <a:cxn ang="0">
                      <a:pos x="54" y="155"/>
                    </a:cxn>
                    <a:cxn ang="0">
                      <a:pos x="40" y="108"/>
                    </a:cxn>
                    <a:cxn ang="0">
                      <a:pos x="52" y="48"/>
                    </a:cxn>
                    <a:cxn ang="0">
                      <a:pos x="109" y="0"/>
                    </a:cxn>
                    <a:cxn ang="0">
                      <a:pos x="78" y="0"/>
                    </a:cxn>
                    <a:cxn ang="0">
                      <a:pos x="78" y="0"/>
                    </a:cxn>
                  </a:cxnLst>
                  <a:pathLst>
                    <a:path w="1684" h="880">
                      <a:moveTo>
                        <a:pt x="156" y="0"/>
                      </a:moveTo>
                      <a:lnTo>
                        <a:pt x="63" y="52"/>
                      </a:lnTo>
                      <a:lnTo>
                        <a:pt x="0" y="208"/>
                      </a:lnTo>
                      <a:lnTo>
                        <a:pt x="67" y="358"/>
                      </a:lnTo>
                      <a:lnTo>
                        <a:pt x="1182" y="867"/>
                      </a:lnTo>
                      <a:lnTo>
                        <a:pt x="1422" y="835"/>
                      </a:lnTo>
                      <a:lnTo>
                        <a:pt x="1616" y="880"/>
                      </a:lnTo>
                      <a:lnTo>
                        <a:pt x="1684" y="808"/>
                      </a:lnTo>
                      <a:lnTo>
                        <a:pt x="1502" y="664"/>
                      </a:lnTo>
                      <a:lnTo>
                        <a:pt x="1428" y="512"/>
                      </a:lnTo>
                      <a:lnTo>
                        <a:pt x="1369" y="527"/>
                      </a:lnTo>
                      <a:lnTo>
                        <a:pt x="1439" y="664"/>
                      </a:lnTo>
                      <a:lnTo>
                        <a:pt x="1578" y="810"/>
                      </a:lnTo>
                      <a:lnTo>
                        <a:pt x="1413" y="787"/>
                      </a:lnTo>
                      <a:lnTo>
                        <a:pt x="1219" y="814"/>
                      </a:lnTo>
                      <a:lnTo>
                        <a:pt x="1255" y="650"/>
                      </a:lnTo>
                      <a:lnTo>
                        <a:pt x="1338" y="538"/>
                      </a:lnTo>
                      <a:lnTo>
                        <a:pt x="1241" y="552"/>
                      </a:lnTo>
                      <a:lnTo>
                        <a:pt x="1165" y="658"/>
                      </a:lnTo>
                      <a:lnTo>
                        <a:pt x="1139" y="791"/>
                      </a:lnTo>
                      <a:lnTo>
                        <a:pt x="107" y="310"/>
                      </a:lnTo>
                      <a:lnTo>
                        <a:pt x="80" y="215"/>
                      </a:lnTo>
                      <a:lnTo>
                        <a:pt x="103" y="95"/>
                      </a:lnTo>
                      <a:lnTo>
                        <a:pt x="217" y="0"/>
                      </a:lnTo>
                      <a:lnTo>
                        <a:pt x="156" y="0"/>
                      </a:lnTo>
                      <a:lnTo>
                        <a:pt x="156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68" name="Freeform 31"/>
                <p:cNvSpPr/>
                <p:nvPr userDrawn="1"/>
              </p:nvSpPr>
              <p:spPr>
                <a:xfrm>
                  <a:off x="106" y="3770"/>
                  <a:ext cx="80" cy="167"/>
                </a:xfrm>
                <a:custGeom>
                  <a:avLst/>
                  <a:gdLst/>
                  <a:ahLst/>
                  <a:cxnLst>
                    <a:cxn ang="0">
                      <a:pos x="58" y="0"/>
                    </a:cxn>
                    <a:cxn ang="0">
                      <a:pos x="10" y="53"/>
                    </a:cxn>
                    <a:cxn ang="0">
                      <a:pos x="0" y="115"/>
                    </a:cxn>
                    <a:cxn ang="0">
                      <a:pos x="17" y="157"/>
                    </a:cxn>
                    <a:cxn ang="0">
                      <a:pos x="47" y="167"/>
                    </a:cxn>
                    <a:cxn ang="0">
                      <a:pos x="38" y="77"/>
                    </a:cxn>
                    <a:cxn ang="0">
                      <a:pos x="80" y="8"/>
                    </a:cxn>
                    <a:cxn ang="0">
                      <a:pos x="58" y="0"/>
                    </a:cxn>
                    <a:cxn ang="0">
                      <a:pos x="58" y="0"/>
                    </a:cxn>
                  </a:cxnLst>
                  <a:pathLst>
                    <a:path w="160" h="335">
                      <a:moveTo>
                        <a:pt x="116" y="0"/>
                      </a:moveTo>
                      <a:lnTo>
                        <a:pt x="19" y="106"/>
                      </a:lnTo>
                      <a:lnTo>
                        <a:pt x="0" y="230"/>
                      </a:lnTo>
                      <a:lnTo>
                        <a:pt x="33" y="314"/>
                      </a:lnTo>
                      <a:lnTo>
                        <a:pt x="94" y="335"/>
                      </a:lnTo>
                      <a:lnTo>
                        <a:pt x="76" y="154"/>
                      </a:lnTo>
                      <a:lnTo>
                        <a:pt x="160" y="17"/>
                      </a:lnTo>
                      <a:lnTo>
                        <a:pt x="116" y="0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69" name="Freeform 32"/>
                <p:cNvSpPr/>
                <p:nvPr userDrawn="1"/>
              </p:nvSpPr>
              <p:spPr>
                <a:xfrm>
                  <a:off x="449" y="3490"/>
                  <a:ext cx="322" cy="594"/>
                </a:xfrm>
                <a:custGeom>
                  <a:avLst/>
                  <a:gdLst/>
                  <a:ahLst/>
                  <a:cxnLst>
                    <a:cxn ang="0">
                      <a:pos x="109" y="448"/>
                    </a:cxn>
                    <a:cxn ang="0">
                      <a:pos x="0" y="62"/>
                    </a:cxn>
                    <a:cxn ang="0">
                      <a:pos x="41" y="19"/>
                    </a:cxn>
                    <a:cxn ang="0">
                      <a:pos x="129" y="0"/>
                    </a:cxn>
                    <a:cxn ang="0">
                      <a:pos x="200" y="29"/>
                    </a:cxn>
                    <a:cxn ang="0">
                      <a:pos x="322" y="594"/>
                    </a:cxn>
                    <a:cxn ang="0">
                      <a:pos x="278" y="546"/>
                    </a:cxn>
                    <a:cxn ang="0">
                      <a:pos x="178" y="49"/>
                    </a:cxn>
                    <a:cxn ang="0">
                      <a:pos x="113" y="31"/>
                    </a:cxn>
                    <a:cxn ang="0">
                      <a:pos x="60" y="37"/>
                    </a:cxn>
                    <a:cxn ang="0">
                      <a:pos x="38" y="71"/>
                    </a:cxn>
                    <a:cxn ang="0">
                      <a:pos x="153" y="462"/>
                    </a:cxn>
                    <a:cxn ang="0">
                      <a:pos x="109" y="448"/>
                    </a:cxn>
                    <a:cxn ang="0">
                      <a:pos x="109" y="448"/>
                    </a:cxn>
                  </a:cxnLst>
                  <a:pathLst>
                    <a:path w="642" h="1188">
                      <a:moveTo>
                        <a:pt x="218" y="896"/>
                      </a:moveTo>
                      <a:lnTo>
                        <a:pt x="0" y="124"/>
                      </a:lnTo>
                      <a:lnTo>
                        <a:pt x="81" y="38"/>
                      </a:lnTo>
                      <a:lnTo>
                        <a:pt x="258" y="0"/>
                      </a:lnTo>
                      <a:lnTo>
                        <a:pt x="399" y="57"/>
                      </a:lnTo>
                      <a:lnTo>
                        <a:pt x="642" y="1188"/>
                      </a:lnTo>
                      <a:lnTo>
                        <a:pt x="555" y="1091"/>
                      </a:lnTo>
                      <a:lnTo>
                        <a:pt x="355" y="97"/>
                      </a:lnTo>
                      <a:lnTo>
                        <a:pt x="226" y="61"/>
                      </a:lnTo>
                      <a:lnTo>
                        <a:pt x="119" y="74"/>
                      </a:lnTo>
                      <a:lnTo>
                        <a:pt x="76" y="141"/>
                      </a:lnTo>
                      <a:lnTo>
                        <a:pt x="306" y="924"/>
                      </a:lnTo>
                      <a:lnTo>
                        <a:pt x="218" y="896"/>
                      </a:lnTo>
                      <a:lnTo>
                        <a:pt x="218" y="896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70" name="Freeform 33"/>
                <p:cNvSpPr/>
                <p:nvPr userDrawn="1"/>
              </p:nvSpPr>
              <p:spPr>
                <a:xfrm>
                  <a:off x="578" y="3650"/>
                  <a:ext cx="96" cy="252"/>
                </a:xfrm>
                <a:custGeom>
                  <a:avLst/>
                  <a:gdLst/>
                  <a:ahLst/>
                  <a:cxnLst>
                    <a:cxn ang="0">
                      <a:pos x="0" y="14"/>
                    </a:cxn>
                    <a:cxn ang="0">
                      <a:pos x="38" y="97"/>
                    </a:cxn>
                    <a:cxn ang="0">
                      <a:pos x="57" y="159"/>
                    </a:cxn>
                    <a:cxn ang="0">
                      <a:pos x="58" y="252"/>
                    </a:cxn>
                    <a:cxn ang="0">
                      <a:pos x="96" y="252"/>
                    </a:cxn>
                    <a:cxn ang="0">
                      <a:pos x="94" y="180"/>
                    </a:cxn>
                    <a:cxn ang="0">
                      <a:pos x="81" y="104"/>
                    </a:cxn>
                    <a:cxn ang="0">
                      <a:pos x="50" y="30"/>
                    </a:cxn>
                    <a:cxn ang="0">
                      <a:pos x="32" y="0"/>
                    </a:cxn>
                    <a:cxn ang="0">
                      <a:pos x="0" y="14"/>
                    </a:cxn>
                    <a:cxn ang="0">
                      <a:pos x="0" y="14"/>
                    </a:cxn>
                  </a:cxnLst>
                  <a:pathLst>
                    <a:path w="192" h="504">
                      <a:moveTo>
                        <a:pt x="0" y="27"/>
                      </a:moveTo>
                      <a:lnTo>
                        <a:pt x="76" y="194"/>
                      </a:lnTo>
                      <a:lnTo>
                        <a:pt x="113" y="318"/>
                      </a:lnTo>
                      <a:lnTo>
                        <a:pt x="116" y="504"/>
                      </a:lnTo>
                      <a:lnTo>
                        <a:pt x="192" y="504"/>
                      </a:lnTo>
                      <a:lnTo>
                        <a:pt x="187" y="360"/>
                      </a:lnTo>
                      <a:lnTo>
                        <a:pt x="162" y="208"/>
                      </a:lnTo>
                      <a:lnTo>
                        <a:pt x="99" y="59"/>
                      </a:lnTo>
                      <a:lnTo>
                        <a:pt x="63" y="0"/>
                      </a:lnTo>
                      <a:lnTo>
                        <a:pt x="0" y="27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71" name="Freeform 34"/>
                <p:cNvSpPr/>
                <p:nvPr userDrawn="1"/>
              </p:nvSpPr>
              <p:spPr>
                <a:xfrm>
                  <a:off x="328" y="3630"/>
                  <a:ext cx="195" cy="135"/>
                </a:xfrm>
                <a:custGeom>
                  <a:avLst/>
                  <a:gdLst/>
                  <a:ahLst/>
                  <a:cxnLst>
                    <a:cxn ang="0">
                      <a:pos x="149" y="0"/>
                    </a:cxn>
                    <a:cxn ang="0">
                      <a:pos x="129" y="9"/>
                    </a:cxn>
                    <a:cxn ang="0">
                      <a:pos x="127" y="33"/>
                    </a:cxn>
                    <a:cxn ang="0">
                      <a:pos x="0" y="85"/>
                    </a:cxn>
                    <a:cxn ang="0">
                      <a:pos x="0" y="111"/>
                    </a:cxn>
                    <a:cxn ang="0">
                      <a:pos x="142" y="113"/>
                    </a:cxn>
                    <a:cxn ang="0">
                      <a:pos x="160" y="135"/>
                    </a:cxn>
                    <a:cxn ang="0">
                      <a:pos x="195" y="133"/>
                    </a:cxn>
                    <a:cxn ang="0">
                      <a:pos x="192" y="95"/>
                    </a:cxn>
                    <a:cxn ang="0">
                      <a:pos x="58" y="88"/>
                    </a:cxn>
                    <a:cxn ang="0">
                      <a:pos x="167" y="45"/>
                    </a:cxn>
                    <a:cxn ang="0">
                      <a:pos x="149" y="0"/>
                    </a:cxn>
                    <a:cxn ang="0">
                      <a:pos x="149" y="0"/>
                    </a:cxn>
                  </a:cxnLst>
                  <a:pathLst>
                    <a:path w="390" h="269">
                      <a:moveTo>
                        <a:pt x="297" y="0"/>
                      </a:moveTo>
                      <a:lnTo>
                        <a:pt x="257" y="17"/>
                      </a:lnTo>
                      <a:lnTo>
                        <a:pt x="253" y="66"/>
                      </a:lnTo>
                      <a:lnTo>
                        <a:pt x="0" y="169"/>
                      </a:lnTo>
                      <a:lnTo>
                        <a:pt x="0" y="222"/>
                      </a:lnTo>
                      <a:lnTo>
                        <a:pt x="284" y="226"/>
                      </a:lnTo>
                      <a:lnTo>
                        <a:pt x="320" y="269"/>
                      </a:lnTo>
                      <a:lnTo>
                        <a:pt x="390" y="266"/>
                      </a:lnTo>
                      <a:lnTo>
                        <a:pt x="383" y="190"/>
                      </a:lnTo>
                      <a:lnTo>
                        <a:pt x="116" y="176"/>
                      </a:lnTo>
                      <a:lnTo>
                        <a:pt x="333" y="89"/>
                      </a:lnTo>
                      <a:lnTo>
                        <a:pt x="297" y="0"/>
                      </a:lnTo>
                      <a:lnTo>
                        <a:pt x="297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72" name="Freeform 35"/>
                <p:cNvSpPr/>
                <p:nvPr userDrawn="1"/>
              </p:nvSpPr>
              <p:spPr>
                <a:xfrm>
                  <a:off x="658" y="3538"/>
                  <a:ext cx="471" cy="212"/>
                </a:xfrm>
                <a:custGeom>
                  <a:avLst/>
                  <a:gdLst/>
                  <a:ahLst/>
                  <a:cxnLst>
                    <a:cxn ang="0">
                      <a:pos x="0" y="66"/>
                    </a:cxn>
                    <a:cxn ang="0">
                      <a:pos x="432" y="0"/>
                    </a:cxn>
                    <a:cxn ang="0">
                      <a:pos x="463" y="39"/>
                    </a:cxn>
                    <a:cxn ang="0">
                      <a:pos x="471" y="91"/>
                    </a:cxn>
                    <a:cxn ang="0">
                      <a:pos x="452" y="141"/>
                    </a:cxn>
                    <a:cxn ang="0">
                      <a:pos x="29" y="212"/>
                    </a:cxn>
                    <a:cxn ang="0">
                      <a:pos x="27" y="192"/>
                    </a:cxn>
                    <a:cxn ang="0">
                      <a:pos x="432" y="121"/>
                    </a:cxn>
                    <a:cxn ang="0">
                      <a:pos x="447" y="73"/>
                    </a:cxn>
                    <a:cxn ang="0">
                      <a:pos x="420" y="29"/>
                    </a:cxn>
                    <a:cxn ang="0">
                      <a:pos x="0" y="93"/>
                    </a:cxn>
                    <a:cxn ang="0">
                      <a:pos x="0" y="66"/>
                    </a:cxn>
                    <a:cxn ang="0">
                      <a:pos x="0" y="66"/>
                    </a:cxn>
                  </a:cxnLst>
                  <a:pathLst>
                    <a:path w="941" h="424">
                      <a:moveTo>
                        <a:pt x="0" y="131"/>
                      </a:moveTo>
                      <a:lnTo>
                        <a:pt x="863" y="0"/>
                      </a:lnTo>
                      <a:lnTo>
                        <a:pt x="926" y="78"/>
                      </a:lnTo>
                      <a:lnTo>
                        <a:pt x="941" y="181"/>
                      </a:lnTo>
                      <a:lnTo>
                        <a:pt x="903" y="282"/>
                      </a:lnTo>
                      <a:lnTo>
                        <a:pt x="57" y="424"/>
                      </a:lnTo>
                      <a:lnTo>
                        <a:pt x="53" y="384"/>
                      </a:lnTo>
                      <a:lnTo>
                        <a:pt x="863" y="242"/>
                      </a:lnTo>
                      <a:lnTo>
                        <a:pt x="893" y="145"/>
                      </a:lnTo>
                      <a:lnTo>
                        <a:pt x="840" y="57"/>
                      </a:lnTo>
                      <a:lnTo>
                        <a:pt x="0" y="185"/>
                      </a:lnTo>
                      <a:lnTo>
                        <a:pt x="0" y="131"/>
                      </a:lnTo>
                      <a:lnTo>
                        <a:pt x="0" y="131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73" name="Freeform 36"/>
                <p:cNvSpPr/>
                <p:nvPr userDrawn="1"/>
              </p:nvSpPr>
              <p:spPr>
                <a:xfrm>
                  <a:off x="717" y="3606"/>
                  <a:ext cx="245" cy="86"/>
                </a:xfrm>
                <a:custGeom>
                  <a:avLst/>
                  <a:gdLst/>
                  <a:ahLst/>
                  <a:cxnLst>
                    <a:cxn ang="0">
                      <a:pos x="0" y="63"/>
                    </a:cxn>
                    <a:cxn ang="0">
                      <a:pos x="33" y="86"/>
                    </a:cxn>
                    <a:cxn ang="0">
                      <a:pos x="111" y="83"/>
                    </a:cxn>
                    <a:cxn ang="0">
                      <a:pos x="210" y="58"/>
                    </a:cxn>
                    <a:cxn ang="0">
                      <a:pos x="245" y="21"/>
                    </a:cxn>
                    <a:cxn ang="0">
                      <a:pos x="222" y="1"/>
                    </a:cxn>
                    <a:cxn ang="0">
                      <a:pos x="127" y="0"/>
                    </a:cxn>
                    <a:cxn ang="0">
                      <a:pos x="55" y="6"/>
                    </a:cxn>
                    <a:cxn ang="0">
                      <a:pos x="8" y="38"/>
                    </a:cxn>
                    <a:cxn ang="0">
                      <a:pos x="56" y="47"/>
                    </a:cxn>
                    <a:cxn ang="0">
                      <a:pos x="138" y="26"/>
                    </a:cxn>
                    <a:cxn ang="0">
                      <a:pos x="209" y="26"/>
                    </a:cxn>
                    <a:cxn ang="0">
                      <a:pos x="135" y="55"/>
                    </a:cxn>
                    <a:cxn ang="0">
                      <a:pos x="71" y="63"/>
                    </a:cxn>
                    <a:cxn ang="0">
                      <a:pos x="0" y="63"/>
                    </a:cxn>
                    <a:cxn ang="0">
                      <a:pos x="0" y="63"/>
                    </a:cxn>
                  </a:cxnLst>
                  <a:pathLst>
                    <a:path w="488" h="173">
                      <a:moveTo>
                        <a:pt x="0" y="126"/>
                      </a:moveTo>
                      <a:lnTo>
                        <a:pt x="66" y="173"/>
                      </a:lnTo>
                      <a:lnTo>
                        <a:pt x="222" y="166"/>
                      </a:lnTo>
                      <a:lnTo>
                        <a:pt x="418" y="116"/>
                      </a:lnTo>
                      <a:lnTo>
                        <a:pt x="488" y="42"/>
                      </a:lnTo>
                      <a:lnTo>
                        <a:pt x="443" y="2"/>
                      </a:lnTo>
                      <a:lnTo>
                        <a:pt x="253" y="0"/>
                      </a:lnTo>
                      <a:lnTo>
                        <a:pt x="110" y="12"/>
                      </a:lnTo>
                      <a:lnTo>
                        <a:pt x="15" y="76"/>
                      </a:lnTo>
                      <a:lnTo>
                        <a:pt x="112" y="95"/>
                      </a:lnTo>
                      <a:lnTo>
                        <a:pt x="275" y="53"/>
                      </a:lnTo>
                      <a:lnTo>
                        <a:pt x="416" y="53"/>
                      </a:lnTo>
                      <a:lnTo>
                        <a:pt x="268" y="110"/>
                      </a:lnTo>
                      <a:lnTo>
                        <a:pt x="142" y="126"/>
                      </a:lnTo>
                      <a:lnTo>
                        <a:pt x="0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</p:grpSp>
        </p:grpSp>
      </p:grpSp>
      <p:grpSp>
        <p:nvGrpSpPr>
          <p:cNvPr id="1035" name="Group 37"/>
          <p:cNvGrpSpPr/>
          <p:nvPr/>
        </p:nvGrpSpPr>
        <p:grpSpPr>
          <a:xfrm>
            <a:off x="8680450" y="2116138"/>
            <a:ext cx="385763" cy="4308475"/>
            <a:chOff x="5468" y="1333"/>
            <a:chExt cx="243" cy="2714"/>
          </a:xfrm>
        </p:grpSpPr>
        <p:sp>
          <p:nvSpPr>
            <p:cNvPr id="1049" name="Freeform 38"/>
            <p:cNvSpPr/>
            <p:nvPr userDrawn="1"/>
          </p:nvSpPr>
          <p:spPr>
            <a:xfrm flipH="1">
              <a:off x="5468" y="2620"/>
              <a:ext cx="205" cy="1427"/>
            </a:xfrm>
            <a:custGeom>
              <a:avLst/>
              <a:gdLst/>
              <a:ahLst/>
              <a:cxnLst>
                <a:cxn ang="0">
                  <a:pos x="184" y="1379"/>
                </a:cxn>
                <a:cxn ang="0">
                  <a:pos x="101" y="1287"/>
                </a:cxn>
                <a:cxn ang="0">
                  <a:pos x="85" y="1216"/>
                </a:cxn>
                <a:cxn ang="0">
                  <a:pos x="99" y="1111"/>
                </a:cxn>
                <a:cxn ang="0">
                  <a:pos x="157" y="984"/>
                </a:cxn>
                <a:cxn ang="0">
                  <a:pos x="170" y="904"/>
                </a:cxn>
                <a:cxn ang="0">
                  <a:pos x="157" y="851"/>
                </a:cxn>
                <a:cxn ang="0">
                  <a:pos x="106" y="812"/>
                </a:cxn>
                <a:cxn ang="0">
                  <a:pos x="96" y="763"/>
                </a:cxn>
                <a:cxn ang="0">
                  <a:pos x="114" y="693"/>
                </a:cxn>
                <a:cxn ang="0">
                  <a:pos x="197" y="505"/>
                </a:cxn>
                <a:cxn ang="0">
                  <a:pos x="205" y="413"/>
                </a:cxn>
                <a:cxn ang="0">
                  <a:pos x="184" y="312"/>
                </a:cxn>
                <a:cxn ang="0">
                  <a:pos x="114" y="263"/>
                </a:cxn>
                <a:cxn ang="0">
                  <a:pos x="53" y="184"/>
                </a:cxn>
                <a:cxn ang="0">
                  <a:pos x="0" y="0"/>
                </a:cxn>
                <a:cxn ang="0">
                  <a:pos x="8" y="167"/>
                </a:cxn>
                <a:cxn ang="0">
                  <a:pos x="48" y="267"/>
                </a:cxn>
                <a:cxn ang="0">
                  <a:pos x="101" y="329"/>
                </a:cxn>
                <a:cxn ang="0">
                  <a:pos x="160" y="364"/>
                </a:cxn>
                <a:cxn ang="0">
                  <a:pos x="163" y="456"/>
                </a:cxn>
                <a:cxn ang="0">
                  <a:pos x="133" y="553"/>
                </a:cxn>
                <a:cxn ang="0">
                  <a:pos x="64" y="724"/>
                </a:cxn>
                <a:cxn ang="0">
                  <a:pos x="61" y="834"/>
                </a:cxn>
                <a:cxn ang="0">
                  <a:pos x="125" y="895"/>
                </a:cxn>
                <a:cxn ang="0">
                  <a:pos x="122" y="952"/>
                </a:cxn>
                <a:cxn ang="0">
                  <a:pos x="66" y="1071"/>
                </a:cxn>
                <a:cxn ang="0">
                  <a:pos x="42" y="1185"/>
                </a:cxn>
                <a:cxn ang="0">
                  <a:pos x="64" y="1308"/>
                </a:cxn>
                <a:cxn ang="0">
                  <a:pos x="114" y="1374"/>
                </a:cxn>
                <a:cxn ang="0">
                  <a:pos x="178" y="1427"/>
                </a:cxn>
                <a:cxn ang="0">
                  <a:pos x="184" y="1379"/>
                </a:cxn>
                <a:cxn ang="0">
                  <a:pos x="184" y="1379"/>
                </a:cxn>
              </a:cxnLst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sp>
          <p:nvSpPr>
            <p:cNvPr id="1050" name="Freeform 39"/>
            <p:cNvSpPr/>
            <p:nvPr userDrawn="1"/>
          </p:nvSpPr>
          <p:spPr>
            <a:xfrm flipH="1">
              <a:off x="5506" y="1333"/>
              <a:ext cx="205" cy="1633"/>
            </a:xfrm>
            <a:custGeom>
              <a:avLst/>
              <a:gdLst/>
              <a:ahLst/>
              <a:cxnLst>
                <a:cxn ang="0">
                  <a:pos x="184" y="1578"/>
                </a:cxn>
                <a:cxn ang="0">
                  <a:pos x="101" y="1473"/>
                </a:cxn>
                <a:cxn ang="0">
                  <a:pos x="85" y="1392"/>
                </a:cxn>
                <a:cxn ang="0">
                  <a:pos x="99" y="1271"/>
                </a:cxn>
                <a:cxn ang="0">
                  <a:pos x="157" y="1126"/>
                </a:cxn>
                <a:cxn ang="0">
                  <a:pos x="170" y="1035"/>
                </a:cxn>
                <a:cxn ang="0">
                  <a:pos x="157" y="974"/>
                </a:cxn>
                <a:cxn ang="0">
                  <a:pos x="106" y="930"/>
                </a:cxn>
                <a:cxn ang="0">
                  <a:pos x="96" y="874"/>
                </a:cxn>
                <a:cxn ang="0">
                  <a:pos x="114" y="794"/>
                </a:cxn>
                <a:cxn ang="0">
                  <a:pos x="197" y="578"/>
                </a:cxn>
                <a:cxn ang="0">
                  <a:pos x="205" y="473"/>
                </a:cxn>
                <a:cxn ang="0">
                  <a:pos x="184" y="357"/>
                </a:cxn>
                <a:cxn ang="0">
                  <a:pos x="114" y="302"/>
                </a:cxn>
                <a:cxn ang="0">
                  <a:pos x="53" y="211"/>
                </a:cxn>
                <a:cxn ang="0">
                  <a:pos x="0" y="0"/>
                </a:cxn>
                <a:cxn ang="0">
                  <a:pos x="8" y="191"/>
                </a:cxn>
                <a:cxn ang="0">
                  <a:pos x="48" y="306"/>
                </a:cxn>
                <a:cxn ang="0">
                  <a:pos x="101" y="377"/>
                </a:cxn>
                <a:cxn ang="0">
                  <a:pos x="160" y="417"/>
                </a:cxn>
                <a:cxn ang="0">
                  <a:pos x="163" y="522"/>
                </a:cxn>
                <a:cxn ang="0">
                  <a:pos x="133" y="633"/>
                </a:cxn>
                <a:cxn ang="0">
                  <a:pos x="64" y="829"/>
                </a:cxn>
                <a:cxn ang="0">
                  <a:pos x="61" y="955"/>
                </a:cxn>
                <a:cxn ang="0">
                  <a:pos x="125" y="1025"/>
                </a:cxn>
                <a:cxn ang="0">
                  <a:pos x="122" y="1090"/>
                </a:cxn>
                <a:cxn ang="0">
                  <a:pos x="66" y="1226"/>
                </a:cxn>
                <a:cxn ang="0">
                  <a:pos x="42" y="1357"/>
                </a:cxn>
                <a:cxn ang="0">
                  <a:pos x="64" y="1497"/>
                </a:cxn>
                <a:cxn ang="0">
                  <a:pos x="114" y="1572"/>
                </a:cxn>
                <a:cxn ang="0">
                  <a:pos x="178" y="1633"/>
                </a:cxn>
                <a:cxn ang="0">
                  <a:pos x="184" y="1578"/>
                </a:cxn>
                <a:cxn ang="0">
                  <a:pos x="184" y="1578"/>
                </a:cxn>
              </a:cxnLst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</p:grpSp>
      <p:grpSp>
        <p:nvGrpSpPr>
          <p:cNvPr id="1036" name="Group 40"/>
          <p:cNvGrpSpPr/>
          <p:nvPr/>
        </p:nvGrpSpPr>
        <p:grpSpPr>
          <a:xfrm>
            <a:off x="7318375" y="90488"/>
            <a:ext cx="2133600" cy="1911350"/>
            <a:chOff x="4610" y="57"/>
            <a:chExt cx="1344" cy="1204"/>
          </a:xfrm>
        </p:grpSpPr>
        <p:grpSp>
          <p:nvGrpSpPr>
            <p:cNvPr id="1037" name="Group 41"/>
            <p:cNvGrpSpPr/>
            <p:nvPr userDrawn="1"/>
          </p:nvGrpSpPr>
          <p:grpSpPr>
            <a:xfrm>
              <a:off x="4610" y="57"/>
              <a:ext cx="1344" cy="1204"/>
              <a:chOff x="4610" y="57"/>
              <a:chExt cx="1344" cy="1204"/>
            </a:xfrm>
          </p:grpSpPr>
          <p:sp>
            <p:nvSpPr>
              <p:cNvPr id="1039" name="Freeform 42"/>
              <p:cNvSpPr/>
              <p:nvPr userDrawn="1"/>
            </p:nvSpPr>
            <p:spPr>
              <a:xfrm rot="-3172564">
                <a:off x="5430" y="1086"/>
                <a:ext cx="62" cy="288"/>
              </a:xfrm>
              <a:custGeom>
                <a:avLst/>
                <a:gdLst/>
                <a:ahLst/>
                <a:cxnLst>
                  <a:cxn ang="0">
                    <a:pos x="31" y="3"/>
                  </a:cxn>
                  <a:cxn ang="0">
                    <a:pos x="33" y="122"/>
                  </a:cxn>
                  <a:cxn ang="0">
                    <a:pos x="0" y="288"/>
                  </a:cxn>
                  <a:cxn ang="0">
                    <a:pos x="20" y="282"/>
                  </a:cxn>
                  <a:cxn ang="0">
                    <a:pos x="55" y="134"/>
                  </a:cxn>
                  <a:cxn ang="0">
                    <a:pos x="62" y="0"/>
                  </a:cxn>
                  <a:cxn ang="0">
                    <a:pos x="31" y="3"/>
                  </a:cxn>
                  <a:cxn ang="0">
                    <a:pos x="31" y="3"/>
                  </a:cxn>
                </a:cxnLst>
                <a:pathLst>
                  <a:path w="245" h="806">
                    <a:moveTo>
                      <a:pt x="123" y="9"/>
                    </a:moveTo>
                    <a:lnTo>
                      <a:pt x="131" y="342"/>
                    </a:lnTo>
                    <a:lnTo>
                      <a:pt x="0" y="806"/>
                    </a:lnTo>
                    <a:lnTo>
                      <a:pt x="79" y="789"/>
                    </a:lnTo>
                    <a:lnTo>
                      <a:pt x="218" y="376"/>
                    </a:lnTo>
                    <a:lnTo>
                      <a:pt x="245" y="0"/>
                    </a:lnTo>
                    <a:lnTo>
                      <a:pt x="123" y="9"/>
                    </a:lnTo>
                    <a:lnTo>
                      <a:pt x="123" y="9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 sz="1800"/>
              </a:p>
            </p:txBody>
          </p:sp>
          <p:grpSp>
            <p:nvGrpSpPr>
              <p:cNvPr id="1040" name="Group 43"/>
              <p:cNvGrpSpPr/>
              <p:nvPr userDrawn="1"/>
            </p:nvGrpSpPr>
            <p:grpSpPr>
              <a:xfrm>
                <a:off x="4610" y="57"/>
                <a:ext cx="1344" cy="985"/>
                <a:chOff x="4610" y="57"/>
                <a:chExt cx="1344" cy="985"/>
              </a:xfrm>
            </p:grpSpPr>
            <p:sp>
              <p:nvSpPr>
                <p:cNvPr id="1041" name="Freeform 44"/>
                <p:cNvSpPr/>
                <p:nvPr userDrawn="1"/>
              </p:nvSpPr>
              <p:spPr>
                <a:xfrm rot="-3172564">
                  <a:off x="4966" y="71"/>
                  <a:ext cx="153" cy="12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75" y="66"/>
                    </a:cxn>
                    <a:cxn ang="0">
                      <a:pos x="127" y="125"/>
                    </a:cxn>
                    <a:cxn ang="0">
                      <a:pos x="153" y="50"/>
                    </a:cxn>
                    <a:cxn ang="0">
                      <a:pos x="91" y="3"/>
                    </a:cxn>
                    <a:cxn ang="0">
                      <a:pos x="118" y="66"/>
                    </a:cxn>
                    <a:cxn ang="0">
                      <a:pos x="33" y="6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604" h="349">
                      <a:moveTo>
                        <a:pt x="0" y="0"/>
                      </a:moveTo>
                      <a:lnTo>
                        <a:pt x="298" y="184"/>
                      </a:lnTo>
                      <a:lnTo>
                        <a:pt x="500" y="349"/>
                      </a:lnTo>
                      <a:lnTo>
                        <a:pt x="604" y="140"/>
                      </a:lnTo>
                      <a:lnTo>
                        <a:pt x="359" y="9"/>
                      </a:lnTo>
                      <a:lnTo>
                        <a:pt x="464" y="184"/>
                      </a:lnTo>
                      <a:lnTo>
                        <a:pt x="131" y="17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42" name="Freeform 45"/>
                <p:cNvSpPr/>
                <p:nvPr userDrawn="1"/>
              </p:nvSpPr>
              <p:spPr>
                <a:xfrm rot="-3172564">
                  <a:off x="5048" y="331"/>
                  <a:ext cx="269" cy="438"/>
                </a:xfrm>
                <a:custGeom>
                  <a:avLst/>
                  <a:gdLst/>
                  <a:ahLst/>
                  <a:cxnLst>
                    <a:cxn ang="0">
                      <a:pos x="187" y="46"/>
                    </a:cxn>
                    <a:cxn ang="0">
                      <a:pos x="123" y="125"/>
                    </a:cxn>
                    <a:cxn ang="0">
                      <a:pos x="41" y="271"/>
                    </a:cxn>
                    <a:cxn ang="0">
                      <a:pos x="0" y="392"/>
                    </a:cxn>
                    <a:cxn ang="0">
                      <a:pos x="15" y="438"/>
                    </a:cxn>
                    <a:cxn ang="0">
                      <a:pos x="66" y="428"/>
                    </a:cxn>
                    <a:cxn ang="0">
                      <a:pos x="146" y="325"/>
                    </a:cxn>
                    <a:cxn ang="0">
                      <a:pos x="221" y="190"/>
                    </a:cxn>
                    <a:cxn ang="0">
                      <a:pos x="261" y="96"/>
                    </a:cxn>
                    <a:cxn ang="0">
                      <a:pos x="269" y="30"/>
                    </a:cxn>
                    <a:cxn ang="0">
                      <a:pos x="247" y="0"/>
                    </a:cxn>
                    <a:cxn ang="0">
                      <a:pos x="211" y="23"/>
                    </a:cxn>
                    <a:cxn ang="0">
                      <a:pos x="245" y="38"/>
                    </a:cxn>
                    <a:cxn ang="0">
                      <a:pos x="221" y="125"/>
                    </a:cxn>
                    <a:cxn ang="0">
                      <a:pos x="174" y="234"/>
                    </a:cxn>
                    <a:cxn ang="0">
                      <a:pos x="88" y="359"/>
                    </a:cxn>
                    <a:cxn ang="0">
                      <a:pos x="29" y="397"/>
                    </a:cxn>
                    <a:cxn ang="0">
                      <a:pos x="34" y="336"/>
                    </a:cxn>
                    <a:cxn ang="0">
                      <a:pos x="110" y="179"/>
                    </a:cxn>
                    <a:cxn ang="0">
                      <a:pos x="210" y="42"/>
                    </a:cxn>
                    <a:cxn ang="0">
                      <a:pos x="187" y="46"/>
                    </a:cxn>
                    <a:cxn ang="0">
                      <a:pos x="187" y="46"/>
                    </a:cxn>
                  </a:cxnLst>
                  <a:pathLst>
                    <a:path w="1064" h="1230">
                      <a:moveTo>
                        <a:pt x="741" y="129"/>
                      </a:moveTo>
                      <a:lnTo>
                        <a:pt x="485" y="352"/>
                      </a:lnTo>
                      <a:lnTo>
                        <a:pt x="163" y="762"/>
                      </a:lnTo>
                      <a:lnTo>
                        <a:pt x="0" y="1101"/>
                      </a:lnTo>
                      <a:lnTo>
                        <a:pt x="59" y="1230"/>
                      </a:lnTo>
                      <a:lnTo>
                        <a:pt x="262" y="1201"/>
                      </a:lnTo>
                      <a:lnTo>
                        <a:pt x="578" y="914"/>
                      </a:lnTo>
                      <a:lnTo>
                        <a:pt x="876" y="534"/>
                      </a:lnTo>
                      <a:lnTo>
                        <a:pt x="1034" y="270"/>
                      </a:lnTo>
                      <a:lnTo>
                        <a:pt x="1064" y="84"/>
                      </a:lnTo>
                      <a:lnTo>
                        <a:pt x="977" y="0"/>
                      </a:lnTo>
                      <a:lnTo>
                        <a:pt x="836" y="65"/>
                      </a:lnTo>
                      <a:lnTo>
                        <a:pt x="969" y="107"/>
                      </a:lnTo>
                      <a:lnTo>
                        <a:pt x="876" y="352"/>
                      </a:lnTo>
                      <a:lnTo>
                        <a:pt x="690" y="656"/>
                      </a:lnTo>
                      <a:lnTo>
                        <a:pt x="350" y="1008"/>
                      </a:lnTo>
                      <a:lnTo>
                        <a:pt x="116" y="1114"/>
                      </a:lnTo>
                      <a:lnTo>
                        <a:pt x="135" y="943"/>
                      </a:lnTo>
                      <a:lnTo>
                        <a:pt x="437" y="504"/>
                      </a:lnTo>
                      <a:lnTo>
                        <a:pt x="831" y="118"/>
                      </a:lnTo>
                      <a:lnTo>
                        <a:pt x="741" y="129"/>
                      </a:lnTo>
                      <a:lnTo>
                        <a:pt x="741" y="129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43" name="Freeform 46"/>
                <p:cNvSpPr/>
                <p:nvPr userDrawn="1"/>
              </p:nvSpPr>
              <p:spPr>
                <a:xfrm rot="-3172564">
                  <a:off x="4858" y="181"/>
                  <a:ext cx="505" cy="898"/>
                </a:xfrm>
                <a:custGeom>
                  <a:avLst/>
                  <a:gdLst/>
                  <a:ahLst/>
                  <a:cxnLst>
                    <a:cxn ang="0">
                      <a:pos x="490" y="0"/>
                    </a:cxn>
                    <a:cxn ang="0">
                      <a:pos x="0" y="898"/>
                    </a:cxn>
                    <a:cxn ang="0">
                      <a:pos x="48" y="873"/>
                    </a:cxn>
                    <a:cxn ang="0">
                      <a:pos x="505" y="22"/>
                    </a:cxn>
                    <a:cxn ang="0">
                      <a:pos x="490" y="0"/>
                    </a:cxn>
                    <a:cxn ang="0">
                      <a:pos x="490" y="0"/>
                    </a:cxn>
                  </a:cxnLst>
                  <a:pathLst>
                    <a:path w="2002" h="2521">
                      <a:moveTo>
                        <a:pt x="1941" y="0"/>
                      </a:moveTo>
                      <a:lnTo>
                        <a:pt x="0" y="2521"/>
                      </a:lnTo>
                      <a:lnTo>
                        <a:pt x="192" y="2450"/>
                      </a:lnTo>
                      <a:lnTo>
                        <a:pt x="2002" y="61"/>
                      </a:lnTo>
                      <a:lnTo>
                        <a:pt x="1941" y="0"/>
                      </a:lnTo>
                      <a:lnTo>
                        <a:pt x="1941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44" name="Freeform 47"/>
                <p:cNvSpPr/>
                <p:nvPr userDrawn="1"/>
              </p:nvSpPr>
              <p:spPr>
                <a:xfrm rot="-3172564">
                  <a:off x="4903" y="-19"/>
                  <a:ext cx="758" cy="1344"/>
                </a:xfrm>
                <a:custGeom>
                  <a:avLst/>
                  <a:gdLst/>
                  <a:ahLst/>
                  <a:cxnLst>
                    <a:cxn ang="0">
                      <a:pos x="24" y="1014"/>
                    </a:cxn>
                    <a:cxn ang="0">
                      <a:pos x="99" y="1010"/>
                    </a:cxn>
                    <a:cxn ang="0">
                      <a:pos x="207" y="1072"/>
                    </a:cxn>
                    <a:cxn ang="0">
                      <a:pos x="172" y="1004"/>
                    </a:cxn>
                    <a:cxn ang="0">
                      <a:pos x="93" y="963"/>
                    </a:cxn>
                    <a:cxn ang="0">
                      <a:pos x="161" y="969"/>
                    </a:cxn>
                    <a:cxn ang="0">
                      <a:pos x="247" y="1023"/>
                    </a:cxn>
                    <a:cxn ang="0">
                      <a:pos x="721" y="150"/>
                    </a:cxn>
                    <a:cxn ang="0">
                      <a:pos x="650" y="53"/>
                    </a:cxn>
                    <a:cxn ang="0">
                      <a:pos x="582" y="0"/>
                    </a:cxn>
                    <a:cxn ang="0">
                      <a:pos x="679" y="28"/>
                    </a:cxn>
                    <a:cxn ang="0">
                      <a:pos x="758" y="153"/>
                    </a:cxn>
                    <a:cxn ang="0">
                      <a:pos x="209" y="1167"/>
                    </a:cxn>
                    <a:cxn ang="0">
                      <a:pos x="121" y="1216"/>
                    </a:cxn>
                    <a:cxn ang="0">
                      <a:pos x="26" y="1344"/>
                    </a:cxn>
                    <a:cxn ang="0">
                      <a:pos x="0" y="1307"/>
                    </a:cxn>
                    <a:cxn ang="0">
                      <a:pos x="33" y="1294"/>
                    </a:cxn>
                    <a:cxn ang="0">
                      <a:pos x="95" y="1206"/>
                    </a:cxn>
                    <a:cxn ang="0">
                      <a:pos x="42" y="1167"/>
                    </a:cxn>
                    <a:cxn ang="0">
                      <a:pos x="42" y="1132"/>
                    </a:cxn>
                    <a:cxn ang="0">
                      <a:pos x="104" y="1175"/>
                    </a:cxn>
                    <a:cxn ang="0">
                      <a:pos x="104" y="1136"/>
                    </a:cxn>
                    <a:cxn ang="0">
                      <a:pos x="152" y="1148"/>
                    </a:cxn>
                    <a:cxn ang="0">
                      <a:pos x="108" y="1097"/>
                    </a:cxn>
                    <a:cxn ang="0">
                      <a:pos x="159" y="1091"/>
                    </a:cxn>
                    <a:cxn ang="0">
                      <a:pos x="24" y="1014"/>
                    </a:cxn>
                    <a:cxn ang="0">
                      <a:pos x="24" y="1014"/>
                    </a:cxn>
                  </a:cxnLst>
                  <a:pathLst>
                    <a:path w="3007" h="3771">
                      <a:moveTo>
                        <a:pt x="95" y="2844"/>
                      </a:moveTo>
                      <a:lnTo>
                        <a:pt x="394" y="2834"/>
                      </a:lnTo>
                      <a:lnTo>
                        <a:pt x="821" y="3009"/>
                      </a:lnTo>
                      <a:lnTo>
                        <a:pt x="681" y="2817"/>
                      </a:lnTo>
                      <a:lnTo>
                        <a:pt x="367" y="2703"/>
                      </a:lnTo>
                      <a:lnTo>
                        <a:pt x="637" y="2720"/>
                      </a:lnTo>
                      <a:lnTo>
                        <a:pt x="979" y="2870"/>
                      </a:lnTo>
                      <a:lnTo>
                        <a:pt x="2859" y="420"/>
                      </a:lnTo>
                      <a:lnTo>
                        <a:pt x="2578" y="148"/>
                      </a:lnTo>
                      <a:lnTo>
                        <a:pt x="2308" y="0"/>
                      </a:lnTo>
                      <a:lnTo>
                        <a:pt x="2692" y="78"/>
                      </a:lnTo>
                      <a:lnTo>
                        <a:pt x="3007" y="428"/>
                      </a:lnTo>
                      <a:lnTo>
                        <a:pt x="831" y="3273"/>
                      </a:lnTo>
                      <a:lnTo>
                        <a:pt x="481" y="3412"/>
                      </a:lnTo>
                      <a:lnTo>
                        <a:pt x="105" y="3771"/>
                      </a:lnTo>
                      <a:lnTo>
                        <a:pt x="0" y="3667"/>
                      </a:lnTo>
                      <a:lnTo>
                        <a:pt x="131" y="3631"/>
                      </a:lnTo>
                      <a:lnTo>
                        <a:pt x="376" y="3385"/>
                      </a:lnTo>
                      <a:lnTo>
                        <a:pt x="165" y="3273"/>
                      </a:lnTo>
                      <a:lnTo>
                        <a:pt x="165" y="3176"/>
                      </a:lnTo>
                      <a:lnTo>
                        <a:pt x="411" y="3298"/>
                      </a:lnTo>
                      <a:lnTo>
                        <a:pt x="411" y="3186"/>
                      </a:lnTo>
                      <a:lnTo>
                        <a:pt x="603" y="3220"/>
                      </a:lnTo>
                      <a:lnTo>
                        <a:pt x="428" y="3079"/>
                      </a:lnTo>
                      <a:lnTo>
                        <a:pt x="629" y="3062"/>
                      </a:lnTo>
                      <a:lnTo>
                        <a:pt x="95" y="2844"/>
                      </a:lnTo>
                      <a:lnTo>
                        <a:pt x="95" y="2844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45" name="Freeform 48"/>
                <p:cNvSpPr/>
                <p:nvPr userDrawn="1"/>
              </p:nvSpPr>
              <p:spPr>
                <a:xfrm rot="-3172564">
                  <a:off x="5297" y="896"/>
                  <a:ext cx="169" cy="122"/>
                </a:xfrm>
                <a:custGeom>
                  <a:avLst/>
                  <a:gdLst/>
                  <a:ahLst/>
                  <a:cxnLst>
                    <a:cxn ang="0">
                      <a:pos x="0" y="29"/>
                    </a:cxn>
                    <a:cxn ang="0">
                      <a:pos x="64" y="38"/>
                    </a:cxn>
                    <a:cxn ang="0">
                      <a:pos x="160" y="122"/>
                    </a:cxn>
                    <a:cxn ang="0">
                      <a:pos x="169" y="103"/>
                    </a:cxn>
                    <a:cxn ang="0">
                      <a:pos x="112" y="41"/>
                    </a:cxn>
                    <a:cxn ang="0">
                      <a:pos x="7" y="0"/>
                    </a:cxn>
                    <a:cxn ang="0">
                      <a:pos x="0" y="29"/>
                    </a:cxn>
                    <a:cxn ang="0">
                      <a:pos x="0" y="29"/>
                    </a:cxn>
                  </a:cxnLst>
                  <a:pathLst>
                    <a:path w="673" h="342">
                      <a:moveTo>
                        <a:pt x="0" y="80"/>
                      </a:moveTo>
                      <a:lnTo>
                        <a:pt x="255" y="106"/>
                      </a:lnTo>
                      <a:lnTo>
                        <a:pt x="639" y="342"/>
                      </a:lnTo>
                      <a:lnTo>
                        <a:pt x="673" y="289"/>
                      </a:lnTo>
                      <a:lnTo>
                        <a:pt x="447" y="114"/>
                      </a:lnTo>
                      <a:lnTo>
                        <a:pt x="26" y="0"/>
                      </a:lnTo>
                      <a:lnTo>
                        <a:pt x="0" y="8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46" name="Freeform 49"/>
                <p:cNvSpPr/>
                <p:nvPr userDrawn="1"/>
              </p:nvSpPr>
              <p:spPr>
                <a:xfrm rot="-3172564">
                  <a:off x="5253" y="805"/>
                  <a:ext cx="181" cy="144"/>
                </a:xfrm>
                <a:custGeom>
                  <a:avLst/>
                  <a:gdLst/>
                  <a:ahLst/>
                  <a:cxnLst>
                    <a:cxn ang="0">
                      <a:pos x="0" y="28"/>
                    </a:cxn>
                    <a:cxn ang="0">
                      <a:pos x="86" y="53"/>
                    </a:cxn>
                    <a:cxn ang="0">
                      <a:pos x="161" y="144"/>
                    </a:cxn>
                    <a:cxn ang="0">
                      <a:pos x="181" y="106"/>
                    </a:cxn>
                    <a:cxn ang="0">
                      <a:pos x="106" y="41"/>
                    </a:cxn>
                    <a:cxn ang="0">
                      <a:pos x="18" y="0"/>
                    </a:cxn>
                    <a:cxn ang="0">
                      <a:pos x="0" y="28"/>
                    </a:cxn>
                    <a:cxn ang="0">
                      <a:pos x="0" y="28"/>
                    </a:cxn>
                  </a:cxnLst>
                  <a:pathLst>
                    <a:path w="716" h="403">
                      <a:moveTo>
                        <a:pt x="0" y="78"/>
                      </a:moveTo>
                      <a:lnTo>
                        <a:pt x="340" y="148"/>
                      </a:lnTo>
                      <a:lnTo>
                        <a:pt x="638" y="403"/>
                      </a:lnTo>
                      <a:lnTo>
                        <a:pt x="716" y="296"/>
                      </a:lnTo>
                      <a:lnTo>
                        <a:pt x="420" y="114"/>
                      </a:lnTo>
                      <a:lnTo>
                        <a:pt x="70" y="0"/>
                      </a:lnTo>
                      <a:lnTo>
                        <a:pt x="0" y="78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47" name="Freeform 50"/>
                <p:cNvSpPr/>
                <p:nvPr userDrawn="1"/>
              </p:nvSpPr>
              <p:spPr>
                <a:xfrm rot="-3172564">
                  <a:off x="4985" y="210"/>
                  <a:ext cx="181" cy="147"/>
                </a:xfrm>
                <a:custGeom>
                  <a:avLst/>
                  <a:gdLst/>
                  <a:ahLst/>
                  <a:cxnLst>
                    <a:cxn ang="0">
                      <a:pos x="0" y="28"/>
                    </a:cxn>
                    <a:cxn ang="0">
                      <a:pos x="80" y="50"/>
                    </a:cxn>
                    <a:cxn ang="0">
                      <a:pos x="164" y="147"/>
                    </a:cxn>
                    <a:cxn ang="0">
                      <a:pos x="181" y="112"/>
                    </a:cxn>
                    <a:cxn ang="0">
                      <a:pos x="99" y="31"/>
                    </a:cxn>
                    <a:cxn ang="0">
                      <a:pos x="14" y="0"/>
                    </a:cxn>
                    <a:cxn ang="0">
                      <a:pos x="0" y="28"/>
                    </a:cxn>
                    <a:cxn ang="0">
                      <a:pos x="0" y="28"/>
                    </a:cxn>
                  </a:cxnLst>
                  <a:pathLst>
                    <a:path w="717" h="411">
                      <a:moveTo>
                        <a:pt x="0" y="78"/>
                      </a:moveTo>
                      <a:lnTo>
                        <a:pt x="316" y="139"/>
                      </a:lnTo>
                      <a:lnTo>
                        <a:pt x="649" y="411"/>
                      </a:lnTo>
                      <a:lnTo>
                        <a:pt x="717" y="314"/>
                      </a:lnTo>
                      <a:lnTo>
                        <a:pt x="394" y="87"/>
                      </a:lnTo>
                      <a:lnTo>
                        <a:pt x="54" y="0"/>
                      </a:lnTo>
                      <a:lnTo>
                        <a:pt x="0" y="78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48" name="Freeform 51"/>
                <p:cNvSpPr/>
                <p:nvPr userDrawn="1"/>
              </p:nvSpPr>
              <p:spPr>
                <a:xfrm rot="-3172564">
                  <a:off x="4948" y="141"/>
                  <a:ext cx="179" cy="138"/>
                </a:xfrm>
                <a:custGeom>
                  <a:avLst/>
                  <a:gdLst/>
                  <a:ahLst/>
                  <a:cxnLst>
                    <a:cxn ang="0">
                      <a:pos x="0" y="31"/>
                    </a:cxn>
                    <a:cxn ang="0">
                      <a:pos x="69" y="47"/>
                    </a:cxn>
                    <a:cxn ang="0">
                      <a:pos x="168" y="138"/>
                    </a:cxn>
                    <a:cxn ang="0">
                      <a:pos x="179" y="110"/>
                    </a:cxn>
                    <a:cxn ang="0">
                      <a:pos x="77" y="19"/>
                    </a:cxn>
                    <a:cxn ang="0">
                      <a:pos x="11" y="0"/>
                    </a:cxn>
                    <a:cxn ang="0">
                      <a:pos x="0" y="31"/>
                    </a:cxn>
                    <a:cxn ang="0">
                      <a:pos x="0" y="31"/>
                    </a:cxn>
                  </a:cxnLst>
                  <a:pathLst>
                    <a:path w="709" h="386">
                      <a:moveTo>
                        <a:pt x="0" y="88"/>
                      </a:moveTo>
                      <a:lnTo>
                        <a:pt x="272" y="131"/>
                      </a:lnTo>
                      <a:lnTo>
                        <a:pt x="665" y="386"/>
                      </a:lnTo>
                      <a:lnTo>
                        <a:pt x="709" y="308"/>
                      </a:lnTo>
                      <a:lnTo>
                        <a:pt x="306" y="53"/>
                      </a:lnTo>
                      <a:lnTo>
                        <a:pt x="43" y="0"/>
                      </a:lnTo>
                      <a:lnTo>
                        <a:pt x="0" y="88"/>
                      </a:lnTo>
                      <a:lnTo>
                        <a:pt x="0" y="8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</p:grpSp>
        </p:grpSp>
        <p:sp>
          <p:nvSpPr>
            <p:cNvPr id="1038" name="Line 52"/>
            <p:cNvSpPr/>
            <p:nvPr userDrawn="1"/>
          </p:nvSpPr>
          <p:spPr>
            <a:xfrm>
              <a:off x="4870" y="84"/>
              <a:ext cx="42" cy="9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2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3.wmf"/><Relationship Id="rId1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22.xml"/><Relationship Id="rId4" Type="http://schemas.openxmlformats.org/officeDocument/2006/relationships/image" Target="../media/image7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6.wmf"/><Relationship Id="rId1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2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9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8.wmf"/><Relationship Id="rId1" Type="http://schemas.openxmlformats.org/officeDocument/2006/relationships/oleObject" Target="../embeddings/oleObject7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12.png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28.png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2.xml"/><Relationship Id="rId4" Type="http://schemas.openxmlformats.org/officeDocument/2006/relationships/image" Target="../media/image30.png"/><Relationship Id="rId3" Type="http://schemas.openxmlformats.org/officeDocument/2006/relationships/tags" Target="../tags/tag5.xml"/><Relationship Id="rId2" Type="http://schemas.openxmlformats.org/officeDocument/2006/relationships/image" Target="../media/image29.png"/><Relationship Id="rId1" Type="http://schemas.openxmlformats.org/officeDocument/2006/relationships/tags" Target="../tags/tag4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2.xml"/><Relationship Id="rId4" Type="http://schemas.openxmlformats.org/officeDocument/2006/relationships/image" Target="../media/image29.png"/><Relationship Id="rId3" Type="http://schemas.openxmlformats.org/officeDocument/2006/relationships/tags" Target="../tags/tag7.xml"/><Relationship Id="rId2" Type="http://schemas.openxmlformats.org/officeDocument/2006/relationships/image" Target="../media/image35.png"/><Relationship Id="rId1" Type="http://schemas.openxmlformats.org/officeDocument/2006/relationships/tags" Target="../tags/tag6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2.xml"/><Relationship Id="rId4" Type="http://schemas.openxmlformats.org/officeDocument/2006/relationships/image" Target="../media/image37.png"/><Relationship Id="rId3" Type="http://schemas.openxmlformats.org/officeDocument/2006/relationships/tags" Target="../tags/tag9.xml"/><Relationship Id="rId2" Type="http://schemas.openxmlformats.org/officeDocument/2006/relationships/image" Target="../media/image36.png"/><Relationship Id="rId1" Type="http://schemas.openxmlformats.org/officeDocument/2006/relationships/tags" Target="../tags/tag8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2.xml"/><Relationship Id="rId4" Type="http://schemas.openxmlformats.org/officeDocument/2006/relationships/image" Target="../media/image38.png"/><Relationship Id="rId3" Type="http://schemas.openxmlformats.org/officeDocument/2006/relationships/tags" Target="../tags/tag11.xml"/><Relationship Id="rId2" Type="http://schemas.openxmlformats.org/officeDocument/2006/relationships/image" Target="../media/image36.png"/><Relationship Id="rId1" Type="http://schemas.openxmlformats.org/officeDocument/2006/relationships/tags" Target="../tags/tag10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2.xml"/><Relationship Id="rId4" Type="http://schemas.openxmlformats.org/officeDocument/2006/relationships/image" Target="../media/image39.png"/><Relationship Id="rId3" Type="http://schemas.openxmlformats.org/officeDocument/2006/relationships/tags" Target="../tags/tag13.xml"/><Relationship Id="rId2" Type="http://schemas.openxmlformats.org/officeDocument/2006/relationships/image" Target="../media/image36.png"/><Relationship Id="rId1" Type="http://schemas.openxmlformats.org/officeDocument/2006/relationships/tags" Target="../tags/tag12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2.xml"/><Relationship Id="rId4" Type="http://schemas.openxmlformats.org/officeDocument/2006/relationships/image" Target="../media/image40.png"/><Relationship Id="rId3" Type="http://schemas.openxmlformats.org/officeDocument/2006/relationships/tags" Target="../tags/tag15.xml"/><Relationship Id="rId2" Type="http://schemas.openxmlformats.org/officeDocument/2006/relationships/image" Target="../media/image36.png"/><Relationship Id="rId1" Type="http://schemas.openxmlformats.org/officeDocument/2006/relationships/tags" Target="../tags/tag14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2.xml"/><Relationship Id="rId4" Type="http://schemas.openxmlformats.org/officeDocument/2006/relationships/image" Target="../media/image42.png"/><Relationship Id="rId3" Type="http://schemas.openxmlformats.org/officeDocument/2006/relationships/tags" Target="../tags/tag17.xml"/><Relationship Id="rId2" Type="http://schemas.openxmlformats.org/officeDocument/2006/relationships/image" Target="../media/image41.png"/><Relationship Id="rId1" Type="http://schemas.openxmlformats.org/officeDocument/2006/relationships/tags" Target="../tags/tag16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image" Target="../media/image46.png"/><Relationship Id="rId7" Type="http://schemas.openxmlformats.org/officeDocument/2006/relationships/tags" Target="../tags/tag21.xml"/><Relationship Id="rId6" Type="http://schemas.openxmlformats.org/officeDocument/2006/relationships/image" Target="../media/image45.png"/><Relationship Id="rId5" Type="http://schemas.openxmlformats.org/officeDocument/2006/relationships/tags" Target="../tags/tag20.xml"/><Relationship Id="rId4" Type="http://schemas.openxmlformats.org/officeDocument/2006/relationships/image" Target="../media/image44.png"/><Relationship Id="rId3" Type="http://schemas.openxmlformats.org/officeDocument/2006/relationships/tags" Target="../tags/tag19.xml"/><Relationship Id="rId2" Type="http://schemas.openxmlformats.org/officeDocument/2006/relationships/image" Target="../media/image43.png"/><Relationship Id="rId1" Type="http://schemas.openxmlformats.org/officeDocument/2006/relationships/tags" Target="../tags/tag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Rectangle 2"/>
          <p:cNvSpPr>
            <a:spLocks noGrp="1" noChangeArrowheads="1"/>
          </p:cNvSpPr>
          <p:nvPr/>
        </p:nvSpPr>
        <p:spPr>
          <a:xfrm>
            <a:off x="273050" y="692785"/>
            <a:ext cx="7839710" cy="9480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latin typeface="Arial" panose="020B0604020202020204" pitchFamily="34" charset="0"/>
                <a:ea typeface="微软雅黑" panose="020B0503020204020204" charset="-122"/>
              </a:rPr>
              <a:t>1.3 </a:t>
            </a:r>
            <a:r>
              <a:rPr lang="zh-CN" altLang="en-US" sz="3200" b="1" dirty="0">
                <a:latin typeface="Arial" panose="020B0604020202020204" pitchFamily="34" charset="0"/>
                <a:ea typeface="微软雅黑" panose="020B0503020204020204" charset="-122"/>
              </a:rPr>
              <a:t>非法拉第过程及电极/溶液界面的性能</a:t>
            </a:r>
            <a:endParaRPr lang="zh-CN" altLang="en-US" sz="32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59205" y="2348865"/>
            <a:ext cx="6743700" cy="939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buClrTx/>
              <a:buSzTx/>
              <a:buFontTx/>
            </a:pPr>
            <a:endParaRPr lang="en-US" altLang="zh-CN" sz="2800" b="1" dirty="0">
              <a:latin typeface="Arial" panose="020B0604020202020204" pitchFamily="34" charset="0"/>
              <a:ea typeface="微软雅黑" panose="020B0503020204020204" charset="-122"/>
              <a:cs typeface="新宋体" panose="02010609030101010101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2800" b="1" dirty="0">
                <a:latin typeface="Arial" panose="020B0604020202020204" pitchFamily="34" charset="0"/>
                <a:ea typeface="微软雅黑" panose="020B0503020204020204" charset="-122"/>
                <a:cs typeface="新宋体" panose="02010609030101010101" charset="-122"/>
                <a:sym typeface="+mn-ea"/>
              </a:rPr>
              <a:t>1.3.1 法拉第定律</a:t>
            </a:r>
            <a:endParaRPr lang="en-US" altLang="zh-CN" sz="2800" b="1" dirty="0">
              <a:latin typeface="Arial" panose="020B0604020202020204" pitchFamily="34" charset="0"/>
              <a:ea typeface="微软雅黑" panose="020B0503020204020204" charset="-122"/>
              <a:cs typeface="新宋体" panose="02010609030101010101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2800" b="1" dirty="0">
                <a:latin typeface="Arial" panose="020B0604020202020204" pitchFamily="34" charset="0"/>
                <a:ea typeface="微软雅黑" panose="020B0503020204020204" charset="-122"/>
                <a:cs typeface="新宋体" panose="02010609030101010101" charset="-122"/>
                <a:sym typeface="+mn-ea"/>
              </a:rPr>
              <a:t>1.3.2 </a:t>
            </a:r>
            <a:r>
              <a:rPr lang="zh-CN" altLang="en-US" sz="2800" b="1" dirty="0">
                <a:latin typeface="Arial" panose="020B0604020202020204" pitchFamily="34" charset="0"/>
                <a:ea typeface="微软雅黑" panose="020B0503020204020204" charset="-122"/>
                <a:cs typeface="新宋体" panose="02010609030101010101" charset="-122"/>
                <a:sym typeface="+mn-ea"/>
              </a:rPr>
              <a:t>双电层模型简介</a:t>
            </a:r>
            <a:endParaRPr lang="en-US" altLang="zh-CN" sz="2800" b="1" dirty="0">
              <a:latin typeface="Arial" panose="020B0604020202020204" pitchFamily="34" charset="0"/>
              <a:ea typeface="微软雅黑" panose="020B0503020204020204" charset="-122"/>
              <a:cs typeface="新宋体" panose="02010609030101010101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2800" b="1" dirty="0">
                <a:latin typeface="Arial" panose="020B0604020202020204" pitchFamily="34" charset="0"/>
                <a:ea typeface="微软雅黑" panose="020B0503020204020204" charset="-122"/>
                <a:cs typeface="新宋体" panose="02010609030101010101" charset="-122"/>
                <a:sym typeface="+mn-ea"/>
              </a:rPr>
              <a:t>1.3.3 </a:t>
            </a:r>
            <a:r>
              <a:rPr lang="zh-CN" altLang="en-US" sz="2800" b="1" dirty="0">
                <a:latin typeface="Arial" panose="020B0604020202020204" pitchFamily="34" charset="0"/>
                <a:ea typeface="微软雅黑" panose="020B0503020204020204" charset="-122"/>
                <a:cs typeface="新宋体" panose="02010609030101010101" charset="-122"/>
                <a:sym typeface="+mn-ea"/>
              </a:rPr>
              <a:t>电毛细曲线与零电荷电势</a:t>
            </a:r>
            <a:endParaRPr lang="zh-CN" altLang="en-US" sz="2800" b="1" dirty="0">
              <a:latin typeface="Arial" panose="020B0604020202020204" pitchFamily="34" charset="0"/>
              <a:ea typeface="微软雅黑" panose="020B0503020204020204" charset="-122"/>
              <a:cs typeface="新宋体" panose="0201060903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628255" y="28575"/>
            <a:ext cx="1551940" cy="6829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p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0" y="4898390"/>
            <a:ext cx="2411730" cy="1931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p>
            <a:endParaRPr lang="zh-CN" altLang="en-US" sz="1800"/>
          </a:p>
        </p:txBody>
      </p:sp>
      <p:sp>
        <p:nvSpPr>
          <p:cNvPr id="105479" name="Text Box 11"/>
          <p:cNvSpPr txBox="1"/>
          <p:nvPr/>
        </p:nvSpPr>
        <p:spPr>
          <a:xfrm>
            <a:off x="3131820" y="304800"/>
            <a:ext cx="3810000" cy="52197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1.3.1 </a:t>
            </a: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法拉第定律</a:t>
            </a:r>
            <a:endParaRPr lang="zh-CN" altLang="en-US" sz="2800" dirty="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265672" name="Rectangle 108"/>
          <p:cNvSpPr/>
          <p:nvPr/>
        </p:nvSpPr>
        <p:spPr>
          <a:xfrm>
            <a:off x="792163" y="863600"/>
            <a:ext cx="7559675" cy="13684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86393" tIns="43196" rIns="86393" bIns="43196" anchor="ctr" anchorCtr="0"/>
          <a:p>
            <a:pPr>
              <a:lnSpc>
                <a:spcPct val="120000"/>
              </a:lnSpc>
            </a:pPr>
            <a:r>
              <a:rPr lang="en-US" altLang="zh-CN" sz="2300" dirty="0">
                <a:latin typeface="Arial" panose="020B0604020202020204" pitchFamily="34" charset="0"/>
                <a:ea typeface="微软雅黑" panose="020B0503020204020204" charset="-122"/>
              </a:rPr>
              <a:t>        1833</a:t>
            </a:r>
            <a:r>
              <a:rPr lang="zh-CN" altLang="en-US" sz="2300" dirty="0">
                <a:latin typeface="Arial" panose="020B0604020202020204" pitchFamily="34" charset="0"/>
                <a:ea typeface="微软雅黑" panose="020B0503020204020204" charset="-122"/>
              </a:rPr>
              <a:t>年英国科学家法拉第</a:t>
            </a:r>
            <a:r>
              <a:rPr lang="en-US" altLang="zh-CN" sz="2300" dirty="0">
                <a:latin typeface="Arial" panose="020B0604020202020204" pitchFamily="34" charset="0"/>
                <a:ea typeface="微软雅黑" panose="020B0503020204020204" charset="-122"/>
              </a:rPr>
              <a:t>(Faraday M)</a:t>
            </a:r>
            <a:r>
              <a:rPr lang="zh-CN" altLang="en-US" sz="2300" dirty="0">
                <a:latin typeface="Arial" panose="020B0604020202020204" pitchFamily="34" charset="0"/>
                <a:ea typeface="微软雅黑" panose="020B0503020204020204" charset="-122"/>
              </a:rPr>
              <a:t>在研究了大量电解过程后提出了著名的</a:t>
            </a:r>
            <a:r>
              <a:rPr lang="zh-CN" altLang="en-US" sz="2300" b="1" dirty="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法拉第电解定律</a:t>
            </a:r>
            <a:r>
              <a:rPr lang="zh-CN" altLang="en-US" sz="2300" b="1" dirty="0">
                <a:latin typeface="Arial" panose="020B0604020202020204" pitchFamily="34" charset="0"/>
                <a:ea typeface="微软雅黑" panose="020B0503020204020204" charset="-122"/>
                <a:sym typeface="Symbol" panose="05050102010706020507" pitchFamily="18" charset="2"/>
              </a:rPr>
              <a:t></a:t>
            </a:r>
            <a:r>
              <a:rPr lang="zh-CN" altLang="en-US" sz="2300" b="1" dirty="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电解时电极上发生化学反应的量与通过电解池的电量成正比</a:t>
            </a:r>
            <a:r>
              <a:rPr lang="zh-CN" altLang="en-US" sz="2300" dirty="0">
                <a:solidFill>
                  <a:srgbClr val="0033CC"/>
                </a:solidFill>
                <a:latin typeface="Arial" panose="020B0604020202020204" pitchFamily="34" charset="0"/>
                <a:ea typeface="微软雅黑" panose="020B0503020204020204" charset="-122"/>
              </a:rPr>
              <a:t>。 </a:t>
            </a:r>
            <a:endParaRPr lang="zh-CN" altLang="en-US" sz="2300" dirty="0">
              <a:solidFill>
                <a:srgbClr val="0033CC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265673" name="Text Box 109"/>
          <p:cNvSpPr txBox="1"/>
          <p:nvPr/>
        </p:nvSpPr>
        <p:spPr>
          <a:xfrm>
            <a:off x="611505" y="2565400"/>
            <a:ext cx="8160385" cy="934720"/>
          </a:xfrm>
          <a:prstGeom prst="rect">
            <a:avLst/>
          </a:prstGeom>
          <a:noFill/>
          <a:ln w="9525">
            <a:noFill/>
          </a:ln>
        </p:spPr>
        <p:txBody>
          <a:bodyPr wrap="square" lIns="86393" tIns="43196" rIns="86393" bIns="43196">
            <a:spAutoFit/>
          </a:bodyPr>
          <a:p>
            <a:pPr defTabSz="863600">
              <a:lnSpc>
                <a:spcPct val="120000"/>
              </a:lnSpc>
            </a:pPr>
            <a:r>
              <a:rPr lang="zh-CN" altLang="zh-CN" sz="2300" dirty="0">
                <a:latin typeface="Arial" panose="020B0604020202020204" pitchFamily="34" charset="0"/>
                <a:ea typeface="微软雅黑" panose="020B0503020204020204" charset="-122"/>
              </a:rPr>
              <a:t>即：</a:t>
            </a:r>
            <a:r>
              <a:rPr lang="zh-CN" altLang="zh-CN" sz="2300" b="1" dirty="0">
                <a:latin typeface="Arial" panose="020B0604020202020204" pitchFamily="34" charset="0"/>
                <a:ea typeface="微软雅黑" panose="020B0503020204020204" charset="-122"/>
              </a:rPr>
              <a:t>通过</a:t>
            </a:r>
            <a:r>
              <a:rPr lang="zh-CN" altLang="zh-CN" sz="2300" b="1" dirty="0">
                <a:solidFill>
                  <a:srgbClr val="CC0000"/>
                </a:solidFill>
                <a:latin typeface="Arial" panose="020B0604020202020204" pitchFamily="34" charset="0"/>
                <a:ea typeface="微软雅黑" panose="020B0503020204020204" charset="-122"/>
              </a:rPr>
              <a:t>1 </a:t>
            </a:r>
            <a:r>
              <a:rPr lang="en-US" altLang="zh-CN" sz="2300" b="1" dirty="0">
                <a:solidFill>
                  <a:srgbClr val="CC0000"/>
                </a:solidFill>
                <a:latin typeface="Arial" panose="020B0604020202020204" pitchFamily="34" charset="0"/>
                <a:ea typeface="微软雅黑" panose="020B0503020204020204" charset="-122"/>
              </a:rPr>
              <a:t>mol </a:t>
            </a:r>
            <a:r>
              <a:rPr lang="zh-CN" altLang="zh-CN" sz="2300" b="1" dirty="0">
                <a:solidFill>
                  <a:srgbClr val="CC0000"/>
                </a:solidFill>
                <a:latin typeface="Arial" panose="020B0604020202020204" pitchFamily="34" charset="0"/>
                <a:ea typeface="微软雅黑" panose="020B0503020204020204" charset="-122"/>
              </a:rPr>
              <a:t>电子电量</a:t>
            </a:r>
            <a:r>
              <a:rPr lang="zh-CN" altLang="zh-CN" sz="2300" b="1" dirty="0">
                <a:latin typeface="Arial" panose="020B0604020202020204" pitchFamily="34" charset="0"/>
                <a:ea typeface="微软雅黑" panose="020B0503020204020204" charset="-122"/>
              </a:rPr>
              <a:t>时，任一电极上发生得失1 </a:t>
            </a:r>
            <a:r>
              <a:rPr lang="en-US" altLang="zh-CN" sz="2300" b="1" dirty="0">
                <a:latin typeface="Arial" panose="020B0604020202020204" pitchFamily="34" charset="0"/>
                <a:ea typeface="微软雅黑" panose="020B0503020204020204" charset="-122"/>
              </a:rPr>
              <a:t>mol </a:t>
            </a:r>
            <a:r>
              <a:rPr lang="zh-CN" altLang="zh-CN" sz="2300" b="1" dirty="0">
                <a:latin typeface="Arial" panose="020B0604020202020204" pitchFamily="34" charset="0"/>
                <a:ea typeface="微软雅黑" panose="020B0503020204020204" charset="-122"/>
              </a:rPr>
              <a:t>电子的电极反应</a:t>
            </a:r>
            <a:r>
              <a:rPr lang="zh-CN" altLang="zh-CN" sz="2300" dirty="0">
                <a:latin typeface="Arial" panose="020B0604020202020204" pitchFamily="34" charset="0"/>
                <a:ea typeface="微软雅黑" panose="020B0503020204020204" charset="-122"/>
              </a:rPr>
              <a:t>。电极上析出或溶解的物质的量与之相应。</a:t>
            </a:r>
            <a:endParaRPr lang="zh-CN" altLang="en-US" sz="230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05482" name="Rectangle 113"/>
          <p:cNvSpPr/>
          <p:nvPr/>
        </p:nvSpPr>
        <p:spPr>
          <a:xfrm>
            <a:off x="792163" y="3671888"/>
            <a:ext cx="6911975" cy="1079500"/>
          </a:xfrm>
          <a:prstGeom prst="rect">
            <a:avLst/>
          </a:prstGeom>
          <a:noFill/>
          <a:ln w="9525">
            <a:noFill/>
          </a:ln>
        </p:spPr>
        <p:txBody>
          <a:bodyPr lIns="86393" tIns="43196" rIns="86393" bIns="43196"/>
          <a:p>
            <a:pPr marL="342900" indent="-342900">
              <a:spcBef>
                <a:spcPct val="20000"/>
              </a:spcBef>
            </a:pPr>
            <a:r>
              <a:rPr lang="en-US" altLang="zh-CN" sz="2300" dirty="0">
                <a:latin typeface="Arial" panose="020B0604020202020204" pitchFamily="34" charset="0"/>
                <a:ea typeface="微软雅黑" panose="020B0503020204020204" charset="-122"/>
              </a:rPr>
              <a:t>		                                </a:t>
            </a:r>
            <a:r>
              <a:rPr lang="zh-CN" altLang="en-US" sz="2300" dirty="0">
                <a:latin typeface="Arial" panose="020B0604020202020204" pitchFamily="34" charset="0"/>
                <a:ea typeface="微软雅黑" panose="020B0503020204020204" charset="-122"/>
              </a:rPr>
              <a:t>电解过程</a:t>
            </a:r>
            <a:endParaRPr lang="zh-CN" altLang="en-US" sz="2300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342900" indent="-342900">
              <a:lnSpc>
                <a:spcPct val="50000"/>
              </a:lnSpc>
              <a:spcBef>
                <a:spcPct val="20000"/>
              </a:spcBef>
            </a:pPr>
            <a:r>
              <a:rPr lang="zh-CN" altLang="en-US" sz="2300" dirty="0">
                <a:latin typeface="Arial" panose="020B0604020202020204" pitchFamily="34" charset="0"/>
                <a:ea typeface="微软雅黑" panose="020B0503020204020204" charset="-122"/>
              </a:rPr>
              <a:t>法拉第定律 同时适用于</a:t>
            </a:r>
            <a:endParaRPr lang="zh-CN" altLang="en-US" sz="2300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zh-CN" altLang="en-US" sz="2300" dirty="0">
                <a:latin typeface="Arial" panose="020B0604020202020204" pitchFamily="34" charset="0"/>
                <a:ea typeface="微软雅黑" panose="020B0503020204020204" charset="-122"/>
              </a:rPr>
              <a:t>			                     原电池放电过程</a:t>
            </a:r>
            <a:endParaRPr lang="zh-CN" altLang="en-US" sz="230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05481" name="AutoShape 115"/>
          <p:cNvSpPr/>
          <p:nvPr/>
        </p:nvSpPr>
        <p:spPr>
          <a:xfrm>
            <a:off x="4067711" y="3801216"/>
            <a:ext cx="143999" cy="8636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86393" tIns="43196" rIns="86393" bIns="43196" anchor="ctr" anchorCtr="0"/>
          <a:p>
            <a:pPr defTabSz="863600"/>
            <a:endParaRPr lang="zh-CN" altLang="zh-CN" sz="1900" dirty="0">
              <a:latin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5137150"/>
            <a:ext cx="8420100" cy="1304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65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65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5672" grpId="0" bldLvl="0" animBg="1"/>
      <p:bldP spid="126567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628255" y="28575"/>
            <a:ext cx="1551940" cy="6829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p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0" y="4898390"/>
            <a:ext cx="2411730" cy="1931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p>
            <a:endParaRPr lang="zh-CN" altLang="en-US" sz="1800"/>
          </a:p>
        </p:txBody>
      </p:sp>
      <p:sp>
        <p:nvSpPr>
          <p:cNvPr id="5123" name="Slide Number Placeholder 3"/>
          <p:cNvSpPr txBox="1">
            <a:spLocks noGrp="1"/>
          </p:cNvSpPr>
          <p:nvPr/>
        </p:nvSpPr>
        <p:spPr>
          <a:xfrm>
            <a:off x="6788150" y="5649595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lIns="91429" tIns="45714" rIns="91429" bIns="45714"/>
          <a:p>
            <a:pPr algn="r"/>
            <a:fld id="{9A0DB2DC-4C9A-4742-B13C-FB6460FD3503}" type="slidenum">
              <a:rPr lang="en-US" altLang="zh-CN" sz="1400" b="0" dirty="0">
                <a:latin typeface="Times New Roman" panose="02020603050405020304" pitchFamily="18" charset="0"/>
              </a:rPr>
            </a:fld>
            <a:endParaRPr lang="en-US" altLang="zh-CN" sz="1400" b="0" dirty="0">
              <a:latin typeface="Times New Roman" panose="02020603050405020304" pitchFamily="18" charset="0"/>
            </a:endParaRPr>
          </a:p>
        </p:txBody>
      </p:sp>
      <p:sp>
        <p:nvSpPr>
          <p:cNvPr id="5124" name="Text Box 2"/>
          <p:cNvSpPr txBox="1"/>
          <p:nvPr/>
        </p:nvSpPr>
        <p:spPr>
          <a:xfrm>
            <a:off x="539750" y="1125220"/>
            <a:ext cx="5543550" cy="440055"/>
          </a:xfrm>
          <a:prstGeom prst="rect">
            <a:avLst/>
          </a:prstGeom>
          <a:noFill/>
          <a:ln w="9525">
            <a:noFill/>
          </a:ln>
        </p:spPr>
        <p:txBody>
          <a:bodyPr lIns="86393" tIns="43196" rIns="86393" bIns="43196">
            <a:spAutoFit/>
          </a:bodyPr>
          <a:p>
            <a:pPr defTabSz="863600">
              <a:spcBef>
                <a:spcPct val="50000"/>
              </a:spcBef>
            </a:pPr>
            <a:r>
              <a:rPr lang="zh-CN" altLang="en-US" sz="2300" dirty="0">
                <a:latin typeface="Arial" panose="020B0604020202020204" pitchFamily="34" charset="0"/>
                <a:ea typeface="微软雅黑" panose="020B0503020204020204" charset="-122"/>
              </a:rPr>
              <a:t>电极反应的通式可写为： </a:t>
            </a:r>
            <a:endParaRPr lang="zh-CN" altLang="en-US" sz="230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125" name="Text Box 15"/>
          <p:cNvSpPr txBox="1"/>
          <p:nvPr/>
        </p:nvSpPr>
        <p:spPr>
          <a:xfrm>
            <a:off x="234950" y="1658620"/>
            <a:ext cx="8959850" cy="156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charset="-122"/>
              </a:rPr>
              <a:t>无论对阴极上的反应：氧化态 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charset="-122"/>
              </a:rPr>
              <a:t>+ </a:t>
            </a:r>
            <a:r>
              <a:rPr lang="en-US" altLang="zh-CN" sz="2400" b="1" i="1" dirty="0">
                <a:latin typeface="Arial" panose="020B0604020202020204" pitchFamily="34" charset="0"/>
                <a:ea typeface="微软雅黑" panose="020B0503020204020204" charset="-122"/>
              </a:rPr>
              <a:t>z 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charset="-122"/>
              </a:rPr>
              <a:t>e </a:t>
            </a:r>
            <a:r>
              <a:rPr lang="en-US" altLang="zh-CN" sz="2800" b="1" baseline="30000" dirty="0">
                <a:latin typeface="Arial" panose="020B0604020202020204" pitchFamily="34" charset="0"/>
                <a:ea typeface="微软雅黑" panose="020B0503020204020204" charset="-122"/>
              </a:rPr>
              <a:t>- </a:t>
            </a:r>
            <a:r>
              <a:rPr lang="en-US" altLang="zh-CN" sz="2400" b="1" baseline="30000" dirty="0"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charset="-122"/>
              </a:rPr>
              <a:t>=  </a:t>
            </a:r>
            <a:r>
              <a:rPr lang="zh-CN" altLang="en-US" sz="2400" b="1" dirty="0">
                <a:latin typeface="Arial" panose="020B0604020202020204" pitchFamily="34" charset="0"/>
                <a:ea typeface="微软雅黑" panose="020B0503020204020204" charset="-122"/>
              </a:rPr>
              <a:t>还原态</a:t>
            </a:r>
            <a:endParaRPr lang="zh-CN" altLang="en-US" sz="2800" b="1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charset="-122"/>
              </a:rPr>
              <a:t>还是对阳极上的反应：还原态 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charset="-122"/>
              </a:rPr>
              <a:t>= </a:t>
            </a:r>
            <a:r>
              <a:rPr lang="zh-CN" altLang="en-US" sz="2400" b="1" dirty="0">
                <a:latin typeface="Arial" panose="020B0604020202020204" pitchFamily="34" charset="0"/>
                <a:ea typeface="微软雅黑" panose="020B0503020204020204" charset="-122"/>
              </a:rPr>
              <a:t>氧化态 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charset="-122"/>
              </a:rPr>
              <a:t>+ </a:t>
            </a:r>
            <a:r>
              <a:rPr lang="en-US" altLang="zh-CN" sz="2400" b="1" i="1" dirty="0">
                <a:latin typeface="Arial" panose="020B0604020202020204" pitchFamily="34" charset="0"/>
                <a:ea typeface="微软雅黑" panose="020B0503020204020204" charset="-122"/>
              </a:rPr>
              <a:t>z 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charset="-122"/>
              </a:rPr>
              <a:t>e </a:t>
            </a:r>
            <a:r>
              <a:rPr lang="en-US" altLang="zh-CN" sz="2800" b="1" baseline="30000" dirty="0">
                <a:latin typeface="Arial" panose="020B0604020202020204" pitchFamily="34" charset="0"/>
                <a:ea typeface="微软雅黑" panose="020B0503020204020204" charset="-122"/>
              </a:rPr>
              <a:t>-</a:t>
            </a:r>
            <a:r>
              <a:rPr lang="en-US" altLang="zh-CN" sz="2800" baseline="30000" dirty="0"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endParaRPr lang="en-US" altLang="zh-CN" sz="2400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dirty="0">
                <a:latin typeface="Arial" panose="020B0604020202020204" pitchFamily="34" charset="0"/>
                <a:ea typeface="微软雅黑" panose="020B0503020204020204" charset="-122"/>
              </a:rPr>
              <a:t>            </a:t>
            </a:r>
            <a:r>
              <a:rPr lang="zh-CN" altLang="en-US" sz="2400" dirty="0">
                <a:latin typeface="Arial" panose="020B0604020202020204" pitchFamily="34" charset="0"/>
                <a:ea typeface="微软雅黑" panose="020B0503020204020204" charset="-122"/>
              </a:rPr>
              <a:t>均有下式 ：</a:t>
            </a:r>
            <a:endParaRPr lang="zh-CN" altLang="en-US" sz="240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aphicFrame>
        <p:nvGraphicFramePr>
          <p:cNvPr id="1266704" name="Object 16"/>
          <p:cNvGraphicFramePr/>
          <p:nvPr/>
        </p:nvGraphicFramePr>
        <p:xfrm>
          <a:off x="3203575" y="2709545"/>
          <a:ext cx="2327910" cy="598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558165" imgH="203200" progId="Equation.3">
                  <p:embed/>
                </p:oleObj>
              </mc:Choice>
              <mc:Fallback>
                <p:oleObj name="" r:id="rId1" imgW="558165" imgH="2032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03575" y="2709545"/>
                        <a:ext cx="2327910" cy="59817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 cap="flat" cmpd="sng">
                        <a:solidFill>
                          <a:srgbClr val="FF99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6705" name="Rectangle 17"/>
          <p:cNvSpPr/>
          <p:nvPr/>
        </p:nvSpPr>
        <p:spPr>
          <a:xfrm>
            <a:off x="154940" y="3716020"/>
            <a:ext cx="8725535" cy="1938020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latin typeface="Arial" panose="020B0604020202020204" pitchFamily="34" charset="0"/>
                <a:ea typeface="微软雅黑" panose="020B0503020204020204" charset="-122"/>
              </a:rPr>
              <a:t>其中：</a:t>
            </a:r>
            <a:r>
              <a:rPr lang="en-US" altLang="zh-CN" sz="2400" i="1" dirty="0">
                <a:latin typeface="Arial" panose="020B0604020202020204" pitchFamily="34" charset="0"/>
                <a:ea typeface="微软雅黑" panose="020B0503020204020204" charset="-122"/>
              </a:rPr>
              <a:t>Q --</a:t>
            </a:r>
            <a:r>
              <a:rPr lang="zh-CN" altLang="en-US" sz="2400" dirty="0">
                <a:latin typeface="Arial" panose="020B0604020202020204" pitchFamily="34" charset="0"/>
                <a:ea typeface="微软雅黑" panose="020B0503020204020204" charset="-122"/>
              </a:rPr>
              <a:t>通过电极的电量；</a:t>
            </a:r>
            <a:r>
              <a:rPr lang="en-US" altLang="zh-CN" sz="2400" i="1" dirty="0">
                <a:latin typeface="Arial" panose="020B0604020202020204" pitchFamily="34" charset="0"/>
                <a:ea typeface="微软雅黑" panose="020B0503020204020204" charset="-122"/>
              </a:rPr>
              <a:t>z -- </a:t>
            </a:r>
            <a:r>
              <a:rPr lang="zh-CN" altLang="en-US" sz="2400" dirty="0">
                <a:latin typeface="Arial" panose="020B0604020202020204" pitchFamily="34" charset="0"/>
                <a:ea typeface="微软雅黑" panose="020B0503020204020204" charset="-122"/>
              </a:rPr>
              <a:t>电极反应的电荷数</a:t>
            </a:r>
            <a:endParaRPr lang="zh-CN" altLang="en-US" sz="2400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400" dirty="0">
                <a:latin typeface="Arial" panose="020B0604020202020204" pitchFamily="34" charset="0"/>
                <a:ea typeface="微软雅黑" panose="020B0503020204020204" charset="-122"/>
              </a:rPr>
              <a:t>（即转移电子数），取正值；</a:t>
            </a:r>
            <a:r>
              <a:rPr lang="en-US" altLang="zh-CN" sz="2400" i="1" dirty="0">
                <a:latin typeface="Arial" panose="020B0604020202020204" pitchFamily="34" charset="0"/>
                <a:ea typeface="微软雅黑" panose="020B0503020204020204" charset="-122"/>
              </a:rPr>
              <a:t>ξ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charset="-122"/>
              </a:rPr>
              <a:t>--</a:t>
            </a:r>
            <a:r>
              <a:rPr lang="zh-CN" altLang="en-US" sz="2400" dirty="0">
                <a:latin typeface="Arial" panose="020B0604020202020204" pitchFamily="34" charset="0"/>
                <a:ea typeface="微软雅黑" panose="020B0503020204020204" charset="-122"/>
              </a:rPr>
              <a:t>电极反应的反应进度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charset="-122"/>
              </a:rPr>
              <a:t>=</a:t>
            </a:r>
            <a:r>
              <a:rPr lang="el-GR" altLang="zh-CN" sz="2400" dirty="0">
                <a:latin typeface="Arial" panose="020B0604020202020204" pitchFamily="34" charset="0"/>
                <a:ea typeface="微软雅黑" panose="020B0503020204020204" charset="-122"/>
              </a:rPr>
              <a:t>Δ</a:t>
            </a:r>
            <a:r>
              <a:rPr lang="en-US" altLang="zh-CN" sz="2400" i="1" dirty="0">
                <a:latin typeface="Arial" panose="020B0604020202020204" pitchFamily="34" charset="0"/>
                <a:ea typeface="微软雅黑" panose="020B0503020204020204" charset="-122"/>
              </a:rPr>
              <a:t>n</a:t>
            </a:r>
            <a:r>
              <a:rPr lang="en-US" altLang="zh-CN" sz="2400" baseline="-25000" dirty="0">
                <a:latin typeface="Arial" panose="020B0604020202020204" pitchFamily="34" charset="0"/>
                <a:ea typeface="微软雅黑" panose="020B0503020204020204" charset="-122"/>
              </a:rPr>
              <a:t>B/</a:t>
            </a:r>
            <a:r>
              <a:rPr lang="en-US" altLang="zh-CN" sz="2400" i="1" dirty="0">
                <a:latin typeface="Arial" panose="020B0604020202020204" pitchFamily="34" charset="0"/>
                <a:ea typeface="微软雅黑" panose="020B0503020204020204" charset="-122"/>
              </a:rPr>
              <a:t>v</a:t>
            </a:r>
            <a:r>
              <a:rPr lang="en-US" altLang="zh-CN" sz="2400" baseline="-25000" dirty="0">
                <a:latin typeface="Arial" panose="020B0604020202020204" pitchFamily="34" charset="0"/>
                <a:ea typeface="微软雅黑" panose="020B0503020204020204" charset="-122"/>
              </a:rPr>
              <a:t>B</a:t>
            </a:r>
            <a:r>
              <a:rPr lang="zh-CN" altLang="en-US" sz="2400" dirty="0">
                <a:latin typeface="Arial" panose="020B0604020202020204" pitchFamily="34" charset="0"/>
                <a:ea typeface="微软雅黑" panose="020B0503020204020204" charset="-122"/>
              </a:rPr>
              <a:t>；</a:t>
            </a:r>
            <a:endParaRPr lang="zh-CN" altLang="en-US" sz="2400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i="1" dirty="0">
                <a:latin typeface="Arial" panose="020B0604020202020204" pitchFamily="34" charset="0"/>
                <a:ea typeface="微软雅黑" panose="020B0503020204020204" charset="-122"/>
              </a:rPr>
              <a:t>F -- </a:t>
            </a:r>
            <a:r>
              <a:rPr lang="zh-CN" altLang="en-US" sz="2400" dirty="0">
                <a:latin typeface="Arial" panose="020B0604020202020204" pitchFamily="34" charset="0"/>
                <a:ea typeface="微软雅黑" panose="020B0503020204020204" charset="-122"/>
              </a:rPr>
              <a:t>法拉第常数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charset="-122"/>
              </a:rPr>
              <a:t>; </a:t>
            </a:r>
            <a:r>
              <a:rPr lang="en-US" altLang="zh-CN" sz="2400" i="1" dirty="0">
                <a:latin typeface="Arial" panose="020B0604020202020204" pitchFamily="34" charset="0"/>
                <a:ea typeface="微软雅黑" panose="020B0503020204020204" charset="-122"/>
              </a:rPr>
              <a:t>F 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charset="-122"/>
              </a:rPr>
              <a:t>=</a:t>
            </a:r>
            <a:r>
              <a:rPr lang="en-US" altLang="zh-CN" sz="2400" i="1" dirty="0">
                <a:latin typeface="Arial" panose="020B0604020202020204" pitchFamily="34" charset="0"/>
                <a:ea typeface="微软雅黑" panose="020B0503020204020204" charset="-122"/>
              </a:rPr>
              <a:t> Le 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charset="-122"/>
              </a:rPr>
              <a:t>=</a:t>
            </a:r>
            <a:r>
              <a:rPr lang="en-US" altLang="zh-CN" sz="2400" i="1" dirty="0"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charset="-122"/>
              </a:rPr>
              <a:t>96485.309 C/mol    1mol</a:t>
            </a:r>
            <a:r>
              <a:rPr lang="zh-CN" altLang="en-US" sz="2400" dirty="0">
                <a:latin typeface="Arial" panose="020B0604020202020204" pitchFamily="34" charset="0"/>
                <a:ea typeface="微软雅黑" panose="020B0503020204020204" charset="-122"/>
              </a:rPr>
              <a:t>电子的电荷量</a:t>
            </a:r>
            <a:endParaRPr lang="zh-CN" altLang="en-US" sz="240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66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6705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628255" y="28575"/>
            <a:ext cx="1551940" cy="6829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p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0" y="4898390"/>
            <a:ext cx="2411730" cy="1931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p>
            <a:endParaRPr lang="zh-CN" altLang="en-US" sz="1800"/>
          </a:p>
        </p:txBody>
      </p:sp>
      <p:sp>
        <p:nvSpPr>
          <p:cNvPr id="4" name="Text Box 4"/>
          <p:cNvSpPr txBox="1"/>
          <p:nvPr/>
        </p:nvSpPr>
        <p:spPr>
          <a:xfrm>
            <a:off x="1219200" y="3048000"/>
            <a:ext cx="6767513" cy="440055"/>
          </a:xfrm>
          <a:prstGeom prst="rect">
            <a:avLst/>
          </a:prstGeom>
          <a:noFill/>
          <a:ln w="9525">
            <a:noFill/>
          </a:ln>
        </p:spPr>
        <p:txBody>
          <a:bodyPr lIns="86393" tIns="43196" rIns="86393" bIns="43196">
            <a:spAutoFit/>
          </a:bodyPr>
          <a:p>
            <a:pPr defTabSz="863600">
              <a:spcBef>
                <a:spcPct val="50000"/>
              </a:spcBef>
            </a:pPr>
            <a:r>
              <a:rPr lang="zh-CN" altLang="en-US" sz="2300" b="1" dirty="0">
                <a:latin typeface="Arial" panose="020B0604020202020204" pitchFamily="34" charset="0"/>
                <a:ea typeface="微软雅黑" panose="020B0503020204020204" charset="-122"/>
              </a:rPr>
              <a:t>电解</a:t>
            </a:r>
            <a:r>
              <a:rPr lang="en-US" altLang="zh-CN" sz="2300" b="1" dirty="0">
                <a:latin typeface="Arial" panose="020B0604020202020204" pitchFamily="34" charset="0"/>
                <a:ea typeface="微软雅黑" panose="020B0503020204020204" charset="-122"/>
              </a:rPr>
              <a:t>CuSO</a:t>
            </a:r>
            <a:r>
              <a:rPr lang="en-US" altLang="zh-CN" sz="2300" b="1" baseline="-25000" dirty="0">
                <a:latin typeface="Arial" panose="020B0604020202020204" pitchFamily="34" charset="0"/>
                <a:ea typeface="微软雅黑" panose="020B0503020204020204" charset="-122"/>
              </a:rPr>
              <a:t>4</a:t>
            </a:r>
            <a:r>
              <a:rPr lang="en-US" altLang="zh-CN" sz="2300" b="1" dirty="0">
                <a:latin typeface="Arial" panose="020B0604020202020204" pitchFamily="34" charset="0"/>
                <a:ea typeface="微软雅黑" panose="020B0503020204020204" charset="-122"/>
              </a:rPr>
              <a:t>: </a:t>
            </a:r>
            <a:r>
              <a:rPr lang="en-US" altLang="zh-CN" sz="23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1 F </a:t>
            </a:r>
            <a:r>
              <a:rPr lang="zh-CN" altLang="zh-CN" sz="2300" b="1" dirty="0">
                <a:latin typeface="Arial" panose="020B0604020202020204" pitchFamily="34" charset="0"/>
                <a:ea typeface="微软雅黑" panose="020B0503020204020204" charset="-122"/>
              </a:rPr>
              <a:t>电量通过，析出                 </a:t>
            </a:r>
            <a:r>
              <a:rPr lang="en-US" altLang="zh-CN" sz="2300" b="1" dirty="0">
                <a:latin typeface="Arial" panose="020B0604020202020204" pitchFamily="34" charset="0"/>
                <a:ea typeface="微软雅黑" panose="020B0503020204020204" charset="-122"/>
              </a:rPr>
              <a:t>Cu</a:t>
            </a:r>
            <a:r>
              <a:rPr lang="zh-CN" altLang="en-US" sz="2300" b="1" dirty="0"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lang="zh-CN" altLang="en-US" sz="23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Text Box 2"/>
          <p:cNvSpPr txBox="1"/>
          <p:nvPr/>
        </p:nvSpPr>
        <p:spPr>
          <a:xfrm>
            <a:off x="609600" y="2362200"/>
            <a:ext cx="7270750" cy="440055"/>
          </a:xfrm>
          <a:prstGeom prst="rect">
            <a:avLst/>
          </a:prstGeom>
          <a:noFill/>
          <a:ln w="9525">
            <a:noFill/>
          </a:ln>
        </p:spPr>
        <p:txBody>
          <a:bodyPr lIns="86393" tIns="43196" rIns="86393" bIns="43196">
            <a:spAutoFit/>
          </a:bodyPr>
          <a:p>
            <a:pPr defTabSz="863600">
              <a:spcBef>
                <a:spcPct val="50000"/>
              </a:spcBef>
            </a:pPr>
            <a:r>
              <a:rPr lang="zh-CN" altLang="en-US" sz="2300" b="1" dirty="0">
                <a:latin typeface="Arial" panose="020B0604020202020204" pitchFamily="34" charset="0"/>
                <a:ea typeface="微软雅黑" panose="020B0503020204020204" charset="-122"/>
              </a:rPr>
              <a:t>例：电解</a:t>
            </a:r>
            <a:r>
              <a:rPr lang="en-US" altLang="zh-CN" sz="2300" b="1" dirty="0">
                <a:latin typeface="Arial" panose="020B0604020202020204" pitchFamily="34" charset="0"/>
                <a:ea typeface="微软雅黑" panose="020B0503020204020204" charset="-122"/>
              </a:rPr>
              <a:t>AgNO</a:t>
            </a:r>
            <a:r>
              <a:rPr lang="en-US" altLang="zh-CN" sz="2300" b="1" baseline="-25000" dirty="0">
                <a:latin typeface="Arial" panose="020B0604020202020204" pitchFamily="34" charset="0"/>
                <a:ea typeface="微软雅黑" panose="020B0503020204020204" charset="-122"/>
              </a:rPr>
              <a:t>3</a:t>
            </a:r>
            <a:r>
              <a:rPr lang="en-US" altLang="zh-CN" sz="2300" b="1" dirty="0">
                <a:latin typeface="Arial" panose="020B0604020202020204" pitchFamily="34" charset="0"/>
                <a:ea typeface="微软雅黑" panose="020B0503020204020204" charset="-122"/>
              </a:rPr>
              <a:t>: </a:t>
            </a:r>
            <a:r>
              <a:rPr lang="en-US" altLang="zh-CN" sz="23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1 F </a:t>
            </a:r>
            <a:r>
              <a:rPr lang="zh-CN" altLang="zh-CN" sz="2300" b="1" dirty="0">
                <a:latin typeface="Arial" panose="020B0604020202020204" pitchFamily="34" charset="0"/>
                <a:ea typeface="微软雅黑" panose="020B0503020204020204" charset="-122"/>
              </a:rPr>
              <a:t>电量通过，析出           </a:t>
            </a:r>
            <a:r>
              <a:rPr lang="en-US" altLang="zh-CN" sz="2300" b="1" dirty="0">
                <a:latin typeface="Arial" panose="020B0604020202020204" pitchFamily="34" charset="0"/>
                <a:ea typeface="微软雅黑" panose="020B0503020204020204" charset="-122"/>
              </a:rPr>
              <a:t>Ag;</a:t>
            </a:r>
            <a:endParaRPr lang="en-US" altLang="zh-CN" sz="23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" name="Text Box 3"/>
          <p:cNvSpPr txBox="1"/>
          <p:nvPr/>
        </p:nvSpPr>
        <p:spPr>
          <a:xfrm>
            <a:off x="5410200" y="2362200"/>
            <a:ext cx="1143000" cy="440055"/>
          </a:xfrm>
          <a:prstGeom prst="rect">
            <a:avLst/>
          </a:prstGeom>
          <a:noFill/>
          <a:ln w="9525">
            <a:noFill/>
          </a:ln>
        </p:spPr>
        <p:txBody>
          <a:bodyPr wrap="square" lIns="86393" tIns="43196" rIns="86393" bIns="43196">
            <a:spAutoFit/>
          </a:bodyPr>
          <a:p>
            <a:pPr defTabSz="863600">
              <a:spcBef>
                <a:spcPct val="50000"/>
              </a:spcBef>
            </a:pPr>
            <a:r>
              <a:rPr lang="en-US" altLang="zh-CN" sz="23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1 mol</a:t>
            </a:r>
            <a:endParaRPr lang="en-US" altLang="zh-CN" sz="2300" b="1" dirty="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" name="Text Box 5"/>
          <p:cNvSpPr txBox="1"/>
          <p:nvPr/>
        </p:nvSpPr>
        <p:spPr>
          <a:xfrm>
            <a:off x="5572125" y="3068638"/>
            <a:ext cx="1514475" cy="440055"/>
          </a:xfrm>
          <a:prstGeom prst="rect">
            <a:avLst/>
          </a:prstGeom>
          <a:noFill/>
          <a:ln w="9525">
            <a:noFill/>
          </a:ln>
        </p:spPr>
        <p:txBody>
          <a:bodyPr lIns="86393" tIns="43196" rIns="86393" bIns="43196">
            <a:spAutoFit/>
          </a:bodyPr>
          <a:p>
            <a:pPr defTabSz="863600">
              <a:spcBef>
                <a:spcPct val="50000"/>
              </a:spcBef>
            </a:pPr>
            <a:r>
              <a:rPr lang="en-US" altLang="zh-CN" sz="23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0.5 mol</a:t>
            </a:r>
            <a:endParaRPr lang="en-US" altLang="zh-CN" sz="2300" b="1" dirty="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648575" y="28575"/>
            <a:ext cx="1531620" cy="6829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p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0" y="4898390"/>
            <a:ext cx="2411730" cy="1931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p>
            <a:endParaRPr lang="zh-CN" altLang="en-US" sz="1800"/>
          </a:p>
        </p:txBody>
      </p:sp>
      <p:sp>
        <p:nvSpPr>
          <p:cNvPr id="6149" name="Text Box 4"/>
          <p:cNvSpPr txBox="1"/>
          <p:nvPr/>
        </p:nvSpPr>
        <p:spPr>
          <a:xfrm>
            <a:off x="467360" y="908685"/>
            <a:ext cx="871220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457200" indent="-457200">
              <a:spcBef>
                <a:spcPct val="50000"/>
              </a:spcBef>
              <a:buNone/>
            </a:pPr>
            <a:r>
              <a:rPr lang="zh-CN" altLang="en-US" sz="2400" dirty="0">
                <a:ea typeface="微软雅黑" panose="020B0503020204020204" charset="-122"/>
              </a:rPr>
              <a:t>实例：</a:t>
            </a:r>
            <a:endParaRPr lang="zh-CN" altLang="en-US" sz="2400" dirty="0">
              <a:ea typeface="微软雅黑" panose="020B0503020204020204" charset="-122"/>
            </a:endParaRPr>
          </a:p>
          <a:p>
            <a:pPr marL="457200" indent="-457200">
              <a:spcBef>
                <a:spcPct val="50000"/>
              </a:spcBef>
              <a:buAutoNum type="arabicParenBoth"/>
            </a:pPr>
            <a:r>
              <a:rPr lang="zh-CN" altLang="en-US" sz="2400" dirty="0">
                <a:ea typeface="微软雅黑" panose="020B0503020204020204" charset="-122"/>
              </a:rPr>
              <a:t>电极反应：</a:t>
            </a:r>
            <a:r>
              <a:rPr lang="en-US" altLang="zh-CN" sz="2400" dirty="0">
                <a:ea typeface="微软雅黑" panose="020B0503020204020204" charset="-122"/>
              </a:rPr>
              <a:t>Ag</a:t>
            </a:r>
            <a:r>
              <a:rPr lang="en-US" altLang="zh-CN" sz="2400" baseline="30000" dirty="0">
                <a:ea typeface="微软雅黑" panose="020B0503020204020204" charset="-122"/>
              </a:rPr>
              <a:t>+ </a:t>
            </a:r>
            <a:r>
              <a:rPr lang="en-US" altLang="zh-CN" sz="2400" dirty="0">
                <a:ea typeface="微软雅黑" panose="020B0503020204020204" charset="-122"/>
              </a:rPr>
              <a:t>+ e</a:t>
            </a:r>
            <a:r>
              <a:rPr lang="en-US" altLang="zh-CN" sz="2800" baseline="30000" dirty="0">
                <a:ea typeface="微软雅黑" panose="020B0503020204020204" charset="-122"/>
              </a:rPr>
              <a:t>- </a:t>
            </a:r>
            <a:r>
              <a:rPr lang="en-US" altLang="zh-CN" sz="2400" dirty="0">
                <a:ea typeface="微软雅黑" panose="020B0503020204020204" charset="-122"/>
              </a:rPr>
              <a:t>= Ag  (</a:t>
            </a:r>
            <a:r>
              <a:rPr lang="zh-CN" altLang="en-US" sz="2400" dirty="0">
                <a:ea typeface="微软雅黑" panose="020B0503020204020204" charset="-122"/>
              </a:rPr>
              <a:t>电解</a:t>
            </a:r>
            <a:r>
              <a:rPr lang="en-US" altLang="zh-CN" sz="2400" dirty="0">
                <a:ea typeface="微软雅黑" panose="020B0503020204020204" charset="-122"/>
              </a:rPr>
              <a:t>AgNO</a:t>
            </a:r>
            <a:r>
              <a:rPr lang="en-US" altLang="zh-CN" sz="2400" baseline="-25000" dirty="0">
                <a:ea typeface="微软雅黑" panose="020B0503020204020204" charset="-122"/>
              </a:rPr>
              <a:t>3</a:t>
            </a:r>
            <a:r>
              <a:rPr lang="zh-CN" altLang="en-US" sz="2400" dirty="0">
                <a:ea typeface="微软雅黑" panose="020B0503020204020204" charset="-122"/>
              </a:rPr>
              <a:t>溶液时的阴极反应）</a:t>
            </a:r>
            <a:endParaRPr lang="zh-CN" altLang="en-US" sz="2400" dirty="0">
              <a:ea typeface="微软雅黑" panose="020B0503020204020204" charset="-122"/>
            </a:endParaRPr>
          </a:p>
          <a:p>
            <a:pPr marL="457200" indent="-457200">
              <a:spcBef>
                <a:spcPct val="50000"/>
              </a:spcBef>
              <a:buNone/>
            </a:pPr>
            <a:r>
              <a:rPr lang="zh-CN" altLang="en-US" sz="2400" dirty="0">
                <a:ea typeface="微软雅黑" panose="020B0503020204020204" charset="-122"/>
              </a:rPr>
              <a:t>因为 </a:t>
            </a:r>
            <a:r>
              <a:rPr lang="en-US" altLang="zh-CN" sz="2400" i="1" dirty="0">
                <a:ea typeface="微软雅黑" panose="020B0503020204020204" charset="-122"/>
              </a:rPr>
              <a:t>z</a:t>
            </a:r>
            <a:r>
              <a:rPr lang="en-US" altLang="zh-CN" sz="2400" dirty="0">
                <a:ea typeface="微软雅黑" panose="020B0503020204020204" charset="-122"/>
              </a:rPr>
              <a:t> = 1</a:t>
            </a:r>
            <a:r>
              <a:rPr lang="zh-CN" altLang="en-US" sz="2400" dirty="0">
                <a:ea typeface="微软雅黑" panose="020B0503020204020204" charset="-122"/>
              </a:rPr>
              <a:t>，所以若通过电量 </a:t>
            </a:r>
            <a:r>
              <a:rPr lang="en-US" altLang="zh-CN" sz="2400" i="1" dirty="0">
                <a:ea typeface="微软雅黑" panose="020B0503020204020204" charset="-122"/>
              </a:rPr>
              <a:t>Q</a:t>
            </a:r>
            <a:r>
              <a:rPr lang="en-US" altLang="zh-CN" sz="2400" dirty="0">
                <a:ea typeface="微软雅黑" panose="020B0503020204020204" charset="-122"/>
              </a:rPr>
              <a:t> = 96500 C </a:t>
            </a:r>
            <a:r>
              <a:rPr lang="zh-CN" altLang="en-US" sz="2400" dirty="0">
                <a:ea typeface="微软雅黑" panose="020B0503020204020204" charset="-122"/>
              </a:rPr>
              <a:t>，</a:t>
            </a:r>
            <a:endParaRPr lang="zh-CN" altLang="en-US" sz="2400" dirty="0">
              <a:ea typeface="微软雅黑" panose="020B0503020204020204" charset="-122"/>
            </a:endParaRPr>
          </a:p>
        </p:txBody>
      </p:sp>
      <p:grpSp>
        <p:nvGrpSpPr>
          <p:cNvPr id="6150" name="Group 5"/>
          <p:cNvGrpSpPr/>
          <p:nvPr/>
        </p:nvGrpSpPr>
        <p:grpSpPr>
          <a:xfrm>
            <a:off x="228600" y="3200400"/>
            <a:ext cx="7772400" cy="1836738"/>
            <a:chOff x="144" y="2784"/>
            <a:chExt cx="4896" cy="1157"/>
          </a:xfrm>
        </p:grpSpPr>
        <p:graphicFrame>
          <p:nvGraphicFramePr>
            <p:cNvPr id="6146" name="Object 6"/>
            <p:cNvGraphicFramePr/>
            <p:nvPr/>
          </p:nvGraphicFramePr>
          <p:xfrm>
            <a:off x="1296" y="2784"/>
            <a:ext cx="2736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1" imgW="2273300" imgH="419100" progId="Equation.3">
                    <p:embed/>
                  </p:oleObj>
                </mc:Choice>
                <mc:Fallback>
                  <p:oleObj name="" r:id="rId1" imgW="2273300" imgH="419100" progId="Equation.3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296" y="2784"/>
                          <a:ext cx="2736" cy="5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152" name="Group 7"/>
            <p:cNvGrpSpPr/>
            <p:nvPr/>
          </p:nvGrpSpPr>
          <p:grpSpPr>
            <a:xfrm>
              <a:off x="144" y="3360"/>
              <a:ext cx="4896" cy="581"/>
              <a:chOff x="144" y="3360"/>
              <a:chExt cx="4896" cy="581"/>
            </a:xfrm>
          </p:grpSpPr>
          <p:graphicFrame>
            <p:nvGraphicFramePr>
              <p:cNvPr id="6147" name="Object 8"/>
              <p:cNvGraphicFramePr/>
              <p:nvPr/>
            </p:nvGraphicFramePr>
            <p:xfrm>
              <a:off x="2400" y="3360"/>
              <a:ext cx="2640" cy="5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0" name="" r:id="rId3" imgW="2070100" imgH="457200" progId="Equation.3">
                      <p:embed/>
                    </p:oleObj>
                  </mc:Choice>
                  <mc:Fallback>
                    <p:oleObj name="" r:id="rId3" imgW="2070100" imgH="457200" progId="Equation.3">
                      <p:embed/>
                      <p:pic>
                        <p:nvPicPr>
                          <p:cNvPr id="0" name="图片 3079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400" y="3360"/>
                            <a:ext cx="2640" cy="58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48" name="Object 9"/>
              <p:cNvGraphicFramePr/>
              <p:nvPr/>
            </p:nvGraphicFramePr>
            <p:xfrm>
              <a:off x="144" y="3360"/>
              <a:ext cx="2112" cy="5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4" name="" r:id="rId5" imgW="1624965" imgH="444500" progId="Equation.3">
                      <p:embed/>
                    </p:oleObj>
                  </mc:Choice>
                  <mc:Fallback>
                    <p:oleObj name="" r:id="rId5" imgW="1624965" imgH="444500" progId="Equation.3">
                      <p:embed/>
                      <p:pic>
                        <p:nvPicPr>
                          <p:cNvPr id="0" name="图片 3083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144" y="3360"/>
                            <a:ext cx="2112" cy="57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6151" name="Text Box 10"/>
          <p:cNvSpPr txBox="1"/>
          <p:nvPr/>
        </p:nvSpPr>
        <p:spPr>
          <a:xfrm>
            <a:off x="533400" y="5410200"/>
            <a:ext cx="7848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  <a:ea typeface="微软雅黑" panose="020B0503020204020204" charset="-122"/>
              </a:rPr>
              <a:t>即是有</a:t>
            </a:r>
            <a:r>
              <a:rPr lang="en-US" altLang="zh-CN" sz="2400" dirty="0">
                <a:solidFill>
                  <a:srgbClr val="FF0000"/>
                </a:solidFill>
                <a:ea typeface="微软雅黑" panose="020B0503020204020204" charset="-122"/>
              </a:rPr>
              <a:t>1mol Ag</a:t>
            </a:r>
            <a:r>
              <a:rPr lang="en-US" altLang="zh-CN" sz="2400" baseline="30000" dirty="0">
                <a:solidFill>
                  <a:srgbClr val="FF0000"/>
                </a:solidFill>
                <a:ea typeface="微软雅黑" panose="020B0503020204020204" charset="-122"/>
              </a:rPr>
              <a:t>+ </a:t>
            </a:r>
            <a:r>
              <a:rPr lang="zh-CN" altLang="en-US" sz="2400" dirty="0">
                <a:solidFill>
                  <a:srgbClr val="FF0000"/>
                </a:solidFill>
                <a:ea typeface="微软雅黑" panose="020B0503020204020204" charset="-122"/>
              </a:rPr>
              <a:t>被还原，有</a:t>
            </a:r>
            <a:r>
              <a:rPr lang="en-US" altLang="zh-CN" sz="2400" dirty="0">
                <a:solidFill>
                  <a:srgbClr val="FF0000"/>
                </a:solidFill>
                <a:ea typeface="微软雅黑" panose="020B0503020204020204" charset="-122"/>
              </a:rPr>
              <a:t>1mol Ag </a:t>
            </a:r>
            <a:r>
              <a:rPr lang="zh-CN" altLang="en-US" sz="2400" dirty="0">
                <a:solidFill>
                  <a:srgbClr val="FF0000"/>
                </a:solidFill>
                <a:ea typeface="微软雅黑" panose="020B0503020204020204" charset="-122"/>
              </a:rPr>
              <a:t>沉积了下来</a:t>
            </a:r>
            <a:r>
              <a:rPr lang="zh-CN" altLang="en-US" sz="2400" baseline="30000" dirty="0">
                <a:solidFill>
                  <a:srgbClr val="FF0000"/>
                </a:solidFill>
                <a:ea typeface="微软雅黑" panose="020B0503020204020204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ea typeface="微软雅黑" panose="020B0503020204020204" charset="-122"/>
              </a:rPr>
              <a:t>。</a:t>
            </a:r>
            <a:endParaRPr lang="zh-CN" altLang="en-US" sz="2400" dirty="0">
              <a:solidFill>
                <a:srgbClr val="FF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628255" y="28575"/>
            <a:ext cx="1551940" cy="6829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p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0" y="4898390"/>
            <a:ext cx="2411730" cy="1931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p>
            <a:endParaRPr lang="zh-CN" altLang="en-US" sz="1800"/>
          </a:p>
        </p:txBody>
      </p:sp>
      <p:sp>
        <p:nvSpPr>
          <p:cNvPr id="7172" name="Text Box 4"/>
          <p:cNvSpPr txBox="1"/>
          <p:nvPr/>
        </p:nvSpPr>
        <p:spPr>
          <a:xfrm>
            <a:off x="457200" y="1676400"/>
            <a:ext cx="8001000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dirty="0">
                <a:ea typeface="微软雅黑" panose="020B0503020204020204" charset="-122"/>
              </a:rPr>
              <a:t>(2) </a:t>
            </a:r>
            <a:r>
              <a:rPr lang="zh-CN" altLang="en-US" sz="2400" dirty="0">
                <a:ea typeface="微软雅黑" panose="020B0503020204020204" charset="-122"/>
              </a:rPr>
              <a:t>电极反应 </a:t>
            </a:r>
            <a:r>
              <a:rPr lang="en-US" altLang="zh-CN" sz="2400" dirty="0">
                <a:ea typeface="微软雅黑" panose="020B0503020204020204" charset="-122"/>
              </a:rPr>
              <a:t>Cu = Cu</a:t>
            </a:r>
            <a:r>
              <a:rPr lang="en-US" altLang="zh-CN" sz="2400" baseline="30000" dirty="0">
                <a:ea typeface="微软雅黑" panose="020B0503020204020204" charset="-122"/>
              </a:rPr>
              <a:t>2+ </a:t>
            </a:r>
            <a:r>
              <a:rPr lang="en-US" altLang="zh-CN" sz="2400" dirty="0">
                <a:ea typeface="微软雅黑" panose="020B0503020204020204" charset="-122"/>
              </a:rPr>
              <a:t>+ 2e</a:t>
            </a:r>
            <a:r>
              <a:rPr lang="en-US" altLang="zh-CN" sz="2800" baseline="30000" dirty="0">
                <a:ea typeface="微软雅黑" panose="020B0503020204020204" charset="-122"/>
              </a:rPr>
              <a:t> - </a:t>
            </a:r>
            <a:r>
              <a:rPr lang="en-US" altLang="zh-CN" sz="2400" dirty="0">
                <a:ea typeface="微软雅黑" panose="020B0503020204020204" charset="-122"/>
              </a:rPr>
              <a:t>( </a:t>
            </a:r>
            <a:r>
              <a:rPr lang="zh-CN" altLang="en-US" sz="2400" dirty="0">
                <a:ea typeface="微软雅黑" panose="020B0503020204020204" charset="-122"/>
              </a:rPr>
              <a:t>用</a:t>
            </a:r>
            <a:r>
              <a:rPr lang="en-US" altLang="zh-CN" sz="2400" dirty="0">
                <a:ea typeface="微软雅黑" panose="020B0503020204020204" charset="-122"/>
              </a:rPr>
              <a:t>Cu </a:t>
            </a:r>
            <a:r>
              <a:rPr lang="zh-CN" altLang="en-US" sz="2400" dirty="0">
                <a:ea typeface="微软雅黑" panose="020B0503020204020204" charset="-122"/>
              </a:rPr>
              <a:t>作阳极，电解</a:t>
            </a:r>
            <a:r>
              <a:rPr lang="en-US" altLang="zh-CN" sz="2400" dirty="0">
                <a:ea typeface="微软雅黑" panose="020B0503020204020204" charset="-122"/>
              </a:rPr>
              <a:t>CuSO</a:t>
            </a:r>
            <a:r>
              <a:rPr lang="en-US" altLang="zh-CN" sz="2400" baseline="-25000" dirty="0">
                <a:ea typeface="微软雅黑" panose="020B0503020204020204" charset="-122"/>
              </a:rPr>
              <a:t>4</a:t>
            </a:r>
            <a:r>
              <a:rPr lang="zh-CN" altLang="en-US" sz="2400" dirty="0">
                <a:ea typeface="微软雅黑" panose="020B0503020204020204" charset="-122"/>
              </a:rPr>
              <a:t>时的反应</a:t>
            </a:r>
            <a:r>
              <a:rPr lang="en-US" altLang="zh-CN" sz="2400" dirty="0">
                <a:ea typeface="微软雅黑" panose="020B0503020204020204" charset="-122"/>
              </a:rPr>
              <a:t>)</a:t>
            </a:r>
            <a:r>
              <a:rPr lang="zh-CN" altLang="en-US" sz="2400" dirty="0">
                <a:ea typeface="微软雅黑" panose="020B0503020204020204" charset="-122"/>
              </a:rPr>
              <a:t>，  若电量为 </a:t>
            </a:r>
            <a:r>
              <a:rPr lang="en-US" altLang="zh-CN" sz="2400" i="1" dirty="0">
                <a:ea typeface="微软雅黑" panose="020B0503020204020204" charset="-122"/>
              </a:rPr>
              <a:t>Q</a:t>
            </a:r>
            <a:r>
              <a:rPr lang="en-US" altLang="zh-CN" sz="2400" dirty="0">
                <a:ea typeface="微软雅黑" panose="020B0503020204020204" charset="-122"/>
              </a:rPr>
              <a:t> = 96500 C</a:t>
            </a:r>
            <a:r>
              <a:rPr lang="zh-CN" altLang="en-US" sz="2400" dirty="0">
                <a:ea typeface="微软雅黑" panose="020B0503020204020204" charset="-122"/>
              </a:rPr>
              <a:t>。</a:t>
            </a:r>
            <a:endParaRPr lang="zh-CN" altLang="en-US" sz="2800" dirty="0">
              <a:ea typeface="微软雅黑" panose="020B0503020204020204" charset="-122"/>
            </a:endParaRPr>
          </a:p>
        </p:txBody>
      </p:sp>
      <p:graphicFrame>
        <p:nvGraphicFramePr>
          <p:cNvPr id="1361925" name="Object 5"/>
          <p:cNvGraphicFramePr/>
          <p:nvPr/>
        </p:nvGraphicFramePr>
        <p:xfrm>
          <a:off x="1295400" y="2667000"/>
          <a:ext cx="617220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2984500" imgH="419100" progId="Equation.3">
                  <p:embed/>
                </p:oleObj>
              </mc:Choice>
              <mc:Fallback>
                <p:oleObj name="" r:id="rId1" imgW="2984500" imgH="4191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95400" y="2667000"/>
                        <a:ext cx="6172200" cy="866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1926" name="Object 6"/>
          <p:cNvGraphicFramePr/>
          <p:nvPr/>
        </p:nvGraphicFramePr>
        <p:xfrm>
          <a:off x="457200" y="3657600"/>
          <a:ext cx="8077200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3" imgW="3771900" imgH="419100" progId="Equation.3">
                  <p:embed/>
                </p:oleObj>
              </mc:Choice>
              <mc:Fallback>
                <p:oleObj name="" r:id="rId3" imgW="3771900" imgH="4191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" y="3657600"/>
                        <a:ext cx="8077200" cy="896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Text Box 7"/>
          <p:cNvSpPr txBox="1"/>
          <p:nvPr/>
        </p:nvSpPr>
        <p:spPr>
          <a:xfrm>
            <a:off x="533400" y="4724400"/>
            <a:ext cx="7924800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333300"/>
                </a:solidFill>
                <a:ea typeface="微软雅黑" panose="020B0503020204020204" charset="-122"/>
              </a:rPr>
              <a:t>请注意：</a:t>
            </a:r>
            <a:r>
              <a:rPr lang="zh-CN" altLang="en-US" sz="2400" i="1" dirty="0">
                <a:solidFill>
                  <a:srgbClr val="FF0000"/>
                </a:solidFill>
                <a:ea typeface="微软雅黑" panose="020B0503020204020204" charset="-122"/>
                <a:sym typeface="Symbol" panose="05050102010706020507" pitchFamily="18" charset="2"/>
              </a:rPr>
              <a:t> </a:t>
            </a:r>
            <a:r>
              <a:rPr lang="zh-CN" altLang="en-US" sz="2400" dirty="0">
                <a:solidFill>
                  <a:srgbClr val="333300"/>
                </a:solidFill>
                <a:ea typeface="微软雅黑" panose="020B0503020204020204" charset="-122"/>
                <a:sym typeface="Symbol" panose="05050102010706020507" pitchFamily="18" charset="2"/>
              </a:rPr>
              <a:t>的值</a:t>
            </a:r>
            <a:r>
              <a:rPr lang="zh-CN" altLang="en-US" sz="2400" dirty="0">
                <a:solidFill>
                  <a:srgbClr val="333300"/>
                </a:solidFill>
                <a:ea typeface="微软雅黑" panose="020B0503020204020204" charset="-122"/>
              </a:rPr>
              <a:t>与反应方程</a:t>
            </a:r>
            <a:r>
              <a:rPr lang="zh-CN" altLang="en-US" sz="2400" dirty="0">
                <a:solidFill>
                  <a:srgbClr val="FF0000"/>
                </a:solidFill>
                <a:ea typeface="微软雅黑" panose="020B0503020204020204" charset="-122"/>
              </a:rPr>
              <a:t>写法有关</a:t>
            </a:r>
            <a:r>
              <a:rPr lang="zh-CN" altLang="en-US" sz="2400" dirty="0">
                <a:solidFill>
                  <a:srgbClr val="333300"/>
                </a:solidFill>
                <a:ea typeface="微软雅黑" panose="020B0503020204020204" charset="-122"/>
              </a:rPr>
              <a:t>，但是反应的</a:t>
            </a:r>
            <a:r>
              <a:rPr lang="zh-CN" altLang="en-US" sz="2400" dirty="0">
                <a:solidFill>
                  <a:srgbClr val="FF00FF"/>
                </a:solidFill>
                <a:ea typeface="微软雅黑" panose="020B0503020204020204" charset="-122"/>
              </a:rPr>
              <a:t>物质的量</a:t>
            </a:r>
            <a:r>
              <a:rPr lang="zh-CN" altLang="en-US" sz="2400" dirty="0">
                <a:solidFill>
                  <a:srgbClr val="333300"/>
                </a:solidFill>
                <a:ea typeface="微软雅黑" panose="020B0503020204020204" charset="-122"/>
              </a:rPr>
              <a:t>与反应方程</a:t>
            </a:r>
            <a:r>
              <a:rPr lang="zh-CN" altLang="en-US" sz="2400" dirty="0">
                <a:solidFill>
                  <a:srgbClr val="FF00FF"/>
                </a:solidFill>
                <a:ea typeface="微软雅黑" panose="020B0503020204020204" charset="-122"/>
              </a:rPr>
              <a:t>写法无关</a:t>
            </a:r>
            <a:r>
              <a:rPr lang="zh-CN" altLang="en-US" sz="2400" dirty="0">
                <a:solidFill>
                  <a:srgbClr val="333300"/>
                </a:solidFill>
                <a:ea typeface="微软雅黑" panose="020B0503020204020204" charset="-122"/>
              </a:rPr>
              <a:t>。</a:t>
            </a:r>
            <a:endParaRPr lang="zh-CN" altLang="en-US" sz="2400" dirty="0">
              <a:solidFill>
                <a:srgbClr val="3333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628255" y="28575"/>
            <a:ext cx="1551940" cy="6829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p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0" y="4898390"/>
            <a:ext cx="2411730" cy="1931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p>
            <a:endParaRPr lang="zh-CN" altLang="en-US" sz="1800"/>
          </a:p>
        </p:txBody>
      </p:sp>
      <p:grpSp>
        <p:nvGrpSpPr>
          <p:cNvPr id="8201" name="Group 6"/>
          <p:cNvGrpSpPr/>
          <p:nvPr/>
        </p:nvGrpSpPr>
        <p:grpSpPr>
          <a:xfrm>
            <a:off x="457200" y="733425"/>
            <a:ext cx="8118475" cy="3246438"/>
            <a:chOff x="240" y="624"/>
            <a:chExt cx="5114" cy="2045"/>
          </a:xfrm>
        </p:grpSpPr>
        <p:grpSp>
          <p:nvGrpSpPr>
            <p:cNvPr id="8204" name="Group 7"/>
            <p:cNvGrpSpPr/>
            <p:nvPr/>
          </p:nvGrpSpPr>
          <p:grpSpPr>
            <a:xfrm>
              <a:off x="240" y="624"/>
              <a:ext cx="4368" cy="770"/>
              <a:chOff x="240" y="624"/>
              <a:chExt cx="4368" cy="770"/>
            </a:xfrm>
          </p:grpSpPr>
          <p:sp>
            <p:nvSpPr>
              <p:cNvPr id="8205" name="Text Box 8"/>
              <p:cNvSpPr txBox="1"/>
              <p:nvPr/>
            </p:nvSpPr>
            <p:spPr>
              <a:xfrm>
                <a:off x="336" y="624"/>
                <a:ext cx="2736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rgbClr val="333300"/>
                    </a:solidFill>
                    <a:ea typeface="微软雅黑" panose="020B0503020204020204" charset="-122"/>
                  </a:rPr>
                  <a:t>在本例中，若把电极反应写作：</a:t>
                </a:r>
                <a:endParaRPr lang="zh-CN" altLang="en-US" sz="2400" dirty="0">
                  <a:solidFill>
                    <a:srgbClr val="333300"/>
                  </a:solidFill>
                  <a:ea typeface="微软雅黑" panose="020B0503020204020204" charset="-122"/>
                </a:endParaRPr>
              </a:p>
            </p:txBody>
          </p:sp>
          <p:graphicFrame>
            <p:nvGraphicFramePr>
              <p:cNvPr id="8196" name="Object 9"/>
              <p:cNvGraphicFramePr/>
              <p:nvPr/>
            </p:nvGraphicFramePr>
            <p:xfrm>
              <a:off x="3216" y="624"/>
              <a:ext cx="1392" cy="4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9" name="" r:id="rId1" imgW="1218565" imgH="393700" progId="Equation.3">
                      <p:embed/>
                    </p:oleObj>
                  </mc:Choice>
                  <mc:Fallback>
                    <p:oleObj name="" r:id="rId1" imgW="1218565" imgH="393700" progId="Equation.3">
                      <p:embed/>
                      <p:pic>
                        <p:nvPicPr>
                          <p:cNvPr id="0" name="图片 3088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3216" y="624"/>
                            <a:ext cx="1392" cy="450"/>
                          </a:xfrm>
                          <a:prstGeom prst="rect">
                            <a:avLst/>
                          </a:prstGeom>
                          <a:solidFill>
                            <a:srgbClr val="FFFFCC"/>
                          </a:solidFill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miter/>
                            <a:headEnd type="none" w="med" len="med"/>
                            <a:tailEnd type="none" w="med" len="med"/>
                          </a:ln>
                          <a:effectLst>
                            <a:outerShdw dist="107763" dir="2699999" algn="ctr" rotWithShape="0">
                              <a:srgbClr val="808080"/>
                            </a:outerShdw>
                          </a:effec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206" name="Rectangle 10"/>
              <p:cNvSpPr/>
              <p:nvPr/>
            </p:nvSpPr>
            <p:spPr>
              <a:xfrm>
                <a:off x="240" y="1104"/>
                <a:ext cx="3936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20000"/>
                  </a:spcBef>
                </a:pPr>
                <a:r>
                  <a:rPr lang="zh-CN" altLang="en-US" sz="2400" dirty="0">
                    <a:solidFill>
                      <a:srgbClr val="333300"/>
                    </a:solidFill>
                    <a:ea typeface="微软雅黑" panose="020B0503020204020204" charset="-122"/>
                  </a:rPr>
                  <a:t>若电量为 </a:t>
                </a:r>
                <a:r>
                  <a:rPr lang="en-US" altLang="zh-CN" sz="2400" i="1" dirty="0">
                    <a:solidFill>
                      <a:srgbClr val="333300"/>
                    </a:solidFill>
                    <a:ea typeface="微软雅黑" panose="020B0503020204020204" charset="-122"/>
                  </a:rPr>
                  <a:t>Q</a:t>
                </a:r>
                <a:r>
                  <a:rPr lang="en-US" altLang="zh-CN" sz="2400" dirty="0">
                    <a:solidFill>
                      <a:srgbClr val="333300"/>
                    </a:solidFill>
                    <a:ea typeface="微软雅黑" panose="020B0503020204020204" charset="-122"/>
                  </a:rPr>
                  <a:t> = 96500 C</a:t>
                </a:r>
                <a:r>
                  <a:rPr lang="zh-CN" altLang="en-US" sz="2400" dirty="0">
                    <a:solidFill>
                      <a:srgbClr val="333300"/>
                    </a:solidFill>
                    <a:ea typeface="微软雅黑" panose="020B0503020204020204" charset="-122"/>
                  </a:rPr>
                  <a:t>，因为 </a:t>
                </a:r>
                <a:r>
                  <a:rPr lang="en-US" altLang="zh-CN" sz="2400" i="1" dirty="0">
                    <a:solidFill>
                      <a:srgbClr val="333300"/>
                    </a:solidFill>
                    <a:ea typeface="微软雅黑" panose="020B0503020204020204" charset="-122"/>
                  </a:rPr>
                  <a:t>z </a:t>
                </a:r>
                <a:r>
                  <a:rPr lang="en-US" altLang="zh-CN" sz="2400" dirty="0">
                    <a:solidFill>
                      <a:srgbClr val="333300"/>
                    </a:solidFill>
                    <a:ea typeface="微软雅黑" panose="020B0503020204020204" charset="-122"/>
                  </a:rPr>
                  <a:t>= 1 </a:t>
                </a:r>
                <a:r>
                  <a:rPr lang="zh-CN" altLang="en-US" sz="2400" dirty="0">
                    <a:solidFill>
                      <a:srgbClr val="333300"/>
                    </a:solidFill>
                    <a:ea typeface="微软雅黑" panose="020B0503020204020204" charset="-122"/>
                  </a:rPr>
                  <a:t>，所以：</a:t>
                </a:r>
                <a:endParaRPr lang="zh-CN" altLang="en-US" sz="2400" dirty="0">
                  <a:solidFill>
                    <a:srgbClr val="333300"/>
                  </a:solidFill>
                  <a:ea typeface="微软雅黑" panose="020B0503020204020204" charset="-122"/>
                </a:endParaRPr>
              </a:p>
            </p:txBody>
          </p:sp>
        </p:grpSp>
        <p:graphicFrame>
          <p:nvGraphicFramePr>
            <p:cNvPr id="8194" name="Object 11"/>
            <p:cNvGraphicFramePr/>
            <p:nvPr/>
          </p:nvGraphicFramePr>
          <p:xfrm>
            <a:off x="1392" y="1584"/>
            <a:ext cx="2740" cy="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3" imgW="2298700" imgH="419100" progId="Equation.3">
                    <p:embed/>
                  </p:oleObj>
                </mc:Choice>
                <mc:Fallback>
                  <p:oleObj name="" r:id="rId3" imgW="2298700" imgH="419100" progId="Equation.3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392" y="1584"/>
                          <a:ext cx="2740" cy="5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5" name="Object 12"/>
            <p:cNvGraphicFramePr/>
            <p:nvPr/>
          </p:nvGraphicFramePr>
          <p:xfrm>
            <a:off x="288" y="2112"/>
            <a:ext cx="5066" cy="5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5" imgW="3810000" imgH="419100" progId="Equation.3">
                    <p:embed/>
                  </p:oleObj>
                </mc:Choice>
                <mc:Fallback>
                  <p:oleObj name="" r:id="rId5" imgW="3810000" imgH="419100" progId="Equation.3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8" y="2112"/>
                          <a:ext cx="5066" cy="5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02" name="Text Box 13"/>
          <p:cNvSpPr txBox="1"/>
          <p:nvPr/>
        </p:nvSpPr>
        <p:spPr>
          <a:xfrm>
            <a:off x="304800" y="3967163"/>
            <a:ext cx="8534400" cy="2122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333300"/>
                </a:solidFill>
                <a:ea typeface="微软雅黑" panose="020B0503020204020204" charset="-122"/>
              </a:rPr>
              <a:t>      </a:t>
            </a:r>
            <a:r>
              <a:rPr lang="zh-CN" altLang="en-US" sz="2400" dirty="0">
                <a:solidFill>
                  <a:srgbClr val="333300"/>
                </a:solidFill>
                <a:ea typeface="微软雅黑" panose="020B0503020204020204" charset="-122"/>
              </a:rPr>
              <a:t>需要说明的是，法拉第定律</a:t>
            </a:r>
            <a:r>
              <a:rPr lang="zh-CN" altLang="en-US" sz="2400" dirty="0">
                <a:solidFill>
                  <a:srgbClr val="F22E00"/>
                </a:solidFill>
                <a:ea typeface="微软雅黑" panose="020B0503020204020204" charset="-122"/>
              </a:rPr>
              <a:t>虽然是由研究电解时得出的</a:t>
            </a:r>
            <a:r>
              <a:rPr lang="zh-CN" altLang="en-US" sz="2400" dirty="0">
                <a:solidFill>
                  <a:srgbClr val="333300"/>
                </a:solidFill>
                <a:ea typeface="微软雅黑" panose="020B0503020204020204" charset="-122"/>
              </a:rPr>
              <a:t>，但它</a:t>
            </a:r>
            <a:r>
              <a:rPr lang="zh-CN" altLang="en-US" sz="2400" dirty="0">
                <a:solidFill>
                  <a:srgbClr val="F22E00"/>
                </a:solidFill>
                <a:ea typeface="微软雅黑" panose="020B0503020204020204" charset="-122"/>
              </a:rPr>
              <a:t>对原电池放电过程的电极反应也适用</a:t>
            </a:r>
            <a:r>
              <a:rPr lang="zh-CN" altLang="en-US" sz="2400" dirty="0">
                <a:solidFill>
                  <a:srgbClr val="333300"/>
                </a:solidFill>
                <a:ea typeface="微软雅黑" panose="020B0503020204020204" charset="-122"/>
              </a:rPr>
              <a:t>。</a:t>
            </a:r>
            <a:endParaRPr lang="zh-CN" altLang="en-US" sz="2400" dirty="0">
              <a:solidFill>
                <a:srgbClr val="333300"/>
              </a:solidFill>
              <a:ea typeface="微软雅黑" panose="020B0503020204020204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333300"/>
                </a:solidFill>
                <a:ea typeface="微软雅黑" panose="020B0503020204020204" charset="-122"/>
              </a:rPr>
              <a:t>       依据法拉第定律，人们可以通过</a:t>
            </a:r>
            <a:r>
              <a:rPr lang="zh-CN" altLang="en-US" sz="2400" dirty="0">
                <a:solidFill>
                  <a:srgbClr val="F22E00"/>
                </a:solidFill>
                <a:ea typeface="微软雅黑" panose="020B0503020204020204" charset="-122"/>
              </a:rPr>
              <a:t>测定电极反应的反应物</a:t>
            </a:r>
            <a:r>
              <a:rPr lang="zh-CN" altLang="en-US" sz="2400" dirty="0">
                <a:solidFill>
                  <a:srgbClr val="333300"/>
                </a:solidFill>
                <a:ea typeface="微软雅黑" panose="020B0503020204020204" charset="-122"/>
              </a:rPr>
              <a:t>或</a:t>
            </a:r>
            <a:r>
              <a:rPr lang="zh-CN" altLang="en-US" sz="2400" dirty="0">
                <a:solidFill>
                  <a:srgbClr val="F22E00"/>
                </a:solidFill>
                <a:ea typeface="微软雅黑" panose="020B0503020204020204" charset="-122"/>
              </a:rPr>
              <a:t>产物的物质的量的变化</a:t>
            </a:r>
            <a:r>
              <a:rPr lang="zh-CN" altLang="en-US" sz="2400" dirty="0">
                <a:solidFill>
                  <a:srgbClr val="333300"/>
                </a:solidFill>
                <a:ea typeface="微软雅黑" panose="020B0503020204020204" charset="-122"/>
              </a:rPr>
              <a:t>来计算电路中</a:t>
            </a:r>
            <a:r>
              <a:rPr lang="zh-CN" altLang="en-US" sz="2400" dirty="0">
                <a:solidFill>
                  <a:srgbClr val="F22E00"/>
                </a:solidFill>
                <a:ea typeface="微软雅黑" panose="020B0503020204020204" charset="-122"/>
              </a:rPr>
              <a:t>通过的电量</a:t>
            </a:r>
            <a:r>
              <a:rPr lang="zh-CN" altLang="en-US" sz="2400" dirty="0">
                <a:solidFill>
                  <a:srgbClr val="333300"/>
                </a:solidFill>
                <a:ea typeface="微软雅黑" panose="020B0503020204020204" charset="-122"/>
              </a:rPr>
              <a:t>。相应的测量装置称为电量计或库仑计。</a:t>
            </a:r>
            <a:endParaRPr lang="zh-CN" altLang="en-US" sz="2400" dirty="0">
              <a:solidFill>
                <a:srgbClr val="3333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628255" y="28575"/>
            <a:ext cx="1551940" cy="6829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p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0" y="4898390"/>
            <a:ext cx="2411730" cy="1931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p>
            <a:endParaRPr lang="zh-CN" altLang="en-US" sz="1800"/>
          </a:p>
        </p:txBody>
      </p:sp>
      <p:sp>
        <p:nvSpPr>
          <p:cNvPr id="107522" name="Rectangle 2" descr="羊皮纸"/>
          <p:cNvSpPr>
            <a:spLocks noGrp="1"/>
          </p:cNvSpPr>
          <p:nvPr/>
        </p:nvSpPr>
        <p:spPr>
          <a:xfrm>
            <a:off x="457200" y="533400"/>
            <a:ext cx="8229600" cy="1143000"/>
          </a:xfrm>
          <a:prstGeom prst="rect">
            <a:avLst/>
          </a:prstGeom>
          <a:blipFill rotWithShape="0">
            <a:blip r:embed="rId1"/>
          </a:blipFill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i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charset="-122"/>
              </a:rPr>
              <a:t>法拉第定律的意义</a:t>
            </a:r>
            <a:endParaRPr lang="zh-CN" altLang="en-US" sz="3600" b="1" i="1" dirty="0">
              <a:solidFill>
                <a:srgbClr val="0000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07523" name="Text Box 3" descr="羊皮纸"/>
          <p:cNvSpPr txBox="1"/>
          <p:nvPr/>
        </p:nvSpPr>
        <p:spPr>
          <a:xfrm>
            <a:off x="838200" y="2403475"/>
            <a:ext cx="7620000" cy="1033145"/>
          </a:xfrm>
          <a:prstGeom prst="rect">
            <a:avLst/>
          </a:prstGeom>
          <a:blipFill rotWithShape="0">
            <a:blip r:embed="rId1"/>
          </a:blipFill>
          <a:ln w="12700">
            <a:noFill/>
          </a:ln>
        </p:spPr>
        <p:txBody>
          <a:bodyPr tIns="0" bIns="0">
            <a:spAutoFit/>
          </a:bodyPr>
          <a:p>
            <a:pPr>
              <a:lnSpc>
                <a:spcPct val="120000"/>
              </a:lnSpc>
            </a:pPr>
            <a:r>
              <a:rPr lang="en-US" altLang="zh-CN" sz="2800" b="0" dirty="0">
                <a:ea typeface="微软雅黑" panose="020B0503020204020204" charset="-122"/>
              </a:rPr>
              <a:t>⒈ </a:t>
            </a:r>
            <a:r>
              <a:rPr lang="zh-CN" altLang="en-US" sz="2800" b="0" dirty="0">
                <a:ea typeface="微软雅黑" panose="020B0503020204020204" charset="-122"/>
              </a:rPr>
              <a:t>是电化学上最早的定量的基本定律，揭示了通入的电量与析出物质之间的定量关系。</a:t>
            </a:r>
            <a:endParaRPr lang="zh-CN" altLang="en-US" sz="2800" b="0" dirty="0">
              <a:ea typeface="微软雅黑" panose="020B0503020204020204" charset="-122"/>
            </a:endParaRPr>
          </a:p>
        </p:txBody>
      </p:sp>
      <p:sp>
        <p:nvSpPr>
          <p:cNvPr id="107524" name="Text Box 4" descr="羊皮纸"/>
          <p:cNvSpPr txBox="1"/>
          <p:nvPr/>
        </p:nvSpPr>
        <p:spPr>
          <a:xfrm>
            <a:off x="914400" y="3851275"/>
            <a:ext cx="7620000" cy="516255"/>
          </a:xfrm>
          <a:prstGeom prst="rect">
            <a:avLst/>
          </a:prstGeom>
          <a:blipFill rotWithShape="0">
            <a:blip r:embed="rId1"/>
          </a:blipFill>
          <a:ln w="12700">
            <a:noFill/>
          </a:ln>
        </p:spPr>
        <p:txBody>
          <a:bodyPr tIns="0" bIns="0">
            <a:spAutoFit/>
          </a:bodyPr>
          <a:p>
            <a:pPr>
              <a:lnSpc>
                <a:spcPct val="120000"/>
              </a:lnSpc>
            </a:pPr>
            <a:r>
              <a:rPr lang="en-US" altLang="zh-CN" sz="2800" b="0" dirty="0">
                <a:ea typeface="微软雅黑" panose="020B0503020204020204" charset="-122"/>
              </a:rPr>
              <a:t>⒉ </a:t>
            </a:r>
            <a:r>
              <a:rPr lang="zh-CN" altLang="en-US" sz="2800" b="0" dirty="0">
                <a:ea typeface="微软雅黑" panose="020B0503020204020204" charset="-122"/>
              </a:rPr>
              <a:t>该定律在任何温度、任何压力下均可以使用。</a:t>
            </a:r>
            <a:endParaRPr lang="zh-CN" altLang="en-US" sz="2800" b="0" dirty="0">
              <a:ea typeface="微软雅黑" panose="020B0503020204020204" charset="-122"/>
            </a:endParaRPr>
          </a:p>
        </p:txBody>
      </p:sp>
      <p:sp>
        <p:nvSpPr>
          <p:cNvPr id="107525" name="Text Box 5" descr="羊皮纸"/>
          <p:cNvSpPr txBox="1"/>
          <p:nvPr/>
        </p:nvSpPr>
        <p:spPr>
          <a:xfrm>
            <a:off x="914400" y="4821238"/>
            <a:ext cx="7086600" cy="516255"/>
          </a:xfrm>
          <a:prstGeom prst="rect">
            <a:avLst/>
          </a:prstGeom>
          <a:blipFill rotWithShape="0">
            <a:blip r:embed="rId1"/>
          </a:blipFill>
          <a:ln w="12700">
            <a:noFill/>
          </a:ln>
        </p:spPr>
        <p:txBody>
          <a:bodyPr tIns="0" bIns="0">
            <a:spAutoFit/>
          </a:bodyPr>
          <a:p>
            <a:pPr>
              <a:lnSpc>
                <a:spcPct val="120000"/>
              </a:lnSpc>
            </a:pPr>
            <a:r>
              <a:rPr lang="en-US" altLang="zh-CN" sz="2800" b="0" dirty="0">
                <a:ea typeface="微软雅黑" panose="020B0503020204020204" charset="-122"/>
              </a:rPr>
              <a:t>⒊ </a:t>
            </a:r>
            <a:r>
              <a:rPr lang="zh-CN" altLang="en-US" sz="2800" b="0" dirty="0">
                <a:ea typeface="微软雅黑" panose="020B0503020204020204" charset="-122"/>
              </a:rPr>
              <a:t>该定律的使用没有什么限制条件。</a:t>
            </a:r>
            <a:endParaRPr lang="zh-CN" altLang="en-US" sz="2800" b="0" dirty="0"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611505" y="692785"/>
            <a:ext cx="7006590" cy="3683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200" b="1" dirty="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1.3.2 双电层模型简介</a:t>
            </a:r>
            <a:endParaRPr lang="en-US" altLang="zh-CN" sz="3200" b="1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699385" y="1844675"/>
            <a:ext cx="3237230" cy="2976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8575" y="1412875"/>
            <a:ext cx="9155430" cy="46437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" y="476885"/>
            <a:ext cx="3448050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" y="1484630"/>
            <a:ext cx="8295640" cy="42100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05" y="476885"/>
            <a:ext cx="4813300" cy="7556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" y="2092325"/>
            <a:ext cx="9076690" cy="35769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05" y="692785"/>
            <a:ext cx="4805045" cy="927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52830"/>
            <a:ext cx="9131300" cy="45783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260350"/>
            <a:ext cx="5932170" cy="7454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11404"/>
          <a:stretch>
            <a:fillRect/>
          </a:stretch>
        </p:blipFill>
        <p:spPr>
          <a:xfrm>
            <a:off x="-184150" y="1333500"/>
            <a:ext cx="9512300" cy="48101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" y="332740"/>
            <a:ext cx="5501640" cy="5784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115" y="332740"/>
            <a:ext cx="4939030" cy="9048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" y="1268730"/>
            <a:ext cx="9112250" cy="4686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15" y="1557020"/>
            <a:ext cx="8693150" cy="44259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548640"/>
            <a:ext cx="5539105" cy="9461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60" y="836930"/>
            <a:ext cx="7070090" cy="41579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611505" y="692785"/>
            <a:ext cx="7006590" cy="3683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200" b="1" dirty="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1.3.3 </a:t>
            </a:r>
            <a:r>
              <a:rPr lang="zh-CN" altLang="en-US" sz="3200" b="1" dirty="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电毛细曲线与零电荷电势</a:t>
            </a:r>
            <a:endParaRPr lang="zh-CN" altLang="en-US" sz="3200" b="1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03350" y="1845310"/>
            <a:ext cx="5704840" cy="353441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9070" y="260985"/>
            <a:ext cx="5026025" cy="7181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94970" y="1268730"/>
            <a:ext cx="7902575" cy="37566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015" y="0"/>
            <a:ext cx="6902450" cy="47301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60" y="3886200"/>
            <a:ext cx="7031355" cy="29718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440" y="692785"/>
            <a:ext cx="377190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0" y="621030"/>
            <a:ext cx="8996680" cy="478218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108585" y="1612265"/>
            <a:ext cx="9402445" cy="43453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79070" y="260985"/>
            <a:ext cx="5026025" cy="71818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1460" y="260985"/>
            <a:ext cx="2899410" cy="7004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7315" y="1196975"/>
            <a:ext cx="8623300" cy="41770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1460" y="260985"/>
            <a:ext cx="2899410" cy="7004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23215" y="1412875"/>
            <a:ext cx="8690610" cy="41478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1460" y="260985"/>
            <a:ext cx="2899410" cy="70040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4925" y="1125220"/>
            <a:ext cx="9022715" cy="49352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1460" y="260985"/>
            <a:ext cx="2899410" cy="70040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23215" y="1341120"/>
            <a:ext cx="874204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9070" y="260985"/>
            <a:ext cx="3615690" cy="7696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11505" y="1412875"/>
            <a:ext cx="7648575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9070" y="188595"/>
            <a:ext cx="5531485" cy="7321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11505" y="1125220"/>
            <a:ext cx="3898900" cy="109601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219700" y="1341120"/>
            <a:ext cx="2981325" cy="6667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23215" y="2564765"/>
            <a:ext cx="8543925" cy="368617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2970,&quot;width&quot;:3230}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PP_MARK_KEY" val="501aeaa4-d200-42a5-b726-68e8e8b733bf"/>
  <p:tag name="COMMONDATA" val="eyJoZGlkIjoiMzgxMjc0NTUwYTA2N2VhZWFmNzBiODNjZjU3OTRiOTMifQ=="/>
  <p:tag name="commondata" val="eyJoZGlkIjoiODIyZGQ3MzI3NDI1MDU1N2YyZWRhMDJkZThkMjhmMDYifQ=="/>
</p:tagLst>
</file>

<file path=ppt/theme/theme1.xml><?xml version="1.0" encoding="utf-8"?>
<a:theme xmlns:a="http://schemas.openxmlformats.org/drawingml/2006/main" name="Crayons">
  <a:themeElements>
    <a:clrScheme name="Crayons 1">
      <a:dk1>
        <a:srgbClr val="000000"/>
      </a:dk1>
      <a:lt1>
        <a:srgbClr val="FFFFFF"/>
      </a:lt1>
      <a:dk2>
        <a:srgbClr val="FF0000"/>
      </a:dk2>
      <a:lt2>
        <a:srgbClr val="FFB800"/>
      </a:lt2>
      <a:accent1>
        <a:srgbClr val="FFEF66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6B8"/>
      </a:accent5>
      <a:accent6>
        <a:srgbClr val="000000"/>
      </a:accent6>
      <a:hlink>
        <a:srgbClr val="00B200"/>
      </a:hlink>
      <a:folHlink>
        <a:srgbClr val="703DFF"/>
      </a:folHlink>
    </a:clrScheme>
    <a:fontScheme name="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Crayons 1">
        <a:dk1>
          <a:srgbClr val="000000"/>
        </a:dk1>
        <a:lt1>
          <a:srgbClr val="FFFFFF"/>
        </a:lt1>
        <a:dk2>
          <a:srgbClr val="FF0000"/>
        </a:dk2>
        <a:lt2>
          <a:srgbClr val="FFB800"/>
        </a:lt2>
        <a:accent1>
          <a:srgbClr val="FFEF66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FFF6B8"/>
        </a:accent5>
        <a:accent6>
          <a:srgbClr val="000000"/>
        </a:accent6>
        <a:hlink>
          <a:srgbClr val="00B200"/>
        </a:hlink>
        <a:folHlink>
          <a:srgbClr val="703D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2">
        <a:dk1>
          <a:srgbClr val="000000"/>
        </a:dk1>
        <a:lt1>
          <a:srgbClr val="FFFFFF"/>
        </a:lt1>
        <a:dk2>
          <a:srgbClr val="000000"/>
        </a:dk2>
        <a:lt2>
          <a:srgbClr val="99CCFF"/>
        </a:lt2>
        <a:accent1>
          <a:srgbClr val="CCCCFF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005C"/>
        </a:accent6>
        <a:hlink>
          <a:srgbClr val="00B200"/>
        </a:hlink>
        <a:folHlink>
          <a:srgbClr val="CCFF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3">
        <a:dk1>
          <a:srgbClr val="000000"/>
        </a:dk1>
        <a:lt1>
          <a:srgbClr val="FFFFFF"/>
        </a:lt1>
        <a:dk2>
          <a:srgbClr val="000000"/>
        </a:dk2>
        <a:lt2>
          <a:srgbClr val="3399FF"/>
        </a:lt2>
        <a:accent1>
          <a:srgbClr val="CCECFF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007373"/>
        </a:accent6>
        <a:hlink>
          <a:srgbClr val="009999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4">
        <a:dk1>
          <a:srgbClr val="808000"/>
        </a:dk1>
        <a:lt1>
          <a:srgbClr val="FFFFFF"/>
        </a:lt1>
        <a:dk2>
          <a:srgbClr val="336600"/>
        </a:dk2>
        <a:lt2>
          <a:srgbClr val="FFFFFF"/>
        </a:lt2>
        <a:accent1>
          <a:srgbClr val="99CC00"/>
        </a:accent1>
        <a:accent2>
          <a:srgbClr val="003300"/>
        </a:accent2>
        <a:accent3>
          <a:srgbClr val="ADB8AA"/>
        </a:accent3>
        <a:accent4>
          <a:srgbClr val="DADADA"/>
        </a:accent4>
        <a:accent5>
          <a:srgbClr val="CAE2AA"/>
        </a:accent5>
        <a:accent6>
          <a:srgbClr val="002D00"/>
        </a:accent6>
        <a:hlink>
          <a:srgbClr val="CCCC00"/>
        </a:hlink>
        <a:folHlink>
          <a:srgbClr val="CCFF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5">
        <a:dk1>
          <a:srgbClr val="808080"/>
        </a:dk1>
        <a:lt1>
          <a:srgbClr val="FFFFFF"/>
        </a:lt1>
        <a:dk2>
          <a:srgbClr val="003366"/>
        </a:dk2>
        <a:lt2>
          <a:srgbClr val="CCECFF"/>
        </a:lt2>
        <a:accent1>
          <a:srgbClr val="33CCCC"/>
        </a:accent1>
        <a:accent2>
          <a:srgbClr val="006699"/>
        </a:accent2>
        <a:accent3>
          <a:srgbClr val="AAADB8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00FF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6">
        <a:dk1>
          <a:srgbClr val="6666FF"/>
        </a:dk1>
        <a:lt1>
          <a:srgbClr val="FFFFFF"/>
        </a:lt1>
        <a:dk2>
          <a:srgbClr val="000066"/>
        </a:dk2>
        <a:lt2>
          <a:srgbClr val="FFFFFF"/>
        </a:lt2>
        <a:accent1>
          <a:srgbClr val="33CCFF"/>
        </a:accent1>
        <a:accent2>
          <a:srgbClr val="0000FF"/>
        </a:accent2>
        <a:accent3>
          <a:srgbClr val="AAAAB8"/>
        </a:accent3>
        <a:accent4>
          <a:srgbClr val="DADADA"/>
        </a:accent4>
        <a:accent5>
          <a:srgbClr val="ADE2FF"/>
        </a:accent5>
        <a:accent6>
          <a:srgbClr val="0000E7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7">
        <a:dk1>
          <a:srgbClr val="000000"/>
        </a:dk1>
        <a:lt1>
          <a:srgbClr val="FFFFFF"/>
        </a:lt1>
        <a:dk2>
          <a:srgbClr val="800080"/>
        </a:dk2>
        <a:lt2>
          <a:srgbClr val="FFFFFF"/>
        </a:lt2>
        <a:accent1>
          <a:srgbClr val="CC66FF"/>
        </a:accent1>
        <a:accent2>
          <a:srgbClr val="990099"/>
        </a:accent2>
        <a:accent3>
          <a:srgbClr val="C0AAC0"/>
        </a:accent3>
        <a:accent4>
          <a:srgbClr val="DADADA"/>
        </a:accent4>
        <a:accent5>
          <a:srgbClr val="E2B8FF"/>
        </a:accent5>
        <a:accent6>
          <a:srgbClr val="8A008A"/>
        </a:accent6>
        <a:hlink>
          <a:srgbClr val="FF9900"/>
        </a:hlink>
        <a:folHlink>
          <a:srgbClr val="FF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8">
        <a:dk1>
          <a:srgbClr val="FF3300"/>
        </a:dk1>
        <a:lt1>
          <a:srgbClr val="FFFFFF"/>
        </a:lt1>
        <a:dk2>
          <a:srgbClr val="800000"/>
        </a:dk2>
        <a:lt2>
          <a:srgbClr val="FFFFCC"/>
        </a:lt2>
        <a:accent1>
          <a:srgbClr val="FF7C80"/>
        </a:accent1>
        <a:accent2>
          <a:srgbClr val="990000"/>
        </a:accent2>
        <a:accent3>
          <a:srgbClr val="C0AAAA"/>
        </a:accent3>
        <a:accent4>
          <a:srgbClr val="DADADA"/>
        </a:accent4>
        <a:accent5>
          <a:srgbClr val="FFBFC0"/>
        </a:accent5>
        <a:accent6>
          <a:srgbClr val="8A0000"/>
        </a:accent6>
        <a:hlink>
          <a:srgbClr val="FF66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rayons">
  <a:themeElements>
    <a:clrScheme name="Crayons 1">
      <a:dk1>
        <a:srgbClr val="000000"/>
      </a:dk1>
      <a:lt1>
        <a:srgbClr val="FFFFFF"/>
      </a:lt1>
      <a:dk2>
        <a:srgbClr val="FF0000"/>
      </a:dk2>
      <a:lt2>
        <a:srgbClr val="FFB800"/>
      </a:lt2>
      <a:accent1>
        <a:srgbClr val="FFEF66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6B8"/>
      </a:accent5>
      <a:accent6>
        <a:srgbClr val="000000"/>
      </a:accent6>
      <a:hlink>
        <a:srgbClr val="00B200"/>
      </a:hlink>
      <a:folHlink>
        <a:srgbClr val="703DFF"/>
      </a:folHlink>
    </a:clrScheme>
    <a:fontScheme name="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Crayons 1">
        <a:dk1>
          <a:srgbClr val="000000"/>
        </a:dk1>
        <a:lt1>
          <a:srgbClr val="FFFFFF"/>
        </a:lt1>
        <a:dk2>
          <a:srgbClr val="FF0000"/>
        </a:dk2>
        <a:lt2>
          <a:srgbClr val="FFB800"/>
        </a:lt2>
        <a:accent1>
          <a:srgbClr val="FFEF66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FFF6B8"/>
        </a:accent5>
        <a:accent6>
          <a:srgbClr val="000000"/>
        </a:accent6>
        <a:hlink>
          <a:srgbClr val="00B200"/>
        </a:hlink>
        <a:folHlink>
          <a:srgbClr val="703D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2">
        <a:dk1>
          <a:srgbClr val="000000"/>
        </a:dk1>
        <a:lt1>
          <a:srgbClr val="FFFFFF"/>
        </a:lt1>
        <a:dk2>
          <a:srgbClr val="000000"/>
        </a:dk2>
        <a:lt2>
          <a:srgbClr val="99CCFF"/>
        </a:lt2>
        <a:accent1>
          <a:srgbClr val="CCCCFF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005C"/>
        </a:accent6>
        <a:hlink>
          <a:srgbClr val="00B200"/>
        </a:hlink>
        <a:folHlink>
          <a:srgbClr val="CCFF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3">
        <a:dk1>
          <a:srgbClr val="000000"/>
        </a:dk1>
        <a:lt1>
          <a:srgbClr val="FFFFFF"/>
        </a:lt1>
        <a:dk2>
          <a:srgbClr val="000000"/>
        </a:dk2>
        <a:lt2>
          <a:srgbClr val="3399FF"/>
        </a:lt2>
        <a:accent1>
          <a:srgbClr val="CCECFF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007373"/>
        </a:accent6>
        <a:hlink>
          <a:srgbClr val="009999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4">
        <a:dk1>
          <a:srgbClr val="808000"/>
        </a:dk1>
        <a:lt1>
          <a:srgbClr val="FFFFFF"/>
        </a:lt1>
        <a:dk2>
          <a:srgbClr val="336600"/>
        </a:dk2>
        <a:lt2>
          <a:srgbClr val="FFFFFF"/>
        </a:lt2>
        <a:accent1>
          <a:srgbClr val="99CC00"/>
        </a:accent1>
        <a:accent2>
          <a:srgbClr val="003300"/>
        </a:accent2>
        <a:accent3>
          <a:srgbClr val="ADB8AA"/>
        </a:accent3>
        <a:accent4>
          <a:srgbClr val="DADADA"/>
        </a:accent4>
        <a:accent5>
          <a:srgbClr val="CAE2AA"/>
        </a:accent5>
        <a:accent6>
          <a:srgbClr val="002D00"/>
        </a:accent6>
        <a:hlink>
          <a:srgbClr val="CCCC00"/>
        </a:hlink>
        <a:folHlink>
          <a:srgbClr val="CCFF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5">
        <a:dk1>
          <a:srgbClr val="808080"/>
        </a:dk1>
        <a:lt1>
          <a:srgbClr val="FFFFFF"/>
        </a:lt1>
        <a:dk2>
          <a:srgbClr val="003366"/>
        </a:dk2>
        <a:lt2>
          <a:srgbClr val="CCECFF"/>
        </a:lt2>
        <a:accent1>
          <a:srgbClr val="33CCCC"/>
        </a:accent1>
        <a:accent2>
          <a:srgbClr val="006699"/>
        </a:accent2>
        <a:accent3>
          <a:srgbClr val="AAADB8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00FF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6">
        <a:dk1>
          <a:srgbClr val="6666FF"/>
        </a:dk1>
        <a:lt1>
          <a:srgbClr val="FFFFFF"/>
        </a:lt1>
        <a:dk2>
          <a:srgbClr val="000066"/>
        </a:dk2>
        <a:lt2>
          <a:srgbClr val="FFFFFF"/>
        </a:lt2>
        <a:accent1>
          <a:srgbClr val="33CCFF"/>
        </a:accent1>
        <a:accent2>
          <a:srgbClr val="0000FF"/>
        </a:accent2>
        <a:accent3>
          <a:srgbClr val="AAAAB8"/>
        </a:accent3>
        <a:accent4>
          <a:srgbClr val="DADADA"/>
        </a:accent4>
        <a:accent5>
          <a:srgbClr val="ADE2FF"/>
        </a:accent5>
        <a:accent6>
          <a:srgbClr val="0000E7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7">
        <a:dk1>
          <a:srgbClr val="000000"/>
        </a:dk1>
        <a:lt1>
          <a:srgbClr val="FFFFFF"/>
        </a:lt1>
        <a:dk2>
          <a:srgbClr val="800080"/>
        </a:dk2>
        <a:lt2>
          <a:srgbClr val="FFFFFF"/>
        </a:lt2>
        <a:accent1>
          <a:srgbClr val="CC66FF"/>
        </a:accent1>
        <a:accent2>
          <a:srgbClr val="990099"/>
        </a:accent2>
        <a:accent3>
          <a:srgbClr val="C0AAC0"/>
        </a:accent3>
        <a:accent4>
          <a:srgbClr val="DADADA"/>
        </a:accent4>
        <a:accent5>
          <a:srgbClr val="E2B8FF"/>
        </a:accent5>
        <a:accent6>
          <a:srgbClr val="8A008A"/>
        </a:accent6>
        <a:hlink>
          <a:srgbClr val="FF9900"/>
        </a:hlink>
        <a:folHlink>
          <a:srgbClr val="FF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8">
        <a:dk1>
          <a:srgbClr val="FF3300"/>
        </a:dk1>
        <a:lt1>
          <a:srgbClr val="FFFFFF"/>
        </a:lt1>
        <a:dk2>
          <a:srgbClr val="800000"/>
        </a:dk2>
        <a:lt2>
          <a:srgbClr val="FFFFCC"/>
        </a:lt2>
        <a:accent1>
          <a:srgbClr val="FF7C80"/>
        </a:accent1>
        <a:accent2>
          <a:srgbClr val="990000"/>
        </a:accent2>
        <a:accent3>
          <a:srgbClr val="C0AAAA"/>
        </a:accent3>
        <a:accent4>
          <a:srgbClr val="DADADA"/>
        </a:accent4>
        <a:accent5>
          <a:srgbClr val="FFBFC0"/>
        </a:accent5>
        <a:accent6>
          <a:srgbClr val="8A0000"/>
        </a:accent6>
        <a:hlink>
          <a:srgbClr val="FF66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Crayons</Template>
  <TotalTime>0</TotalTime>
  <Words>1073</Words>
  <Application>WPS 演示</Application>
  <PresentationFormat/>
  <Paragraphs>65</Paragraphs>
  <Slides>28</Slides>
  <Notes>2</Notes>
  <HiddenSlides>1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9</vt:i4>
      </vt:variant>
      <vt:variant>
        <vt:lpstr>幻灯片标题</vt:lpstr>
      </vt:variant>
      <vt:variant>
        <vt:i4>28</vt:i4>
      </vt:variant>
    </vt:vector>
  </HeadingPairs>
  <TitlesOfParts>
    <vt:vector size="50" baseType="lpstr">
      <vt:lpstr>Arial</vt:lpstr>
      <vt:lpstr>宋体</vt:lpstr>
      <vt:lpstr>Wingdings</vt:lpstr>
      <vt:lpstr>Comic Sans MS</vt:lpstr>
      <vt:lpstr>Calibri</vt:lpstr>
      <vt:lpstr>微软雅黑</vt:lpstr>
      <vt:lpstr>Times New Roman</vt:lpstr>
      <vt:lpstr>黑体</vt:lpstr>
      <vt:lpstr>新宋体</vt:lpstr>
      <vt:lpstr>Symbol</vt:lpstr>
      <vt:lpstr>Arial Unicode MS</vt:lpstr>
      <vt:lpstr>Crayons</vt:lpstr>
      <vt:lpstr>1_Crayons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电化学研究方法及实验</dc:title>
  <dc:creator>a</dc:creator>
  <cp:lastModifiedBy>无际</cp:lastModifiedBy>
  <cp:revision>123</cp:revision>
  <dcterms:created xsi:type="dcterms:W3CDTF">2008-04-21T01:26:00Z</dcterms:created>
  <dcterms:modified xsi:type="dcterms:W3CDTF">2025-10-11T01:53:23Z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14B357D0E8084C92B5E221E751F3CBCF</vt:lpwstr>
  </property>
  <property fmtid="{D5CDD505-2E9C-101B-9397-08002B2CF9AE}" pid="3" name="KSOProductBuildVer">
    <vt:lpwstr>2052-12.1.0.22529</vt:lpwstr>
  </property>
</Properties>
</file>