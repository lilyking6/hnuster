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3"/>
  </p:sldMasterIdLst>
  <p:notesMasterIdLst>
    <p:notesMasterId r:id="rId28"/>
  </p:notesMasterIdLst>
  <p:sldIdLst>
    <p:sldId id="1571" r:id="rId4"/>
    <p:sldId id="1572" r:id="rId5"/>
    <p:sldId id="1573" r:id="rId6"/>
    <p:sldId id="1574" r:id="rId7"/>
    <p:sldId id="1575" r:id="rId8"/>
    <p:sldId id="1576" r:id="rId9"/>
    <p:sldId id="1577" r:id="rId10"/>
    <p:sldId id="1578" r:id="rId11"/>
    <p:sldId id="1579" r:id="rId12"/>
    <p:sldId id="1580" r:id="rId13"/>
    <p:sldId id="1581" r:id="rId14"/>
    <p:sldId id="1582" r:id="rId15"/>
    <p:sldId id="1583" r:id="rId16"/>
    <p:sldId id="1584" r:id="rId17"/>
    <p:sldId id="1585" r:id="rId18"/>
    <p:sldId id="1586" r:id="rId19"/>
    <p:sldId id="1587" r:id="rId20"/>
    <p:sldId id="1588" r:id="rId21"/>
    <p:sldId id="1589" r:id="rId22"/>
    <p:sldId id="1591" r:id="rId23"/>
    <p:sldId id="1592" r:id="rId24"/>
    <p:sldId id="1593" r:id="rId25"/>
    <p:sldId id="1594" r:id="rId26"/>
    <p:sldId id="1595" r:id="rId27"/>
    <p:sldId id="1596" r:id="rId29"/>
    <p:sldId id="1597" r:id="rId30"/>
    <p:sldId id="1598" r:id="rId31"/>
    <p:sldId id="1599" r:id="rId32"/>
    <p:sldId id="1600" r:id="rId33"/>
    <p:sldId id="1601" r:id="rId34"/>
    <p:sldId id="1602" r:id="rId35"/>
    <p:sldId id="1603" r:id="rId36"/>
    <p:sldId id="1604" r:id="rId37"/>
    <p:sldId id="1605" r:id="rId38"/>
    <p:sldId id="1606" r:id="rId39"/>
  </p:sldIdLst>
  <p:sldSz cx="9144000" cy="6858000" type="screen4x3"/>
  <p:notesSz cx="6858000" cy="9144000"/>
  <p:custDataLst>
    <p:tags r:id="rId44"/>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omic Sans MS" panose="030F0702030302020204" pitchFamily="66"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26" userDrawn="1">
          <p15:clr>
            <a:srgbClr val="A4A3A4"/>
          </p15:clr>
        </p15:guide>
        <p15:guide id="2" pos="279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111"/>
    <p:restoredTop sz="94709"/>
  </p:normalViewPr>
  <p:slideViewPr>
    <p:cSldViewPr showGuides="1">
      <p:cViewPr varScale="1">
        <p:scale>
          <a:sx n="56" d="100"/>
          <a:sy n="56" d="100"/>
        </p:scale>
        <p:origin x="90" y="960"/>
      </p:cViewPr>
      <p:guideLst>
        <p:guide orient="horz" pos="2226"/>
        <p:guide pos="279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gs" Target="tags/tag25.xml"/><Relationship Id="rId43" Type="http://schemas.openxmlformats.org/officeDocument/2006/relationships/commentAuthors" Target="commentAuthors.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notesMaster" Target="notesMasters/notes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38.emf"/><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image" Target="../media/image3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0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52716E8E-9F40-488C-B2C8-F598D235E806}" type="datetimeFigureOut">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80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880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a:latin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80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defRPr sz="1200">
                <a:latin typeface="Arial" panose="020B0604020202020204" pitchFamily="34" charset="0"/>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04ACFD4E-E7F6-4FE1-B89A-91A679E56EB2}" type="slidenum">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熵变的计算，由热力学基本方程，</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Freeform 2"/>
          <p:cNvSpPr/>
          <p:nvPr/>
        </p:nvSpPr>
        <p:spPr>
          <a:xfrm>
            <a:off x="20638" y="12700"/>
            <a:ext cx="8896350" cy="6780213"/>
          </a:xfrm>
          <a:custGeom>
            <a:avLst/>
            <a:gdLst/>
            <a:ahLst/>
            <a:cxnLst>
              <a:cxn ang="0">
                <a:pos x="6300000" y="0"/>
              </a:cxn>
              <a:cxn ang="0">
                <a:pos x="0" y="1826667"/>
              </a:cxn>
              <a:cxn ang="0">
                <a:pos x="4842204" y="6780213"/>
              </a:cxn>
              <a:cxn ang="0">
                <a:pos x="8896350" y="2107693"/>
              </a:cxn>
              <a:cxn ang="0">
                <a:pos x="6300000" y="0"/>
              </a:cxn>
              <a:cxn ang="0">
                <a:pos x="6300000" y="0"/>
              </a:cxn>
            </a:cxnLst>
            <a:rect l="0" t="0" r="0" b="0"/>
            <a:pathLst>
              <a:path w="3985" h="3619">
                <a:moveTo>
                  <a:pt x="2822" y="0"/>
                </a:moveTo>
                <a:lnTo>
                  <a:pt x="0" y="975"/>
                </a:lnTo>
                <a:lnTo>
                  <a:pt x="2169" y="3619"/>
                </a:lnTo>
                <a:lnTo>
                  <a:pt x="3985" y="1125"/>
                </a:lnTo>
                <a:lnTo>
                  <a:pt x="2822" y="0"/>
                </a:lnTo>
                <a:lnTo>
                  <a:pt x="2822" y="0"/>
                </a:lnTo>
                <a:close/>
              </a:path>
            </a:pathLst>
          </a:custGeom>
          <a:solidFill>
            <a:schemeClr val="accent1">
              <a:alpha val="100000"/>
            </a:schemeClr>
          </a:solidFill>
          <a:ln w="9525">
            <a:noFill/>
          </a:ln>
        </p:spPr>
        <p:txBody>
          <a:bodyPr/>
          <a:lstStyle/>
          <a:p>
            <a:endParaRPr lang="zh-CN" altLang="en-US"/>
          </a:p>
        </p:txBody>
      </p:sp>
      <p:grpSp>
        <p:nvGrpSpPr>
          <p:cNvPr id="2051" name="Group 8"/>
          <p:cNvGrpSpPr/>
          <p:nvPr/>
        </p:nvGrpSpPr>
        <p:grpSpPr>
          <a:xfrm>
            <a:off x="195263" y="234950"/>
            <a:ext cx="3787775" cy="1778000"/>
            <a:chOff x="123" y="148"/>
            <a:chExt cx="2386" cy="1120"/>
          </a:xfrm>
        </p:grpSpPr>
        <p:sp>
          <p:nvSpPr>
            <p:cNvPr id="2069" name="Freeform 9"/>
            <p:cNvSpPr/>
            <p:nvPr userDrawn="1"/>
          </p:nvSpPr>
          <p:spPr>
            <a:xfrm>
              <a:off x="177" y="177"/>
              <a:ext cx="2250" cy="1017"/>
            </a:xfrm>
            <a:custGeom>
              <a:avLst/>
              <a:gdLst/>
              <a:ahLst/>
              <a:cxnLst>
                <a:cxn ang="0">
                  <a:pos x="2250" y="970"/>
                </a:cxn>
                <a:cxn ang="0">
                  <a:pos x="2012" y="781"/>
                </a:cxn>
                <a:cxn ang="0">
                  <a:pos x="1576" y="516"/>
                </a:cxn>
                <a:cxn ang="0">
                  <a:pos x="201" y="0"/>
                </a:cxn>
                <a:cxn ang="0">
                  <a:pos x="65" y="49"/>
                </a:cxn>
                <a:cxn ang="0">
                  <a:pos x="0" y="204"/>
                </a:cxn>
                <a:cxn ang="0">
                  <a:pos x="79" y="381"/>
                </a:cxn>
                <a:cxn ang="0">
                  <a:pos x="1615" y="1005"/>
                </a:cxn>
                <a:cxn ang="0">
                  <a:pos x="1952" y="965"/>
                </a:cxn>
                <a:cxn ang="0">
                  <a:pos x="2224" y="1017"/>
                </a:cxn>
                <a:cxn ang="0">
                  <a:pos x="2250" y="970"/>
                </a:cxn>
                <a:cxn ang="0">
                  <a:pos x="2250" y="970"/>
                </a:cxn>
              </a:cxnLst>
              <a:rect l="0" t="0" r="0" b="0"/>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alpha val="100000"/>
              </a:srgbClr>
            </a:solidFill>
            <a:ln w="9525">
              <a:noFill/>
            </a:ln>
          </p:spPr>
          <p:txBody>
            <a:bodyPr/>
            <a:lstStyle/>
            <a:p>
              <a:endParaRPr lang="zh-CN" altLang="en-US"/>
            </a:p>
          </p:txBody>
        </p:sp>
        <p:sp>
          <p:nvSpPr>
            <p:cNvPr id="2070" name="Freeform 10"/>
            <p:cNvSpPr/>
            <p:nvPr userDrawn="1"/>
          </p:nvSpPr>
          <p:spPr>
            <a:xfrm>
              <a:off x="166" y="261"/>
              <a:ext cx="2244" cy="1007"/>
            </a:xfrm>
            <a:custGeom>
              <a:avLst/>
              <a:gdLst/>
              <a:ahLst/>
              <a:cxnLst>
                <a:cxn ang="0">
                  <a:pos x="194" y="0"/>
                </a:cxn>
                <a:cxn ang="0">
                  <a:pos x="1883" y="637"/>
                </a:cxn>
                <a:cxn ang="0">
                  <a:pos x="2020" y="783"/>
                </a:cxn>
                <a:cxn ang="0">
                  <a:pos x="2244" y="971"/>
                </a:cxn>
                <a:cxn ang="0">
                  <a:pos x="2214" y="1007"/>
                </a:cxn>
                <a:cxn ang="0">
                  <a:pos x="1910" y="965"/>
                </a:cxn>
                <a:cxn ang="0">
                  <a:pos x="1620" y="995"/>
                </a:cxn>
                <a:cxn ang="0">
                  <a:pos x="59" y="366"/>
                </a:cxn>
                <a:cxn ang="0">
                  <a:pos x="0" y="184"/>
                </a:cxn>
                <a:cxn ang="0">
                  <a:pos x="65" y="39"/>
                </a:cxn>
                <a:cxn ang="0">
                  <a:pos x="194" y="0"/>
                </a:cxn>
                <a:cxn ang="0">
                  <a:pos x="194"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alpha val="100000"/>
              </a:schemeClr>
            </a:solidFill>
            <a:ln w="9525">
              <a:noFill/>
            </a:ln>
          </p:spPr>
          <p:txBody>
            <a:bodyPr/>
            <a:lstStyle/>
            <a:p>
              <a:endParaRPr lang="zh-CN" altLang="en-US"/>
            </a:p>
          </p:txBody>
        </p:sp>
        <p:sp>
          <p:nvSpPr>
            <p:cNvPr id="2071" name="Freeform 11"/>
            <p:cNvSpPr/>
            <p:nvPr userDrawn="1"/>
          </p:nvSpPr>
          <p:spPr>
            <a:xfrm>
              <a:off x="474" y="344"/>
              <a:ext cx="1488" cy="919"/>
            </a:xfrm>
            <a:custGeom>
              <a:avLst/>
              <a:gdLst/>
              <a:ahLst/>
              <a:cxnLst>
                <a:cxn ang="0">
                  <a:pos x="0" y="400"/>
                </a:cxn>
                <a:cxn ang="0">
                  <a:pos x="1308" y="919"/>
                </a:cxn>
                <a:cxn ang="0">
                  <a:pos x="1332" y="657"/>
                </a:cxn>
                <a:cxn ang="0">
                  <a:pos x="1488" y="519"/>
                </a:cxn>
                <a:cxn ang="0">
                  <a:pos x="111" y="0"/>
                </a:cxn>
                <a:cxn ang="0">
                  <a:pos x="0" y="156"/>
                </a:cxn>
                <a:cxn ang="0">
                  <a:pos x="0" y="400"/>
                </a:cxn>
                <a:cxn ang="0">
                  <a:pos x="0" y="400"/>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a:p>
          </p:txBody>
        </p:sp>
        <p:grpSp>
          <p:nvGrpSpPr>
            <p:cNvPr id="2072" name="Group 12"/>
            <p:cNvGrpSpPr/>
            <p:nvPr userDrawn="1"/>
          </p:nvGrpSpPr>
          <p:grpSpPr>
            <a:xfrm>
              <a:off x="123" y="148"/>
              <a:ext cx="2386" cy="1081"/>
              <a:chOff x="123" y="148"/>
              <a:chExt cx="2386" cy="1081"/>
            </a:xfrm>
          </p:grpSpPr>
          <p:sp>
            <p:nvSpPr>
              <p:cNvPr id="2073" name="Freeform 13"/>
              <p:cNvSpPr/>
              <p:nvPr userDrawn="1"/>
            </p:nvSpPr>
            <p:spPr>
              <a:xfrm>
                <a:off x="2005" y="934"/>
                <a:ext cx="212" cy="214"/>
              </a:xfrm>
              <a:custGeom>
                <a:avLst/>
                <a:gdLst/>
                <a:ahLst/>
                <a:cxnLst>
                  <a:cxn ang="0">
                    <a:pos x="155" y="0"/>
                  </a:cxn>
                  <a:cxn ang="0">
                    <a:pos x="57" y="82"/>
                  </a:cxn>
                  <a:cxn ang="0">
                    <a:pos x="0" y="214"/>
                  </a:cxn>
                  <a:cxn ang="0">
                    <a:pos x="113" y="198"/>
                  </a:cxn>
                  <a:cxn ang="0">
                    <a:pos x="146" y="104"/>
                  </a:cxn>
                  <a:cxn ang="0">
                    <a:pos x="212" y="33"/>
                  </a:cxn>
                  <a:cxn ang="0">
                    <a:pos x="155" y="0"/>
                  </a:cxn>
                  <a:cxn ang="0">
                    <a:pos x="155"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a:p>
            </p:txBody>
          </p:sp>
          <p:sp>
            <p:nvSpPr>
              <p:cNvPr id="2074" name="Freeform 14"/>
              <p:cNvSpPr/>
              <p:nvPr userDrawn="1"/>
            </p:nvSpPr>
            <p:spPr>
              <a:xfrm>
                <a:off x="123" y="148"/>
                <a:ext cx="2386" cy="1081"/>
              </a:xfrm>
              <a:custGeom>
                <a:avLst/>
                <a:gdLst/>
                <a:ahLst/>
                <a:cxnLst>
                  <a:cxn ang="0">
                    <a:pos x="221" y="0"/>
                  </a:cxn>
                  <a:cxn ang="0">
                    <a:pos x="89" y="64"/>
                  </a:cxn>
                  <a:cxn ang="0">
                    <a:pos x="0" y="256"/>
                  </a:cxn>
                  <a:cxn ang="0">
                    <a:pos x="95" y="440"/>
                  </a:cxn>
                  <a:cxn ang="0">
                    <a:pos x="1675" y="1065"/>
                  </a:cxn>
                  <a:cxn ang="0">
                    <a:pos x="2015" y="1026"/>
                  </a:cxn>
                  <a:cxn ang="0">
                    <a:pos x="2290" y="1081"/>
                  </a:cxn>
                  <a:cxn ang="0">
                    <a:pos x="2386" y="993"/>
                  </a:cxn>
                  <a:cxn ang="0">
                    <a:pos x="2128" y="816"/>
                  </a:cxn>
                  <a:cxn ang="0">
                    <a:pos x="2023" y="629"/>
                  </a:cxn>
                  <a:cxn ang="0">
                    <a:pos x="1940" y="647"/>
                  </a:cxn>
                  <a:cxn ang="0">
                    <a:pos x="2039" y="816"/>
                  </a:cxn>
                  <a:cxn ang="0">
                    <a:pos x="2236" y="995"/>
                  </a:cxn>
                  <a:cxn ang="0">
                    <a:pos x="2002" y="967"/>
                  </a:cxn>
                  <a:cxn ang="0">
                    <a:pos x="1727" y="1000"/>
                  </a:cxn>
                  <a:cxn ang="0">
                    <a:pos x="1778" y="798"/>
                  </a:cxn>
                  <a:cxn ang="0">
                    <a:pos x="1896" y="661"/>
                  </a:cxn>
                  <a:cxn ang="0">
                    <a:pos x="1758" y="678"/>
                  </a:cxn>
                  <a:cxn ang="0">
                    <a:pos x="1651" y="808"/>
                  </a:cxn>
                  <a:cxn ang="0">
                    <a:pos x="1614" y="972"/>
                  </a:cxn>
                  <a:cxn ang="0">
                    <a:pos x="152" y="381"/>
                  </a:cxn>
                  <a:cxn ang="0">
                    <a:pos x="113" y="264"/>
                  </a:cxn>
                  <a:cxn ang="0">
                    <a:pos x="146" y="117"/>
                  </a:cxn>
                  <a:cxn ang="0">
                    <a:pos x="307" y="0"/>
                  </a:cxn>
                  <a:cxn ang="0">
                    <a:pos x="221" y="0"/>
                  </a:cxn>
                  <a:cxn ang="0">
                    <a:pos x="221"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a:p>
            </p:txBody>
          </p:sp>
          <p:sp>
            <p:nvSpPr>
              <p:cNvPr id="2075" name="Freeform 15"/>
              <p:cNvSpPr/>
              <p:nvPr userDrawn="1"/>
            </p:nvSpPr>
            <p:spPr>
              <a:xfrm>
                <a:off x="324" y="158"/>
                <a:ext cx="1686" cy="614"/>
              </a:xfrm>
              <a:custGeom>
                <a:avLst/>
                <a:gdLst/>
                <a:ahLst/>
                <a:cxnLst>
                  <a:cxn ang="0">
                    <a:pos x="142" y="0"/>
                  </a:cxn>
                  <a:cxn ang="0">
                    <a:pos x="1686" y="602"/>
                  </a:cxn>
                  <a:cxn ang="0">
                    <a:pos x="1524" y="614"/>
                  </a:cxn>
                  <a:cxn ang="0">
                    <a:pos x="0" y="33"/>
                  </a:cxn>
                  <a:cxn ang="0">
                    <a:pos x="142" y="0"/>
                  </a:cxn>
                  <a:cxn ang="0">
                    <a:pos x="142"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a:p>
            </p:txBody>
          </p:sp>
          <p:sp>
            <p:nvSpPr>
              <p:cNvPr id="2076" name="Freeform 16"/>
              <p:cNvSpPr/>
              <p:nvPr userDrawn="1"/>
            </p:nvSpPr>
            <p:spPr>
              <a:xfrm>
                <a:off x="409" y="251"/>
                <a:ext cx="227" cy="410"/>
              </a:xfrm>
              <a:custGeom>
                <a:avLst/>
                <a:gdLst/>
                <a:ahLst/>
                <a:cxnLst>
                  <a:cxn ang="0">
                    <a:pos x="165" y="0"/>
                  </a:cxn>
                  <a:cxn ang="0">
                    <a:pos x="27" y="130"/>
                  </a:cxn>
                  <a:cxn ang="0">
                    <a:pos x="0" y="281"/>
                  </a:cxn>
                  <a:cxn ang="0">
                    <a:pos x="47" y="384"/>
                  </a:cxn>
                  <a:cxn ang="0">
                    <a:pos x="133" y="410"/>
                  </a:cxn>
                  <a:cxn ang="0">
                    <a:pos x="108" y="188"/>
                  </a:cxn>
                  <a:cxn ang="0">
                    <a:pos x="227" y="21"/>
                  </a:cxn>
                  <a:cxn ang="0">
                    <a:pos x="165" y="0"/>
                  </a:cxn>
                  <a:cxn ang="0">
                    <a:pos x="165"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a:p>
            </p:txBody>
          </p:sp>
          <p:sp>
            <p:nvSpPr>
              <p:cNvPr id="2077" name="Freeform 17"/>
              <p:cNvSpPr/>
              <p:nvPr userDrawn="1"/>
            </p:nvSpPr>
            <p:spPr>
              <a:xfrm>
                <a:off x="846" y="536"/>
                <a:ext cx="691" cy="364"/>
              </a:xfrm>
              <a:custGeom>
                <a:avLst/>
                <a:gdLst/>
                <a:ahLst/>
                <a:cxnLst>
                  <a:cxn ang="0">
                    <a:pos x="20" y="42"/>
                  </a:cxn>
                  <a:cxn ang="0">
                    <a:pos x="226" y="81"/>
                  </a:cxn>
                  <a:cxn ang="0">
                    <a:pos x="458" y="168"/>
                  </a:cxn>
                  <a:cxn ang="0">
                    <a:pos x="622" y="299"/>
                  </a:cxn>
                  <a:cxn ang="0">
                    <a:pos x="461" y="283"/>
                  </a:cxn>
                  <a:cxn ang="0">
                    <a:pos x="196" y="180"/>
                  </a:cxn>
                  <a:cxn ang="0">
                    <a:pos x="71" y="98"/>
                  </a:cxn>
                  <a:cxn ang="0">
                    <a:pos x="151" y="200"/>
                  </a:cxn>
                  <a:cxn ang="0">
                    <a:pos x="384" y="332"/>
                  </a:cxn>
                  <a:cxn ang="0">
                    <a:pos x="658" y="364"/>
                  </a:cxn>
                  <a:cxn ang="0">
                    <a:pos x="691" y="275"/>
                  </a:cxn>
                  <a:cxn ang="0">
                    <a:pos x="557" y="148"/>
                  </a:cxn>
                  <a:cxn ang="0">
                    <a:pos x="240" y="21"/>
                  </a:cxn>
                  <a:cxn ang="0">
                    <a:pos x="0" y="0"/>
                  </a:cxn>
                  <a:cxn ang="0">
                    <a:pos x="20" y="42"/>
                  </a:cxn>
                  <a:cxn ang="0">
                    <a:pos x="20" y="42"/>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a:p>
            </p:txBody>
          </p:sp>
        </p:grpSp>
      </p:grpSp>
      <p:grpSp>
        <p:nvGrpSpPr>
          <p:cNvPr id="2052" name="Group 18"/>
          <p:cNvGrpSpPr/>
          <p:nvPr/>
        </p:nvGrpSpPr>
        <p:grpSpPr>
          <a:xfrm>
            <a:off x="7915275" y="4368800"/>
            <a:ext cx="742950" cy="1058863"/>
            <a:chOff x="4986" y="2752"/>
            <a:chExt cx="468" cy="667"/>
          </a:xfrm>
        </p:grpSpPr>
        <p:sp>
          <p:nvSpPr>
            <p:cNvPr id="2060" name="Freeform 19"/>
            <p:cNvSpPr/>
            <p:nvPr userDrawn="1"/>
          </p:nvSpPr>
          <p:spPr>
            <a:xfrm rot="7320404">
              <a:off x="4909" y="2936"/>
              <a:ext cx="629" cy="293"/>
            </a:xfrm>
            <a:custGeom>
              <a:avLst/>
              <a:gdLst/>
              <a:ahLst/>
              <a:cxnLst>
                <a:cxn ang="0">
                  <a:pos x="629" y="280"/>
                </a:cxn>
                <a:cxn ang="0">
                  <a:pos x="562" y="225"/>
                </a:cxn>
                <a:cxn ang="0">
                  <a:pos x="440" y="149"/>
                </a:cxn>
                <a:cxn ang="0">
                  <a:pos x="56" y="0"/>
                </a:cxn>
                <a:cxn ang="0">
                  <a:pos x="18" y="14"/>
                </a:cxn>
                <a:cxn ang="0">
                  <a:pos x="0" y="59"/>
                </a:cxn>
                <a:cxn ang="0">
                  <a:pos x="22" y="110"/>
                </a:cxn>
                <a:cxn ang="0">
                  <a:pos x="452" y="289"/>
                </a:cxn>
                <a:cxn ang="0">
                  <a:pos x="546" y="278"/>
                </a:cxn>
                <a:cxn ang="0">
                  <a:pos x="622" y="293"/>
                </a:cxn>
                <a:cxn ang="0">
                  <a:pos x="629" y="280"/>
                </a:cxn>
                <a:cxn ang="0">
                  <a:pos x="629" y="280"/>
                </a:cxn>
              </a:cxnLst>
              <a:rect l="0" t="0" r="0" b="0"/>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alpha val="100000"/>
              </a:srgbClr>
            </a:solidFill>
            <a:ln w="9525">
              <a:noFill/>
            </a:ln>
          </p:spPr>
          <p:txBody>
            <a:bodyPr/>
            <a:lstStyle/>
            <a:p>
              <a:endParaRPr lang="zh-CN" altLang="en-US"/>
            </a:p>
          </p:txBody>
        </p:sp>
        <p:sp>
          <p:nvSpPr>
            <p:cNvPr id="2061" name="Freeform 20"/>
            <p:cNvSpPr/>
            <p:nvPr userDrawn="1"/>
          </p:nvSpPr>
          <p:spPr>
            <a:xfrm rot="7320404">
              <a:off x="4893" y="2922"/>
              <a:ext cx="627" cy="290"/>
            </a:xfrm>
            <a:custGeom>
              <a:avLst/>
              <a:gdLst/>
              <a:ahLst/>
              <a:cxnLst>
                <a:cxn ang="0">
                  <a:pos x="54" y="0"/>
                </a:cxn>
                <a:cxn ang="0">
                  <a:pos x="526" y="183"/>
                </a:cxn>
                <a:cxn ang="0">
                  <a:pos x="565" y="225"/>
                </a:cxn>
                <a:cxn ang="0">
                  <a:pos x="627" y="280"/>
                </a:cxn>
                <a:cxn ang="0">
                  <a:pos x="619" y="290"/>
                </a:cxn>
                <a:cxn ang="0">
                  <a:pos x="534" y="278"/>
                </a:cxn>
                <a:cxn ang="0">
                  <a:pos x="453" y="286"/>
                </a:cxn>
                <a:cxn ang="0">
                  <a:pos x="17" y="105"/>
                </a:cxn>
                <a:cxn ang="0">
                  <a:pos x="0" y="53"/>
                </a:cxn>
                <a:cxn ang="0">
                  <a:pos x="18" y="11"/>
                </a:cxn>
                <a:cxn ang="0">
                  <a:pos x="54" y="0"/>
                </a:cxn>
                <a:cxn ang="0">
                  <a:pos x="54"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folHlink">
                <a:alpha val="100000"/>
              </a:schemeClr>
            </a:solidFill>
            <a:ln w="9525">
              <a:noFill/>
            </a:ln>
          </p:spPr>
          <p:txBody>
            <a:bodyPr/>
            <a:lstStyle/>
            <a:p>
              <a:endParaRPr lang="zh-CN" altLang="en-US"/>
            </a:p>
          </p:txBody>
        </p:sp>
        <p:sp>
          <p:nvSpPr>
            <p:cNvPr id="2062" name="Freeform 21"/>
            <p:cNvSpPr/>
            <p:nvPr userDrawn="1"/>
          </p:nvSpPr>
          <p:spPr>
            <a:xfrm rot="7320404">
              <a:off x="4999" y="2912"/>
              <a:ext cx="416" cy="265"/>
            </a:xfrm>
            <a:custGeom>
              <a:avLst/>
              <a:gdLst/>
              <a:ahLst/>
              <a:cxnLst>
                <a:cxn ang="0">
                  <a:pos x="0" y="115"/>
                </a:cxn>
                <a:cxn ang="0">
                  <a:pos x="366" y="265"/>
                </a:cxn>
                <a:cxn ang="0">
                  <a:pos x="372" y="189"/>
                </a:cxn>
                <a:cxn ang="0">
                  <a:pos x="416" y="150"/>
                </a:cxn>
                <a:cxn ang="0">
                  <a:pos x="31" y="0"/>
                </a:cxn>
                <a:cxn ang="0">
                  <a:pos x="0" y="45"/>
                </a:cxn>
                <a:cxn ang="0">
                  <a:pos x="0" y="115"/>
                </a:cxn>
                <a:cxn ang="0">
                  <a:pos x="0" y="115"/>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a:p>
          </p:txBody>
        </p:sp>
        <p:grpSp>
          <p:nvGrpSpPr>
            <p:cNvPr id="2063" name="Group 22"/>
            <p:cNvGrpSpPr/>
            <p:nvPr userDrawn="1"/>
          </p:nvGrpSpPr>
          <p:grpSpPr>
            <a:xfrm>
              <a:off x="4986" y="2752"/>
              <a:ext cx="468" cy="667"/>
              <a:chOff x="4986" y="2752"/>
              <a:chExt cx="468" cy="667"/>
            </a:xfrm>
          </p:grpSpPr>
          <p:sp>
            <p:nvSpPr>
              <p:cNvPr id="2064" name="Freeform 23"/>
              <p:cNvSpPr/>
              <p:nvPr userDrawn="1"/>
            </p:nvSpPr>
            <p:spPr>
              <a:xfrm rot="7320404">
                <a:off x="4987" y="3190"/>
                <a:ext cx="59" cy="61"/>
              </a:xfrm>
              <a:custGeom>
                <a:avLst/>
                <a:gdLst/>
                <a:ahLst/>
                <a:cxnLst>
                  <a:cxn ang="0">
                    <a:pos x="43" y="0"/>
                  </a:cxn>
                  <a:cxn ang="0">
                    <a:pos x="16" y="23"/>
                  </a:cxn>
                  <a:cxn ang="0">
                    <a:pos x="0" y="61"/>
                  </a:cxn>
                  <a:cxn ang="0">
                    <a:pos x="31" y="56"/>
                  </a:cxn>
                  <a:cxn ang="0">
                    <a:pos x="41" y="30"/>
                  </a:cxn>
                  <a:cxn ang="0">
                    <a:pos x="59" y="10"/>
                  </a:cxn>
                  <a:cxn ang="0">
                    <a:pos x="43" y="0"/>
                  </a:cxn>
                  <a:cxn ang="0">
                    <a:pos x="43"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a:p>
            </p:txBody>
          </p:sp>
          <p:sp>
            <p:nvSpPr>
              <p:cNvPr id="2065" name="Freeform 24"/>
              <p:cNvSpPr/>
              <p:nvPr userDrawn="1"/>
            </p:nvSpPr>
            <p:spPr>
              <a:xfrm rot="7320404">
                <a:off x="4887" y="2930"/>
                <a:ext cx="667" cy="311"/>
              </a:xfrm>
              <a:custGeom>
                <a:avLst/>
                <a:gdLst/>
                <a:ahLst/>
                <a:cxnLst>
                  <a:cxn ang="0">
                    <a:pos x="62" y="0"/>
                  </a:cxn>
                  <a:cxn ang="0">
                    <a:pos x="25" y="18"/>
                  </a:cxn>
                  <a:cxn ang="0">
                    <a:pos x="0" y="74"/>
                  </a:cxn>
                  <a:cxn ang="0">
                    <a:pos x="27" y="127"/>
                  </a:cxn>
                  <a:cxn ang="0">
                    <a:pos x="468" y="306"/>
                  </a:cxn>
                  <a:cxn ang="0">
                    <a:pos x="563" y="295"/>
                  </a:cxn>
                  <a:cxn ang="0">
                    <a:pos x="640" y="311"/>
                  </a:cxn>
                  <a:cxn ang="0">
                    <a:pos x="667" y="286"/>
                  </a:cxn>
                  <a:cxn ang="0">
                    <a:pos x="595" y="235"/>
                  </a:cxn>
                  <a:cxn ang="0">
                    <a:pos x="566" y="181"/>
                  </a:cxn>
                  <a:cxn ang="0">
                    <a:pos x="542" y="186"/>
                  </a:cxn>
                  <a:cxn ang="0">
                    <a:pos x="570" y="235"/>
                  </a:cxn>
                  <a:cxn ang="0">
                    <a:pos x="625" y="286"/>
                  </a:cxn>
                  <a:cxn ang="0">
                    <a:pos x="560" y="278"/>
                  </a:cxn>
                  <a:cxn ang="0">
                    <a:pos x="483" y="288"/>
                  </a:cxn>
                  <a:cxn ang="0">
                    <a:pos x="497" y="230"/>
                  </a:cxn>
                  <a:cxn ang="0">
                    <a:pos x="530" y="190"/>
                  </a:cxn>
                  <a:cxn ang="0">
                    <a:pos x="492" y="195"/>
                  </a:cxn>
                  <a:cxn ang="0">
                    <a:pos x="461" y="233"/>
                  </a:cxn>
                  <a:cxn ang="0">
                    <a:pos x="451" y="280"/>
                  </a:cxn>
                  <a:cxn ang="0">
                    <a:pos x="42" y="110"/>
                  </a:cxn>
                  <a:cxn ang="0">
                    <a:pos x="32" y="76"/>
                  </a:cxn>
                  <a:cxn ang="0">
                    <a:pos x="41" y="34"/>
                  </a:cxn>
                  <a:cxn ang="0">
                    <a:pos x="86" y="0"/>
                  </a:cxn>
                  <a:cxn ang="0">
                    <a:pos x="62" y="0"/>
                  </a:cxn>
                  <a:cxn ang="0">
                    <a:pos x="62"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a:p>
            </p:txBody>
          </p:sp>
          <p:sp>
            <p:nvSpPr>
              <p:cNvPr id="2066" name="Freeform 25"/>
              <p:cNvSpPr/>
              <p:nvPr userDrawn="1"/>
            </p:nvSpPr>
            <p:spPr>
              <a:xfrm rot="7320404">
                <a:off x="5062" y="2997"/>
                <a:ext cx="472" cy="176"/>
              </a:xfrm>
              <a:custGeom>
                <a:avLst/>
                <a:gdLst/>
                <a:ahLst/>
                <a:cxnLst>
                  <a:cxn ang="0">
                    <a:pos x="40" y="0"/>
                  </a:cxn>
                  <a:cxn ang="0">
                    <a:pos x="472" y="172"/>
                  </a:cxn>
                  <a:cxn ang="0">
                    <a:pos x="427" y="176"/>
                  </a:cxn>
                  <a:cxn ang="0">
                    <a:pos x="0" y="10"/>
                  </a:cxn>
                  <a:cxn ang="0">
                    <a:pos x="40" y="0"/>
                  </a:cxn>
                  <a:cxn ang="0">
                    <a:pos x="40"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a:p>
            </p:txBody>
          </p:sp>
          <p:sp>
            <p:nvSpPr>
              <p:cNvPr id="2067" name="Freeform 26"/>
              <p:cNvSpPr/>
              <p:nvPr userDrawn="1"/>
            </p:nvSpPr>
            <p:spPr>
              <a:xfrm rot="7320404">
                <a:off x="5363" y="2873"/>
                <a:ext cx="63" cy="118"/>
              </a:xfrm>
              <a:custGeom>
                <a:avLst/>
                <a:gdLst/>
                <a:ahLst/>
                <a:cxnLst>
                  <a:cxn ang="0">
                    <a:pos x="46" y="0"/>
                  </a:cxn>
                  <a:cxn ang="0">
                    <a:pos x="7" y="37"/>
                  </a:cxn>
                  <a:cxn ang="0">
                    <a:pos x="0" y="81"/>
                  </a:cxn>
                  <a:cxn ang="0">
                    <a:pos x="13" y="111"/>
                  </a:cxn>
                  <a:cxn ang="0">
                    <a:pos x="37" y="118"/>
                  </a:cxn>
                  <a:cxn ang="0">
                    <a:pos x="30" y="54"/>
                  </a:cxn>
                  <a:cxn ang="0">
                    <a:pos x="63" y="6"/>
                  </a:cxn>
                  <a:cxn ang="0">
                    <a:pos x="46" y="0"/>
                  </a:cxn>
                  <a:cxn ang="0">
                    <a:pos x="46"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a:p>
            </p:txBody>
          </p:sp>
          <p:sp>
            <p:nvSpPr>
              <p:cNvPr id="2068" name="Freeform 27"/>
              <p:cNvSpPr/>
              <p:nvPr userDrawn="1"/>
            </p:nvSpPr>
            <p:spPr>
              <a:xfrm rot="7320404">
                <a:off x="5136" y="2999"/>
                <a:ext cx="193" cy="104"/>
              </a:xfrm>
              <a:custGeom>
                <a:avLst/>
                <a:gdLst/>
                <a:ahLst/>
                <a:cxnLst>
                  <a:cxn ang="0">
                    <a:pos x="6" y="12"/>
                  </a:cxn>
                  <a:cxn ang="0">
                    <a:pos x="63" y="23"/>
                  </a:cxn>
                  <a:cxn ang="0">
                    <a:pos x="128" y="48"/>
                  </a:cxn>
                  <a:cxn ang="0">
                    <a:pos x="174" y="85"/>
                  </a:cxn>
                  <a:cxn ang="0">
                    <a:pos x="129" y="81"/>
                  </a:cxn>
                  <a:cxn ang="0">
                    <a:pos x="55" y="51"/>
                  </a:cxn>
                  <a:cxn ang="0">
                    <a:pos x="20" y="28"/>
                  </a:cxn>
                  <a:cxn ang="0">
                    <a:pos x="42" y="57"/>
                  </a:cxn>
                  <a:cxn ang="0">
                    <a:pos x="107" y="95"/>
                  </a:cxn>
                  <a:cxn ang="0">
                    <a:pos x="184" y="104"/>
                  </a:cxn>
                  <a:cxn ang="0">
                    <a:pos x="193" y="79"/>
                  </a:cxn>
                  <a:cxn ang="0">
                    <a:pos x="156" y="42"/>
                  </a:cxn>
                  <a:cxn ang="0">
                    <a:pos x="67" y="6"/>
                  </a:cxn>
                  <a:cxn ang="0">
                    <a:pos x="0" y="0"/>
                  </a:cxn>
                  <a:cxn ang="0">
                    <a:pos x="6" y="12"/>
                  </a:cxn>
                  <a:cxn ang="0">
                    <a:pos x="6" y="12"/>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a:p>
            </p:txBody>
          </p:sp>
        </p:grpSp>
      </p:grpSp>
      <p:sp>
        <p:nvSpPr>
          <p:cNvPr id="2053" name="Freeform 28"/>
          <p:cNvSpPr/>
          <p:nvPr/>
        </p:nvSpPr>
        <p:spPr>
          <a:xfrm>
            <a:off x="901700" y="5054600"/>
            <a:ext cx="6807200" cy="728663"/>
          </a:xfrm>
          <a:custGeom>
            <a:avLst/>
            <a:gdLst/>
            <a:ahLst/>
            <a:cxnLst>
              <a:cxn ang="0">
                <a:pos x="0" y="0"/>
              </a:cxn>
              <a:cxn ang="0">
                <a:pos x="1295400" y="406400"/>
              </a:cxn>
              <a:cxn ang="0">
                <a:pos x="2476500" y="228600"/>
              </a:cxn>
              <a:cxn ang="0">
                <a:pos x="2946400" y="596900"/>
              </a:cxn>
              <a:cxn ang="0">
                <a:pos x="3721100" y="241300"/>
              </a:cxn>
              <a:cxn ang="0">
                <a:pos x="5613400" y="723900"/>
              </a:cxn>
              <a:cxn ang="0">
                <a:pos x="6807200" y="215900"/>
              </a:cxn>
            </a:cxnLst>
            <a:rect l="0" t="0" r="0" b="0"/>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alpha val="100000"/>
              </a:schemeClr>
            </a:solidFill>
            <a:prstDash val="solid"/>
            <a:round/>
            <a:headEnd type="none" w="med" len="med"/>
            <a:tailEnd type="none" w="med" len="med"/>
          </a:ln>
        </p:spPr>
        <p:txBody>
          <a:bodyPr/>
          <a:lstStyle/>
          <a:p>
            <a:endParaRPr lang="zh-CN" altLang="en-US"/>
          </a:p>
        </p:txBody>
      </p:sp>
      <p:sp>
        <p:nvSpPr>
          <p:cNvPr id="2054" name="Freeform 29"/>
          <p:cNvSpPr/>
          <p:nvPr/>
        </p:nvSpPr>
        <p:spPr>
          <a:xfrm>
            <a:off x="4076700" y="1930400"/>
            <a:ext cx="889000" cy="381000"/>
          </a:xfrm>
          <a:custGeom>
            <a:avLst/>
            <a:gdLst/>
            <a:ahLst/>
            <a:cxnLst>
              <a:cxn ang="0">
                <a:pos x="0" y="50800"/>
              </a:cxn>
              <a:cxn ang="0">
                <a:pos x="444500" y="228600"/>
              </a:cxn>
              <a:cxn ang="0">
                <a:pos x="711200" y="25400"/>
              </a:cxn>
              <a:cxn ang="0">
                <a:pos x="889000" y="381000"/>
              </a:cxn>
            </a:cxnLst>
            <a:rect l="0" t="0" r="0" b="0"/>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ap="flat" cmpd="sng">
            <a:solidFill>
              <a:schemeClr val="tx2">
                <a:alpha val="100000"/>
              </a:schemeClr>
            </a:solidFill>
            <a:prstDash val="solid"/>
            <a:round/>
            <a:headEnd type="none" w="med" len="med"/>
            <a:tailEnd type="none" w="med" len="med"/>
          </a:ln>
        </p:spPr>
        <p:txBody>
          <a:bodyPr/>
          <a:lstStyle/>
          <a:p>
            <a:endParaRPr lang="zh-CN" altLang="en-US"/>
          </a:p>
        </p:txBody>
      </p:sp>
      <p:sp>
        <p:nvSpPr>
          <p:cNvPr id="819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a:extLst>
            <a:ext uri="{909E8E84-426E-40DD-AFC4-6F175D3DCCD1}">
              <a14:hiddenFill xmlns:a14="http://schemas.microsoft.com/office/drawing/2010/main">
                <a:solidFill>
                  <a:srgbClr val="FF3300"/>
                </a:solidFill>
              </a14:hiddenFill>
            </a:ext>
          </a:ex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endParaRPr lang="zh-CN" altLang="en-US" noProof="0"/>
          </a:p>
        </p:txBody>
      </p:sp>
      <p:sp>
        <p:nvSpPr>
          <p:cNvPr id="819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endParaRPr lang="zh-CN" altLang="en-US" noProof="0"/>
          </a:p>
        </p:txBody>
      </p:sp>
      <p:sp>
        <p:nvSpPr>
          <p:cNvPr id="76" name="Rectangle 5"/>
          <p:cNvSpPr>
            <a:spLocks noGrp="1" noChangeArrowheads="1"/>
          </p:cNvSpPr>
          <p:nvPr>
            <p:ph type="dt" sz="half" idx="2"/>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8528C51B-6A6A-437D-802D-98EA4AC4C5E2}"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7" name="Rectangle 6"/>
          <p:cNvSpPr>
            <a:spLocks noGrp="1" noChangeArrowheads="1"/>
          </p:cNvSpPr>
          <p:nvPr>
            <p:ph type="ftr" sz="quarter" idx="3"/>
          </p:nvPr>
        </p:nvSpPr>
        <p:spPr bwMode="auto">
          <a:xfrm>
            <a:off x="3124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8" name="Rectangle 7"/>
          <p:cNvSpPr>
            <a:spLocks noGrp="1" noChangeArrowheads="1"/>
          </p:cNvSpPr>
          <p:nvPr>
            <p:ph type="sldNum" sz="quarter" idx="4"/>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76EED7E-F4EF-463A-BFFE-3758BF6E939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152400"/>
            <a:ext cx="7696200" cy="5334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85800" y="1828800"/>
            <a:ext cx="7696200" cy="3657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2050" name="Freeform 2"/>
          <p:cNvSpPr/>
          <p:nvPr/>
        </p:nvSpPr>
        <p:spPr>
          <a:xfrm>
            <a:off x="20638" y="12700"/>
            <a:ext cx="8896350" cy="6780213"/>
          </a:xfrm>
          <a:custGeom>
            <a:avLst/>
            <a:gdLst/>
            <a:ahLst/>
            <a:cxnLst>
              <a:cxn ang="0">
                <a:pos x="6300000" y="0"/>
              </a:cxn>
              <a:cxn ang="0">
                <a:pos x="0" y="1826667"/>
              </a:cxn>
              <a:cxn ang="0">
                <a:pos x="4842204" y="6780213"/>
              </a:cxn>
              <a:cxn ang="0">
                <a:pos x="8896350" y="2107693"/>
              </a:cxn>
              <a:cxn ang="0">
                <a:pos x="6300000" y="0"/>
              </a:cxn>
              <a:cxn ang="0">
                <a:pos x="6300000" y="0"/>
              </a:cxn>
            </a:cxnLst>
            <a:rect l="0" t="0" r="0" b="0"/>
            <a:pathLst>
              <a:path w="3985" h="3619">
                <a:moveTo>
                  <a:pt x="2822" y="0"/>
                </a:moveTo>
                <a:lnTo>
                  <a:pt x="0" y="975"/>
                </a:lnTo>
                <a:lnTo>
                  <a:pt x="2169" y="3619"/>
                </a:lnTo>
                <a:lnTo>
                  <a:pt x="3985" y="1125"/>
                </a:lnTo>
                <a:lnTo>
                  <a:pt x="2822" y="0"/>
                </a:lnTo>
                <a:lnTo>
                  <a:pt x="2822" y="0"/>
                </a:lnTo>
                <a:close/>
              </a:path>
            </a:pathLst>
          </a:custGeom>
          <a:solidFill>
            <a:schemeClr val="accent1">
              <a:alpha val="100000"/>
            </a:schemeClr>
          </a:solidFill>
          <a:ln w="9525">
            <a:noFill/>
          </a:ln>
        </p:spPr>
        <p:txBody>
          <a:bodyPr/>
          <a:lstStyle/>
          <a:p>
            <a:endParaRPr lang="zh-CN" altLang="en-US" sz="1800"/>
          </a:p>
        </p:txBody>
      </p:sp>
      <p:grpSp>
        <p:nvGrpSpPr>
          <p:cNvPr id="2051" name="Group 8"/>
          <p:cNvGrpSpPr/>
          <p:nvPr/>
        </p:nvGrpSpPr>
        <p:grpSpPr>
          <a:xfrm>
            <a:off x="195263" y="234950"/>
            <a:ext cx="3787775" cy="1778000"/>
            <a:chOff x="123" y="148"/>
            <a:chExt cx="2386" cy="1120"/>
          </a:xfrm>
        </p:grpSpPr>
        <p:sp>
          <p:nvSpPr>
            <p:cNvPr id="2069" name="Freeform 9"/>
            <p:cNvSpPr/>
            <p:nvPr userDrawn="1"/>
          </p:nvSpPr>
          <p:spPr>
            <a:xfrm>
              <a:off x="177" y="177"/>
              <a:ext cx="2250" cy="1017"/>
            </a:xfrm>
            <a:custGeom>
              <a:avLst/>
              <a:gdLst/>
              <a:ahLst/>
              <a:cxnLst>
                <a:cxn ang="0">
                  <a:pos x="2250" y="970"/>
                </a:cxn>
                <a:cxn ang="0">
                  <a:pos x="2012" y="781"/>
                </a:cxn>
                <a:cxn ang="0">
                  <a:pos x="1576" y="516"/>
                </a:cxn>
                <a:cxn ang="0">
                  <a:pos x="201" y="0"/>
                </a:cxn>
                <a:cxn ang="0">
                  <a:pos x="65" y="49"/>
                </a:cxn>
                <a:cxn ang="0">
                  <a:pos x="0" y="204"/>
                </a:cxn>
                <a:cxn ang="0">
                  <a:pos x="79" y="381"/>
                </a:cxn>
                <a:cxn ang="0">
                  <a:pos x="1615" y="1005"/>
                </a:cxn>
                <a:cxn ang="0">
                  <a:pos x="1952" y="965"/>
                </a:cxn>
                <a:cxn ang="0">
                  <a:pos x="2224" y="1017"/>
                </a:cxn>
                <a:cxn ang="0">
                  <a:pos x="2250" y="970"/>
                </a:cxn>
                <a:cxn ang="0">
                  <a:pos x="2250" y="970"/>
                </a:cxn>
              </a:cxnLst>
              <a:rect l="0" t="0" r="0" b="0"/>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alpha val="100000"/>
              </a:srgbClr>
            </a:solidFill>
            <a:ln w="9525">
              <a:noFill/>
            </a:ln>
          </p:spPr>
          <p:txBody>
            <a:bodyPr/>
            <a:lstStyle/>
            <a:p>
              <a:endParaRPr lang="zh-CN" altLang="en-US" sz="1800"/>
            </a:p>
          </p:txBody>
        </p:sp>
        <p:sp>
          <p:nvSpPr>
            <p:cNvPr id="2070" name="Freeform 10"/>
            <p:cNvSpPr/>
            <p:nvPr userDrawn="1"/>
          </p:nvSpPr>
          <p:spPr>
            <a:xfrm>
              <a:off x="166" y="261"/>
              <a:ext cx="2244" cy="1007"/>
            </a:xfrm>
            <a:custGeom>
              <a:avLst/>
              <a:gdLst/>
              <a:ahLst/>
              <a:cxnLst>
                <a:cxn ang="0">
                  <a:pos x="194" y="0"/>
                </a:cxn>
                <a:cxn ang="0">
                  <a:pos x="1883" y="637"/>
                </a:cxn>
                <a:cxn ang="0">
                  <a:pos x="2020" y="783"/>
                </a:cxn>
                <a:cxn ang="0">
                  <a:pos x="2244" y="971"/>
                </a:cxn>
                <a:cxn ang="0">
                  <a:pos x="2214" y="1007"/>
                </a:cxn>
                <a:cxn ang="0">
                  <a:pos x="1910" y="965"/>
                </a:cxn>
                <a:cxn ang="0">
                  <a:pos x="1620" y="995"/>
                </a:cxn>
                <a:cxn ang="0">
                  <a:pos x="59" y="366"/>
                </a:cxn>
                <a:cxn ang="0">
                  <a:pos x="0" y="184"/>
                </a:cxn>
                <a:cxn ang="0">
                  <a:pos x="65" y="39"/>
                </a:cxn>
                <a:cxn ang="0">
                  <a:pos x="194" y="0"/>
                </a:cxn>
                <a:cxn ang="0">
                  <a:pos x="194"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alpha val="100000"/>
              </a:schemeClr>
            </a:solidFill>
            <a:ln w="9525">
              <a:noFill/>
            </a:ln>
          </p:spPr>
          <p:txBody>
            <a:bodyPr/>
            <a:lstStyle/>
            <a:p>
              <a:endParaRPr lang="zh-CN" altLang="en-US" sz="1800"/>
            </a:p>
          </p:txBody>
        </p:sp>
        <p:sp>
          <p:nvSpPr>
            <p:cNvPr id="2071" name="Freeform 11"/>
            <p:cNvSpPr/>
            <p:nvPr userDrawn="1"/>
          </p:nvSpPr>
          <p:spPr>
            <a:xfrm>
              <a:off x="474" y="344"/>
              <a:ext cx="1488" cy="919"/>
            </a:xfrm>
            <a:custGeom>
              <a:avLst/>
              <a:gdLst/>
              <a:ahLst/>
              <a:cxnLst>
                <a:cxn ang="0">
                  <a:pos x="0" y="400"/>
                </a:cxn>
                <a:cxn ang="0">
                  <a:pos x="1308" y="919"/>
                </a:cxn>
                <a:cxn ang="0">
                  <a:pos x="1332" y="657"/>
                </a:cxn>
                <a:cxn ang="0">
                  <a:pos x="1488" y="519"/>
                </a:cxn>
                <a:cxn ang="0">
                  <a:pos x="111" y="0"/>
                </a:cxn>
                <a:cxn ang="0">
                  <a:pos x="0" y="156"/>
                </a:cxn>
                <a:cxn ang="0">
                  <a:pos x="0" y="400"/>
                </a:cxn>
                <a:cxn ang="0">
                  <a:pos x="0" y="400"/>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sz="1800"/>
            </a:p>
          </p:txBody>
        </p:sp>
        <p:grpSp>
          <p:nvGrpSpPr>
            <p:cNvPr id="2072" name="Group 12"/>
            <p:cNvGrpSpPr/>
            <p:nvPr userDrawn="1"/>
          </p:nvGrpSpPr>
          <p:grpSpPr>
            <a:xfrm>
              <a:off x="123" y="148"/>
              <a:ext cx="2386" cy="1081"/>
              <a:chOff x="123" y="148"/>
              <a:chExt cx="2386" cy="1081"/>
            </a:xfrm>
          </p:grpSpPr>
          <p:sp>
            <p:nvSpPr>
              <p:cNvPr id="2073" name="Freeform 13"/>
              <p:cNvSpPr/>
              <p:nvPr userDrawn="1"/>
            </p:nvSpPr>
            <p:spPr>
              <a:xfrm>
                <a:off x="2005" y="934"/>
                <a:ext cx="212" cy="214"/>
              </a:xfrm>
              <a:custGeom>
                <a:avLst/>
                <a:gdLst/>
                <a:ahLst/>
                <a:cxnLst>
                  <a:cxn ang="0">
                    <a:pos x="155" y="0"/>
                  </a:cxn>
                  <a:cxn ang="0">
                    <a:pos x="57" y="82"/>
                  </a:cxn>
                  <a:cxn ang="0">
                    <a:pos x="0" y="214"/>
                  </a:cxn>
                  <a:cxn ang="0">
                    <a:pos x="113" y="198"/>
                  </a:cxn>
                  <a:cxn ang="0">
                    <a:pos x="146" y="104"/>
                  </a:cxn>
                  <a:cxn ang="0">
                    <a:pos x="212" y="33"/>
                  </a:cxn>
                  <a:cxn ang="0">
                    <a:pos x="155" y="0"/>
                  </a:cxn>
                  <a:cxn ang="0">
                    <a:pos x="155"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sz="1800"/>
              </a:p>
            </p:txBody>
          </p:sp>
          <p:sp>
            <p:nvSpPr>
              <p:cNvPr id="2074" name="Freeform 14"/>
              <p:cNvSpPr/>
              <p:nvPr userDrawn="1"/>
            </p:nvSpPr>
            <p:spPr>
              <a:xfrm>
                <a:off x="123" y="148"/>
                <a:ext cx="2386" cy="1081"/>
              </a:xfrm>
              <a:custGeom>
                <a:avLst/>
                <a:gdLst/>
                <a:ahLst/>
                <a:cxnLst>
                  <a:cxn ang="0">
                    <a:pos x="221" y="0"/>
                  </a:cxn>
                  <a:cxn ang="0">
                    <a:pos x="89" y="64"/>
                  </a:cxn>
                  <a:cxn ang="0">
                    <a:pos x="0" y="256"/>
                  </a:cxn>
                  <a:cxn ang="0">
                    <a:pos x="95" y="440"/>
                  </a:cxn>
                  <a:cxn ang="0">
                    <a:pos x="1675" y="1065"/>
                  </a:cxn>
                  <a:cxn ang="0">
                    <a:pos x="2015" y="1026"/>
                  </a:cxn>
                  <a:cxn ang="0">
                    <a:pos x="2290" y="1081"/>
                  </a:cxn>
                  <a:cxn ang="0">
                    <a:pos x="2386" y="993"/>
                  </a:cxn>
                  <a:cxn ang="0">
                    <a:pos x="2128" y="816"/>
                  </a:cxn>
                  <a:cxn ang="0">
                    <a:pos x="2023" y="629"/>
                  </a:cxn>
                  <a:cxn ang="0">
                    <a:pos x="1940" y="647"/>
                  </a:cxn>
                  <a:cxn ang="0">
                    <a:pos x="2039" y="816"/>
                  </a:cxn>
                  <a:cxn ang="0">
                    <a:pos x="2236" y="995"/>
                  </a:cxn>
                  <a:cxn ang="0">
                    <a:pos x="2002" y="967"/>
                  </a:cxn>
                  <a:cxn ang="0">
                    <a:pos x="1727" y="1000"/>
                  </a:cxn>
                  <a:cxn ang="0">
                    <a:pos x="1778" y="798"/>
                  </a:cxn>
                  <a:cxn ang="0">
                    <a:pos x="1896" y="661"/>
                  </a:cxn>
                  <a:cxn ang="0">
                    <a:pos x="1758" y="678"/>
                  </a:cxn>
                  <a:cxn ang="0">
                    <a:pos x="1651" y="808"/>
                  </a:cxn>
                  <a:cxn ang="0">
                    <a:pos x="1614" y="972"/>
                  </a:cxn>
                  <a:cxn ang="0">
                    <a:pos x="152" y="381"/>
                  </a:cxn>
                  <a:cxn ang="0">
                    <a:pos x="113" y="264"/>
                  </a:cxn>
                  <a:cxn ang="0">
                    <a:pos x="146" y="117"/>
                  </a:cxn>
                  <a:cxn ang="0">
                    <a:pos x="307" y="0"/>
                  </a:cxn>
                  <a:cxn ang="0">
                    <a:pos x="221" y="0"/>
                  </a:cxn>
                  <a:cxn ang="0">
                    <a:pos x="221"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sz="1800"/>
              </a:p>
            </p:txBody>
          </p:sp>
          <p:sp>
            <p:nvSpPr>
              <p:cNvPr id="2075" name="Freeform 15"/>
              <p:cNvSpPr/>
              <p:nvPr userDrawn="1"/>
            </p:nvSpPr>
            <p:spPr>
              <a:xfrm>
                <a:off x="324" y="158"/>
                <a:ext cx="1686" cy="614"/>
              </a:xfrm>
              <a:custGeom>
                <a:avLst/>
                <a:gdLst/>
                <a:ahLst/>
                <a:cxnLst>
                  <a:cxn ang="0">
                    <a:pos x="142" y="0"/>
                  </a:cxn>
                  <a:cxn ang="0">
                    <a:pos x="1686" y="602"/>
                  </a:cxn>
                  <a:cxn ang="0">
                    <a:pos x="1524" y="614"/>
                  </a:cxn>
                  <a:cxn ang="0">
                    <a:pos x="0" y="33"/>
                  </a:cxn>
                  <a:cxn ang="0">
                    <a:pos x="142" y="0"/>
                  </a:cxn>
                  <a:cxn ang="0">
                    <a:pos x="142"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sz="1800"/>
              </a:p>
            </p:txBody>
          </p:sp>
          <p:sp>
            <p:nvSpPr>
              <p:cNvPr id="2076" name="Freeform 16"/>
              <p:cNvSpPr/>
              <p:nvPr userDrawn="1"/>
            </p:nvSpPr>
            <p:spPr>
              <a:xfrm>
                <a:off x="409" y="251"/>
                <a:ext cx="227" cy="410"/>
              </a:xfrm>
              <a:custGeom>
                <a:avLst/>
                <a:gdLst/>
                <a:ahLst/>
                <a:cxnLst>
                  <a:cxn ang="0">
                    <a:pos x="165" y="0"/>
                  </a:cxn>
                  <a:cxn ang="0">
                    <a:pos x="27" y="130"/>
                  </a:cxn>
                  <a:cxn ang="0">
                    <a:pos x="0" y="281"/>
                  </a:cxn>
                  <a:cxn ang="0">
                    <a:pos x="47" y="384"/>
                  </a:cxn>
                  <a:cxn ang="0">
                    <a:pos x="133" y="410"/>
                  </a:cxn>
                  <a:cxn ang="0">
                    <a:pos x="108" y="188"/>
                  </a:cxn>
                  <a:cxn ang="0">
                    <a:pos x="227" y="21"/>
                  </a:cxn>
                  <a:cxn ang="0">
                    <a:pos x="165" y="0"/>
                  </a:cxn>
                  <a:cxn ang="0">
                    <a:pos x="165"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sz="1800"/>
              </a:p>
            </p:txBody>
          </p:sp>
          <p:sp>
            <p:nvSpPr>
              <p:cNvPr id="2077" name="Freeform 17"/>
              <p:cNvSpPr/>
              <p:nvPr userDrawn="1"/>
            </p:nvSpPr>
            <p:spPr>
              <a:xfrm>
                <a:off x="846" y="536"/>
                <a:ext cx="691" cy="364"/>
              </a:xfrm>
              <a:custGeom>
                <a:avLst/>
                <a:gdLst/>
                <a:ahLst/>
                <a:cxnLst>
                  <a:cxn ang="0">
                    <a:pos x="20" y="42"/>
                  </a:cxn>
                  <a:cxn ang="0">
                    <a:pos x="226" y="81"/>
                  </a:cxn>
                  <a:cxn ang="0">
                    <a:pos x="458" y="168"/>
                  </a:cxn>
                  <a:cxn ang="0">
                    <a:pos x="622" y="299"/>
                  </a:cxn>
                  <a:cxn ang="0">
                    <a:pos x="461" y="283"/>
                  </a:cxn>
                  <a:cxn ang="0">
                    <a:pos x="196" y="180"/>
                  </a:cxn>
                  <a:cxn ang="0">
                    <a:pos x="71" y="98"/>
                  </a:cxn>
                  <a:cxn ang="0">
                    <a:pos x="151" y="200"/>
                  </a:cxn>
                  <a:cxn ang="0">
                    <a:pos x="384" y="332"/>
                  </a:cxn>
                  <a:cxn ang="0">
                    <a:pos x="658" y="364"/>
                  </a:cxn>
                  <a:cxn ang="0">
                    <a:pos x="691" y="275"/>
                  </a:cxn>
                  <a:cxn ang="0">
                    <a:pos x="557" y="148"/>
                  </a:cxn>
                  <a:cxn ang="0">
                    <a:pos x="240" y="21"/>
                  </a:cxn>
                  <a:cxn ang="0">
                    <a:pos x="0" y="0"/>
                  </a:cxn>
                  <a:cxn ang="0">
                    <a:pos x="20" y="42"/>
                  </a:cxn>
                  <a:cxn ang="0">
                    <a:pos x="20" y="42"/>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sz="1800"/>
              </a:p>
            </p:txBody>
          </p:sp>
        </p:grpSp>
      </p:grpSp>
      <p:grpSp>
        <p:nvGrpSpPr>
          <p:cNvPr id="2052" name="Group 18"/>
          <p:cNvGrpSpPr/>
          <p:nvPr/>
        </p:nvGrpSpPr>
        <p:grpSpPr>
          <a:xfrm>
            <a:off x="7915275" y="4368800"/>
            <a:ext cx="742950" cy="1058863"/>
            <a:chOff x="4986" y="2752"/>
            <a:chExt cx="468" cy="667"/>
          </a:xfrm>
        </p:grpSpPr>
        <p:sp>
          <p:nvSpPr>
            <p:cNvPr id="2060" name="Freeform 19"/>
            <p:cNvSpPr/>
            <p:nvPr userDrawn="1"/>
          </p:nvSpPr>
          <p:spPr>
            <a:xfrm rot="7320404">
              <a:off x="4909" y="2936"/>
              <a:ext cx="629" cy="293"/>
            </a:xfrm>
            <a:custGeom>
              <a:avLst/>
              <a:gdLst/>
              <a:ahLst/>
              <a:cxnLst>
                <a:cxn ang="0">
                  <a:pos x="629" y="280"/>
                </a:cxn>
                <a:cxn ang="0">
                  <a:pos x="562" y="225"/>
                </a:cxn>
                <a:cxn ang="0">
                  <a:pos x="440" y="149"/>
                </a:cxn>
                <a:cxn ang="0">
                  <a:pos x="56" y="0"/>
                </a:cxn>
                <a:cxn ang="0">
                  <a:pos x="18" y="14"/>
                </a:cxn>
                <a:cxn ang="0">
                  <a:pos x="0" y="59"/>
                </a:cxn>
                <a:cxn ang="0">
                  <a:pos x="22" y="110"/>
                </a:cxn>
                <a:cxn ang="0">
                  <a:pos x="452" y="289"/>
                </a:cxn>
                <a:cxn ang="0">
                  <a:pos x="546" y="278"/>
                </a:cxn>
                <a:cxn ang="0">
                  <a:pos x="622" y="293"/>
                </a:cxn>
                <a:cxn ang="0">
                  <a:pos x="629" y="280"/>
                </a:cxn>
                <a:cxn ang="0">
                  <a:pos x="629" y="280"/>
                </a:cxn>
              </a:cxnLst>
              <a:rect l="0" t="0" r="0" b="0"/>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lnTo>
                    <a:pt x="794" y="395"/>
                  </a:lnTo>
                  <a:close/>
                </a:path>
              </a:pathLst>
            </a:custGeom>
            <a:solidFill>
              <a:srgbClr val="F8F8F8">
                <a:alpha val="100000"/>
              </a:srgbClr>
            </a:solidFill>
            <a:ln w="9525">
              <a:noFill/>
            </a:ln>
          </p:spPr>
          <p:txBody>
            <a:bodyPr/>
            <a:lstStyle/>
            <a:p>
              <a:endParaRPr lang="zh-CN" altLang="en-US" sz="1800"/>
            </a:p>
          </p:txBody>
        </p:sp>
        <p:sp>
          <p:nvSpPr>
            <p:cNvPr id="2061" name="Freeform 20"/>
            <p:cNvSpPr/>
            <p:nvPr userDrawn="1"/>
          </p:nvSpPr>
          <p:spPr>
            <a:xfrm rot="7320404">
              <a:off x="4893" y="2922"/>
              <a:ext cx="627" cy="290"/>
            </a:xfrm>
            <a:custGeom>
              <a:avLst/>
              <a:gdLst/>
              <a:ahLst/>
              <a:cxnLst>
                <a:cxn ang="0">
                  <a:pos x="54" y="0"/>
                </a:cxn>
                <a:cxn ang="0">
                  <a:pos x="526" y="183"/>
                </a:cxn>
                <a:cxn ang="0">
                  <a:pos x="565" y="225"/>
                </a:cxn>
                <a:cxn ang="0">
                  <a:pos x="627" y="280"/>
                </a:cxn>
                <a:cxn ang="0">
                  <a:pos x="619" y="290"/>
                </a:cxn>
                <a:cxn ang="0">
                  <a:pos x="534" y="278"/>
                </a:cxn>
                <a:cxn ang="0">
                  <a:pos x="453" y="286"/>
                </a:cxn>
                <a:cxn ang="0">
                  <a:pos x="17" y="105"/>
                </a:cxn>
                <a:cxn ang="0">
                  <a:pos x="0" y="53"/>
                </a:cxn>
                <a:cxn ang="0">
                  <a:pos x="18" y="11"/>
                </a:cxn>
                <a:cxn ang="0">
                  <a:pos x="54" y="0"/>
                </a:cxn>
                <a:cxn ang="0">
                  <a:pos x="54"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folHlink">
                <a:alpha val="100000"/>
              </a:schemeClr>
            </a:solidFill>
            <a:ln w="9525">
              <a:noFill/>
            </a:ln>
          </p:spPr>
          <p:txBody>
            <a:bodyPr/>
            <a:lstStyle/>
            <a:p>
              <a:endParaRPr lang="zh-CN" altLang="en-US" sz="1800"/>
            </a:p>
          </p:txBody>
        </p:sp>
        <p:sp>
          <p:nvSpPr>
            <p:cNvPr id="2062" name="Freeform 21"/>
            <p:cNvSpPr/>
            <p:nvPr userDrawn="1"/>
          </p:nvSpPr>
          <p:spPr>
            <a:xfrm rot="7320404">
              <a:off x="4999" y="2912"/>
              <a:ext cx="416" cy="265"/>
            </a:xfrm>
            <a:custGeom>
              <a:avLst/>
              <a:gdLst/>
              <a:ahLst/>
              <a:cxnLst>
                <a:cxn ang="0">
                  <a:pos x="0" y="115"/>
                </a:cxn>
                <a:cxn ang="0">
                  <a:pos x="366" y="265"/>
                </a:cxn>
                <a:cxn ang="0">
                  <a:pos x="372" y="189"/>
                </a:cxn>
                <a:cxn ang="0">
                  <a:pos x="416" y="150"/>
                </a:cxn>
                <a:cxn ang="0">
                  <a:pos x="31" y="0"/>
                </a:cxn>
                <a:cxn ang="0">
                  <a:pos x="0" y="45"/>
                </a:cxn>
                <a:cxn ang="0">
                  <a:pos x="0" y="115"/>
                </a:cxn>
                <a:cxn ang="0">
                  <a:pos x="0" y="115"/>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sz="1800"/>
            </a:p>
          </p:txBody>
        </p:sp>
        <p:grpSp>
          <p:nvGrpSpPr>
            <p:cNvPr id="2063" name="Group 22"/>
            <p:cNvGrpSpPr/>
            <p:nvPr userDrawn="1"/>
          </p:nvGrpSpPr>
          <p:grpSpPr>
            <a:xfrm>
              <a:off x="4986" y="2752"/>
              <a:ext cx="468" cy="667"/>
              <a:chOff x="4986" y="2752"/>
              <a:chExt cx="468" cy="667"/>
            </a:xfrm>
          </p:grpSpPr>
          <p:sp>
            <p:nvSpPr>
              <p:cNvPr id="2064" name="Freeform 23"/>
              <p:cNvSpPr/>
              <p:nvPr userDrawn="1"/>
            </p:nvSpPr>
            <p:spPr>
              <a:xfrm rot="7320404">
                <a:off x="4987" y="3190"/>
                <a:ext cx="59" cy="61"/>
              </a:xfrm>
              <a:custGeom>
                <a:avLst/>
                <a:gdLst/>
                <a:ahLst/>
                <a:cxnLst>
                  <a:cxn ang="0">
                    <a:pos x="43" y="0"/>
                  </a:cxn>
                  <a:cxn ang="0">
                    <a:pos x="16" y="23"/>
                  </a:cxn>
                  <a:cxn ang="0">
                    <a:pos x="0" y="61"/>
                  </a:cxn>
                  <a:cxn ang="0">
                    <a:pos x="31" y="56"/>
                  </a:cxn>
                  <a:cxn ang="0">
                    <a:pos x="41" y="30"/>
                  </a:cxn>
                  <a:cxn ang="0">
                    <a:pos x="59" y="10"/>
                  </a:cxn>
                  <a:cxn ang="0">
                    <a:pos x="43" y="0"/>
                  </a:cxn>
                  <a:cxn ang="0">
                    <a:pos x="43"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sz="1800"/>
              </a:p>
            </p:txBody>
          </p:sp>
          <p:sp>
            <p:nvSpPr>
              <p:cNvPr id="2065" name="Freeform 24"/>
              <p:cNvSpPr/>
              <p:nvPr userDrawn="1"/>
            </p:nvSpPr>
            <p:spPr>
              <a:xfrm rot="7320404">
                <a:off x="4887" y="2930"/>
                <a:ext cx="667" cy="311"/>
              </a:xfrm>
              <a:custGeom>
                <a:avLst/>
                <a:gdLst/>
                <a:ahLst/>
                <a:cxnLst>
                  <a:cxn ang="0">
                    <a:pos x="62" y="0"/>
                  </a:cxn>
                  <a:cxn ang="0">
                    <a:pos x="25" y="18"/>
                  </a:cxn>
                  <a:cxn ang="0">
                    <a:pos x="0" y="74"/>
                  </a:cxn>
                  <a:cxn ang="0">
                    <a:pos x="27" y="127"/>
                  </a:cxn>
                  <a:cxn ang="0">
                    <a:pos x="468" y="306"/>
                  </a:cxn>
                  <a:cxn ang="0">
                    <a:pos x="563" y="295"/>
                  </a:cxn>
                  <a:cxn ang="0">
                    <a:pos x="640" y="311"/>
                  </a:cxn>
                  <a:cxn ang="0">
                    <a:pos x="667" y="286"/>
                  </a:cxn>
                  <a:cxn ang="0">
                    <a:pos x="595" y="235"/>
                  </a:cxn>
                  <a:cxn ang="0">
                    <a:pos x="566" y="181"/>
                  </a:cxn>
                  <a:cxn ang="0">
                    <a:pos x="542" y="186"/>
                  </a:cxn>
                  <a:cxn ang="0">
                    <a:pos x="570" y="235"/>
                  </a:cxn>
                  <a:cxn ang="0">
                    <a:pos x="625" y="286"/>
                  </a:cxn>
                  <a:cxn ang="0">
                    <a:pos x="560" y="278"/>
                  </a:cxn>
                  <a:cxn ang="0">
                    <a:pos x="483" y="288"/>
                  </a:cxn>
                  <a:cxn ang="0">
                    <a:pos x="497" y="230"/>
                  </a:cxn>
                  <a:cxn ang="0">
                    <a:pos x="530" y="190"/>
                  </a:cxn>
                  <a:cxn ang="0">
                    <a:pos x="492" y="195"/>
                  </a:cxn>
                  <a:cxn ang="0">
                    <a:pos x="461" y="233"/>
                  </a:cxn>
                  <a:cxn ang="0">
                    <a:pos x="451" y="280"/>
                  </a:cxn>
                  <a:cxn ang="0">
                    <a:pos x="42" y="110"/>
                  </a:cxn>
                  <a:cxn ang="0">
                    <a:pos x="32" y="76"/>
                  </a:cxn>
                  <a:cxn ang="0">
                    <a:pos x="41" y="34"/>
                  </a:cxn>
                  <a:cxn ang="0">
                    <a:pos x="86" y="0"/>
                  </a:cxn>
                  <a:cxn ang="0">
                    <a:pos x="62" y="0"/>
                  </a:cxn>
                  <a:cxn ang="0">
                    <a:pos x="62"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sz="1800"/>
              </a:p>
            </p:txBody>
          </p:sp>
          <p:sp>
            <p:nvSpPr>
              <p:cNvPr id="2066" name="Freeform 25"/>
              <p:cNvSpPr/>
              <p:nvPr userDrawn="1"/>
            </p:nvSpPr>
            <p:spPr>
              <a:xfrm rot="7320404">
                <a:off x="5062" y="2997"/>
                <a:ext cx="472" cy="176"/>
              </a:xfrm>
              <a:custGeom>
                <a:avLst/>
                <a:gdLst/>
                <a:ahLst/>
                <a:cxnLst>
                  <a:cxn ang="0">
                    <a:pos x="40" y="0"/>
                  </a:cxn>
                  <a:cxn ang="0">
                    <a:pos x="472" y="172"/>
                  </a:cxn>
                  <a:cxn ang="0">
                    <a:pos x="427" y="176"/>
                  </a:cxn>
                  <a:cxn ang="0">
                    <a:pos x="0" y="10"/>
                  </a:cxn>
                  <a:cxn ang="0">
                    <a:pos x="40" y="0"/>
                  </a:cxn>
                  <a:cxn ang="0">
                    <a:pos x="40"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sz="1800"/>
              </a:p>
            </p:txBody>
          </p:sp>
          <p:sp>
            <p:nvSpPr>
              <p:cNvPr id="2067" name="Freeform 26"/>
              <p:cNvSpPr/>
              <p:nvPr userDrawn="1"/>
            </p:nvSpPr>
            <p:spPr>
              <a:xfrm rot="7320404">
                <a:off x="5363" y="2873"/>
                <a:ext cx="63" cy="118"/>
              </a:xfrm>
              <a:custGeom>
                <a:avLst/>
                <a:gdLst/>
                <a:ahLst/>
                <a:cxnLst>
                  <a:cxn ang="0">
                    <a:pos x="46" y="0"/>
                  </a:cxn>
                  <a:cxn ang="0">
                    <a:pos x="7" y="37"/>
                  </a:cxn>
                  <a:cxn ang="0">
                    <a:pos x="0" y="81"/>
                  </a:cxn>
                  <a:cxn ang="0">
                    <a:pos x="13" y="111"/>
                  </a:cxn>
                  <a:cxn ang="0">
                    <a:pos x="37" y="118"/>
                  </a:cxn>
                  <a:cxn ang="0">
                    <a:pos x="30" y="54"/>
                  </a:cxn>
                  <a:cxn ang="0">
                    <a:pos x="63" y="6"/>
                  </a:cxn>
                  <a:cxn ang="0">
                    <a:pos x="46" y="0"/>
                  </a:cxn>
                  <a:cxn ang="0">
                    <a:pos x="46"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sz="1800"/>
              </a:p>
            </p:txBody>
          </p:sp>
          <p:sp>
            <p:nvSpPr>
              <p:cNvPr id="2068" name="Freeform 27"/>
              <p:cNvSpPr/>
              <p:nvPr userDrawn="1"/>
            </p:nvSpPr>
            <p:spPr>
              <a:xfrm rot="7320404">
                <a:off x="5136" y="2999"/>
                <a:ext cx="193" cy="104"/>
              </a:xfrm>
              <a:custGeom>
                <a:avLst/>
                <a:gdLst/>
                <a:ahLst/>
                <a:cxnLst>
                  <a:cxn ang="0">
                    <a:pos x="6" y="12"/>
                  </a:cxn>
                  <a:cxn ang="0">
                    <a:pos x="63" y="23"/>
                  </a:cxn>
                  <a:cxn ang="0">
                    <a:pos x="128" y="48"/>
                  </a:cxn>
                  <a:cxn ang="0">
                    <a:pos x="174" y="85"/>
                  </a:cxn>
                  <a:cxn ang="0">
                    <a:pos x="129" y="81"/>
                  </a:cxn>
                  <a:cxn ang="0">
                    <a:pos x="55" y="51"/>
                  </a:cxn>
                  <a:cxn ang="0">
                    <a:pos x="20" y="28"/>
                  </a:cxn>
                  <a:cxn ang="0">
                    <a:pos x="42" y="57"/>
                  </a:cxn>
                  <a:cxn ang="0">
                    <a:pos x="107" y="95"/>
                  </a:cxn>
                  <a:cxn ang="0">
                    <a:pos x="184" y="104"/>
                  </a:cxn>
                  <a:cxn ang="0">
                    <a:pos x="193" y="79"/>
                  </a:cxn>
                  <a:cxn ang="0">
                    <a:pos x="156" y="42"/>
                  </a:cxn>
                  <a:cxn ang="0">
                    <a:pos x="67" y="6"/>
                  </a:cxn>
                  <a:cxn ang="0">
                    <a:pos x="0" y="0"/>
                  </a:cxn>
                  <a:cxn ang="0">
                    <a:pos x="6" y="12"/>
                  </a:cxn>
                  <a:cxn ang="0">
                    <a:pos x="6" y="12"/>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sz="1800"/>
              </a:p>
            </p:txBody>
          </p:sp>
        </p:grpSp>
      </p:grpSp>
      <p:sp>
        <p:nvSpPr>
          <p:cNvPr id="2053" name="Freeform 28"/>
          <p:cNvSpPr/>
          <p:nvPr/>
        </p:nvSpPr>
        <p:spPr>
          <a:xfrm>
            <a:off x="901700" y="5054600"/>
            <a:ext cx="6807200" cy="728663"/>
          </a:xfrm>
          <a:custGeom>
            <a:avLst/>
            <a:gdLst/>
            <a:ahLst/>
            <a:cxnLst>
              <a:cxn ang="0">
                <a:pos x="0" y="0"/>
              </a:cxn>
              <a:cxn ang="0">
                <a:pos x="1295400" y="406400"/>
              </a:cxn>
              <a:cxn ang="0">
                <a:pos x="2476500" y="228600"/>
              </a:cxn>
              <a:cxn ang="0">
                <a:pos x="2946400" y="596900"/>
              </a:cxn>
              <a:cxn ang="0">
                <a:pos x="3721100" y="241300"/>
              </a:cxn>
              <a:cxn ang="0">
                <a:pos x="5613400" y="723900"/>
              </a:cxn>
              <a:cxn ang="0">
                <a:pos x="6807200" y="215900"/>
              </a:cxn>
            </a:cxnLst>
            <a:rect l="0" t="0" r="0" b="0"/>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alpha val="100000"/>
              </a:schemeClr>
            </a:solidFill>
            <a:prstDash val="solid"/>
            <a:round/>
            <a:headEnd type="none" w="med" len="med"/>
            <a:tailEnd type="none" w="med" len="med"/>
          </a:ln>
        </p:spPr>
        <p:txBody>
          <a:bodyPr/>
          <a:lstStyle/>
          <a:p>
            <a:endParaRPr lang="zh-CN" altLang="en-US" sz="1800"/>
          </a:p>
        </p:txBody>
      </p:sp>
      <p:sp>
        <p:nvSpPr>
          <p:cNvPr id="2054" name="Freeform 29"/>
          <p:cNvSpPr/>
          <p:nvPr/>
        </p:nvSpPr>
        <p:spPr>
          <a:xfrm>
            <a:off x="4076700" y="1930400"/>
            <a:ext cx="889000" cy="381000"/>
          </a:xfrm>
          <a:custGeom>
            <a:avLst/>
            <a:gdLst/>
            <a:ahLst/>
            <a:cxnLst>
              <a:cxn ang="0">
                <a:pos x="0" y="50800"/>
              </a:cxn>
              <a:cxn ang="0">
                <a:pos x="444500" y="228600"/>
              </a:cxn>
              <a:cxn ang="0">
                <a:pos x="711200" y="25400"/>
              </a:cxn>
              <a:cxn ang="0">
                <a:pos x="889000" y="381000"/>
              </a:cxn>
            </a:cxnLst>
            <a:rect l="0" t="0" r="0" b="0"/>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ap="flat" cmpd="sng">
            <a:solidFill>
              <a:schemeClr val="tx2">
                <a:alpha val="100000"/>
              </a:schemeClr>
            </a:solidFill>
            <a:prstDash val="solid"/>
            <a:round/>
            <a:headEnd type="none" w="med" len="med"/>
            <a:tailEnd type="none" w="med" len="med"/>
          </a:ln>
        </p:spPr>
        <p:txBody>
          <a:bodyPr/>
          <a:lstStyle/>
          <a:p>
            <a:endParaRPr lang="zh-CN" altLang="en-US" sz="1800"/>
          </a:p>
        </p:txBody>
      </p:sp>
      <p:sp>
        <p:nvSpPr>
          <p:cNvPr id="819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a:extLst>
            <a:ext uri="{909E8E84-426E-40DD-AFC4-6F175D3DCCD1}">
              <a14:hiddenFill xmlns:a14="http://schemas.microsoft.com/office/drawing/2010/main">
                <a:solidFill>
                  <a:srgbClr val="FF3300"/>
                </a:solidFill>
              </a14:hiddenFill>
            </a:ext>
          </a:ex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endParaRPr lang="zh-CN" altLang="en-US" noProof="0"/>
          </a:p>
        </p:txBody>
      </p:sp>
      <p:sp>
        <p:nvSpPr>
          <p:cNvPr id="819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endParaRPr lang="zh-CN" altLang="en-US" noProof="0"/>
          </a:p>
        </p:txBody>
      </p:sp>
      <p:sp>
        <p:nvSpPr>
          <p:cNvPr id="76" name="Rectangle 5"/>
          <p:cNvSpPr>
            <a:spLocks noGrp="1" noChangeArrowheads="1"/>
          </p:cNvSpPr>
          <p:nvPr>
            <p:ph type="dt" sz="half" idx="2"/>
          </p:nvPr>
        </p:nvSpPr>
        <p:spPr bwMode="auto">
          <a:xfrm>
            <a:off x="6858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8528C51B-6A6A-437D-802D-98EA4AC4C5E2}"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7" name="Rectangle 6"/>
          <p:cNvSpPr>
            <a:spLocks noGrp="1" noChangeArrowheads="1"/>
          </p:cNvSpPr>
          <p:nvPr>
            <p:ph type="ftr" sz="quarter" idx="3"/>
          </p:nvPr>
        </p:nvSpPr>
        <p:spPr bwMode="auto">
          <a:xfrm>
            <a:off x="3124200" y="6248400"/>
            <a:ext cx="28956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8" name="Rectangle 7"/>
          <p:cNvSpPr>
            <a:spLocks noGrp="1" noChangeArrowheads="1"/>
          </p:cNvSpPr>
          <p:nvPr>
            <p:ph type="sldNum" sz="quarter" idx="4"/>
          </p:nvPr>
        </p:nvSpPr>
        <p:spPr bwMode="auto">
          <a:xfrm>
            <a:off x="6553200" y="6248400"/>
            <a:ext cx="19050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76EED7E-F4EF-463A-BFFE-3758BF6E939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152400"/>
            <a:ext cx="7696200" cy="5334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85800" y="1828800"/>
            <a:ext cx="7696200" cy="36576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Tx/>
              <a:buSzTx/>
              <a:buFontTx/>
              <a:buChar char="•"/>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4.xml"/><Relationship Id="rId8" Type="http://schemas.openxmlformats.org/officeDocument/2006/relationships/slideLayout" Target="../slideLayouts/slideLayout23.xml"/><Relationship Id="rId7" Type="http://schemas.openxmlformats.org/officeDocument/2006/relationships/slideLayout" Target="../slideLayouts/slideLayout2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6" Type="http://schemas.openxmlformats.org/officeDocument/2006/relationships/theme" Target="../theme/theme2.xml"/><Relationship Id="rId15" Type="http://schemas.openxmlformats.org/officeDocument/2006/relationships/slideLayout" Target="../slideLayouts/slideLayout30.xml"/><Relationship Id="rId14" Type="http://schemas.openxmlformats.org/officeDocument/2006/relationships/slideLayout" Target="../slideLayouts/slideLayout29.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1" Type="http://schemas.openxmlformats.org/officeDocument/2006/relationships/slideLayout" Target="../slideLayouts/slideLayout26.xml"/><Relationship Id="rId10" Type="http://schemas.openxmlformats.org/officeDocument/2006/relationships/slideLayout" Target="../slideLayouts/slideLayout25.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Freeform 2"/>
          <p:cNvSpPr/>
          <p:nvPr/>
        </p:nvSpPr>
        <p:spPr>
          <a:xfrm rot="-3172564">
            <a:off x="7777163" y="-14287"/>
            <a:ext cx="1162050" cy="2084387"/>
          </a:xfrm>
          <a:custGeom>
            <a:avLst/>
            <a:gdLst/>
            <a:ahLst/>
            <a:cxnLst>
              <a:cxn ang="0">
                <a:pos x="1162050" y="244856"/>
              </a:cxn>
              <a:cxn ang="0">
                <a:pos x="1026751" y="45239"/>
              </a:cxn>
              <a:cxn ang="0">
                <a:pos x="897056" y="0"/>
              </a:cxn>
              <a:cxn ang="0">
                <a:pos x="44032" y="1589585"/>
              </a:cxn>
              <a:cxn ang="0">
                <a:pos x="44032" y="1825394"/>
              </a:cxn>
              <a:cxn ang="0">
                <a:pos x="0" y="2053285"/>
              </a:cxn>
              <a:cxn ang="0">
                <a:pos x="28821" y="2084387"/>
              </a:cxn>
              <a:cxn ang="0">
                <a:pos x="176529" y="1897211"/>
              </a:cxn>
              <a:cxn ang="0">
                <a:pos x="296217" y="1825394"/>
              </a:cxn>
              <a:cxn ang="0">
                <a:pos x="1162050" y="244856"/>
              </a:cxn>
              <a:cxn ang="0">
                <a:pos x="1162050" y="244856"/>
              </a:cxn>
            </a:cxnLst>
            <a:rect l="0" t="0" r="0" b="0"/>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lnTo>
                  <a:pt x="2903" y="433"/>
                </a:lnTo>
                <a:close/>
              </a:path>
            </a:pathLst>
          </a:custGeom>
          <a:solidFill>
            <a:srgbClr val="FFFFFF">
              <a:alpha val="100000"/>
            </a:srgbClr>
          </a:solidFill>
          <a:ln w="9525">
            <a:noFill/>
          </a:ln>
        </p:spPr>
        <p:txBody>
          <a:bodyPr/>
          <a:lstStyle/>
          <a:p>
            <a:endParaRPr lang="zh-CN" altLang="en-US"/>
          </a:p>
        </p:txBody>
      </p:sp>
      <p:sp>
        <p:nvSpPr>
          <p:cNvPr id="1027" name="Rectangle 3"/>
          <p:cNvSpPr>
            <a:spLocks noGrp="1"/>
          </p:cNvSpPr>
          <p:nvPr>
            <p:ph type="title"/>
          </p:nvPr>
        </p:nvSpPr>
        <p:spPr>
          <a:xfrm>
            <a:off x="685800" y="152400"/>
            <a:ext cx="6870700" cy="1600200"/>
          </a:xfrm>
          <a:prstGeom prst="rect">
            <a:avLst/>
          </a:prstGeom>
          <a:noFill/>
          <a:ln w="9525">
            <a:noFill/>
          </a:ln>
        </p:spPr>
        <p:txBody>
          <a:bodyPr anchor="b" anchorCtr="0"/>
          <a:lstStyle/>
          <a:p>
            <a:pPr lvl="0"/>
            <a:r>
              <a:rPr lang="zh-CN" altLang="en-US" dirty="0"/>
              <a:t>单击此处编辑母版标题样式</a:t>
            </a:r>
            <a:endParaRPr lang="zh-CN" altLang="en-US" dirty="0"/>
          </a:p>
        </p:txBody>
      </p:sp>
      <p:sp>
        <p:nvSpPr>
          <p:cNvPr id="1028" name="Rectangle 4"/>
          <p:cNvSpPr>
            <a:spLocks noGrp="1"/>
          </p:cNvSpPr>
          <p:nvPr>
            <p:ph type="body" idx="1"/>
          </p:nvPr>
        </p:nvSpPr>
        <p:spPr>
          <a:xfrm>
            <a:off x="685800" y="1828800"/>
            <a:ext cx="7696200" cy="36576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0901" name="Rectangle 5"/>
          <p:cNvSpPr>
            <a:spLocks noGrp="1" noChangeArrowheads="1"/>
          </p:cNvSpPr>
          <p:nvPr>
            <p:ph type="dt" sz="half" idx="2"/>
          </p:nvPr>
        </p:nvSpPr>
        <p:spPr bwMode="auto">
          <a:xfrm>
            <a:off x="13716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0902" name="Rectangle 6"/>
          <p:cNvSpPr>
            <a:spLocks noGrp="1" noChangeArrowheads="1"/>
          </p:cNvSpPr>
          <p:nvPr>
            <p:ph type="ftr" sz="quarter" idx="3"/>
          </p:nvPr>
        </p:nvSpPr>
        <p:spPr bwMode="auto">
          <a:xfrm>
            <a:off x="35560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0903" name="Rectangle 7"/>
          <p:cNvSpPr>
            <a:spLocks noGrp="1" noChangeArrowheads="1"/>
          </p:cNvSpPr>
          <p:nvPr>
            <p:ph type="sldNum" sz="quarter" idx="4"/>
          </p:nvPr>
        </p:nvSpPr>
        <p:spPr bwMode="auto">
          <a:xfrm>
            <a:off x="67183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032" name="Freeform 8"/>
          <p:cNvSpPr/>
          <p:nvPr/>
        </p:nvSpPr>
        <p:spPr>
          <a:xfrm rot="-3172564">
            <a:off x="7864475" y="23813"/>
            <a:ext cx="1165225" cy="2097087"/>
          </a:xfrm>
          <a:custGeom>
            <a:avLst/>
            <a:gdLst/>
            <a:ahLst/>
            <a:cxnLst>
              <a:cxn ang="0">
                <a:pos x="917850" y="0"/>
              </a:cxn>
              <a:cxn ang="0">
                <a:pos x="52037" y="1605520"/>
              </a:cxn>
              <a:cxn ang="0">
                <a:pos x="52437" y="1812794"/>
              </a:cxn>
              <a:cxn ang="0">
                <a:pos x="0" y="2057445"/>
              </a:cxn>
              <a:cxn ang="0">
                <a:pos x="20014" y="2097087"/>
              </a:cxn>
              <a:cxn ang="0">
                <a:pos x="168920" y="1898308"/>
              </a:cxn>
              <a:cxn ang="0">
                <a:pos x="305416" y="1823554"/>
              </a:cxn>
              <a:cxn ang="0">
                <a:pos x="1165225" y="242385"/>
              </a:cxn>
              <a:cxn ang="0">
                <a:pos x="1036334" y="54367"/>
              </a:cxn>
              <a:cxn ang="0">
                <a:pos x="917850" y="0"/>
              </a:cxn>
              <a:cxn ang="0">
                <a:pos x="917850" y="0"/>
              </a:cxn>
            </a:cxnLst>
            <a:rect l="0" t="0" r="0" b="0"/>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lnTo>
                  <a:pt x="2293" y="0"/>
                </a:lnTo>
                <a:close/>
              </a:path>
            </a:pathLst>
          </a:custGeom>
          <a:solidFill>
            <a:schemeClr val="folHlink">
              <a:alpha val="100000"/>
            </a:schemeClr>
          </a:solidFill>
          <a:ln w="9525">
            <a:noFill/>
          </a:ln>
        </p:spPr>
        <p:txBody>
          <a:bodyPr/>
          <a:lstStyle/>
          <a:p>
            <a:endParaRPr lang="zh-CN" altLang="en-US"/>
          </a:p>
        </p:txBody>
      </p:sp>
      <p:sp>
        <p:nvSpPr>
          <p:cNvPr id="1033" name="Freeform 9"/>
          <p:cNvSpPr/>
          <p:nvPr/>
        </p:nvSpPr>
        <p:spPr>
          <a:xfrm rot="-3172564">
            <a:off x="7831138" y="192088"/>
            <a:ext cx="1025525" cy="1571625"/>
          </a:xfrm>
          <a:custGeom>
            <a:avLst/>
            <a:gdLst/>
            <a:ahLst/>
            <a:cxnLst>
              <a:cxn ang="0">
                <a:pos x="0" y="1406370"/>
              </a:cxn>
              <a:cxn ang="0">
                <a:pos x="172990" y="1444854"/>
              </a:cxn>
              <a:cxn ang="0">
                <a:pos x="294723" y="1571625"/>
              </a:cxn>
              <a:cxn ang="0">
                <a:pos x="1025525" y="225811"/>
              </a:cxn>
              <a:cxn ang="0">
                <a:pos x="848130" y="46407"/>
              </a:cxn>
              <a:cxn ang="0">
                <a:pos x="760034" y="0"/>
              </a:cxn>
              <a:cxn ang="0">
                <a:pos x="0" y="1406370"/>
              </a:cxn>
              <a:cxn ang="0">
                <a:pos x="0" y="1406370"/>
              </a:cxn>
            </a:cxnLst>
            <a:rect l="0" t="0" r="0" b="0"/>
            <a:pathLst>
              <a:path w="2561" h="2777">
                <a:moveTo>
                  <a:pt x="0" y="2485"/>
                </a:moveTo>
                <a:lnTo>
                  <a:pt x="432" y="2553"/>
                </a:lnTo>
                <a:lnTo>
                  <a:pt x="736" y="2777"/>
                </a:lnTo>
                <a:lnTo>
                  <a:pt x="2561" y="399"/>
                </a:lnTo>
                <a:lnTo>
                  <a:pt x="2118" y="82"/>
                </a:lnTo>
                <a:lnTo>
                  <a:pt x="1898" y="0"/>
                </a:lnTo>
                <a:lnTo>
                  <a:pt x="0" y="2485"/>
                </a:lnTo>
                <a:lnTo>
                  <a:pt x="0" y="2485"/>
                </a:lnTo>
                <a:close/>
              </a:path>
            </a:pathLst>
          </a:custGeom>
          <a:solidFill>
            <a:schemeClr val="bg2">
              <a:alpha val="100000"/>
            </a:schemeClr>
          </a:solidFill>
          <a:ln w="9525">
            <a:noFill/>
          </a:ln>
        </p:spPr>
        <p:txBody>
          <a:bodyPr/>
          <a:lstStyle/>
          <a:p>
            <a:endParaRPr lang="zh-CN" altLang="en-US"/>
          </a:p>
        </p:txBody>
      </p:sp>
      <p:grpSp>
        <p:nvGrpSpPr>
          <p:cNvPr id="1034" name="Group 10"/>
          <p:cNvGrpSpPr/>
          <p:nvPr/>
        </p:nvGrpSpPr>
        <p:grpSpPr>
          <a:xfrm>
            <a:off x="7938" y="5540375"/>
            <a:ext cx="1784350" cy="1246188"/>
            <a:chOff x="5" y="3490"/>
            <a:chExt cx="1124" cy="785"/>
          </a:xfrm>
        </p:grpSpPr>
        <p:sp>
          <p:nvSpPr>
            <p:cNvPr id="1051" name="Freeform 11"/>
            <p:cNvSpPr/>
            <p:nvPr userDrawn="1"/>
          </p:nvSpPr>
          <p:spPr>
            <a:xfrm>
              <a:off x="24" y="3505"/>
              <a:ext cx="1089" cy="649"/>
            </a:xfrm>
            <a:custGeom>
              <a:avLst/>
              <a:gdLst/>
              <a:ahLst/>
              <a:cxnLst>
                <a:cxn ang="0">
                  <a:pos x="794" y="630"/>
                </a:cxn>
                <a:cxn ang="0">
                  <a:pos x="710" y="553"/>
                </a:cxn>
                <a:cxn ang="0">
                  <a:pos x="666" y="239"/>
                </a:cxn>
                <a:cxn ang="0">
                  <a:pos x="1070" y="165"/>
                </a:cxn>
                <a:cxn ang="0">
                  <a:pos x="1089" y="102"/>
                </a:cxn>
                <a:cxn ang="0">
                  <a:pos x="1050" y="50"/>
                </a:cxn>
                <a:cxn ang="0">
                  <a:pos x="638" y="106"/>
                </a:cxn>
                <a:cxn ang="0">
                  <a:pos x="610" y="16"/>
                </a:cxn>
                <a:cxn ang="0">
                  <a:pos x="543" y="0"/>
                </a:cxn>
                <a:cxn ang="0">
                  <a:pos x="479" y="14"/>
                </a:cxn>
                <a:cxn ang="0">
                  <a:pos x="444" y="53"/>
                </a:cxn>
                <a:cxn ang="0">
                  <a:pos x="469" y="143"/>
                </a:cxn>
                <a:cxn ang="0">
                  <a:pos x="330" y="221"/>
                </a:cxn>
                <a:cxn ang="0">
                  <a:pos x="492" y="237"/>
                </a:cxn>
                <a:cxn ang="0">
                  <a:pos x="556" y="445"/>
                </a:cxn>
                <a:cxn ang="0">
                  <a:pos x="71" y="235"/>
                </a:cxn>
                <a:cxn ang="0">
                  <a:pos x="23" y="255"/>
                </a:cxn>
                <a:cxn ang="0">
                  <a:pos x="0" y="318"/>
                </a:cxn>
                <a:cxn ang="0">
                  <a:pos x="28" y="390"/>
                </a:cxn>
                <a:cxn ang="0">
                  <a:pos x="570" y="644"/>
                </a:cxn>
                <a:cxn ang="0">
                  <a:pos x="689" y="628"/>
                </a:cxn>
                <a:cxn ang="0">
                  <a:pos x="785" y="649"/>
                </a:cxn>
                <a:cxn ang="0">
                  <a:pos x="794" y="630"/>
                </a:cxn>
                <a:cxn ang="0">
                  <a:pos x="794" y="630"/>
                </a:cxn>
              </a:cxnLst>
              <a:rect l="0" t="0" r="0" b="0"/>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lnTo>
                    <a:pt x="1587" y="1260"/>
                  </a:lnTo>
                  <a:close/>
                </a:path>
              </a:pathLst>
            </a:custGeom>
            <a:solidFill>
              <a:srgbClr val="F8F8F8">
                <a:alpha val="100000"/>
              </a:srgbClr>
            </a:solidFill>
            <a:ln w="9525">
              <a:noFill/>
            </a:ln>
          </p:spPr>
          <p:txBody>
            <a:bodyPr/>
            <a:lstStyle/>
            <a:p>
              <a:endParaRPr lang="zh-CN" altLang="en-US"/>
            </a:p>
          </p:txBody>
        </p:sp>
        <p:sp>
          <p:nvSpPr>
            <p:cNvPr id="1052" name="Freeform 12"/>
            <p:cNvSpPr/>
            <p:nvPr userDrawn="1"/>
          </p:nvSpPr>
          <p:spPr>
            <a:xfrm>
              <a:off x="1022" y="3582"/>
              <a:ext cx="71" cy="129"/>
            </a:xfrm>
            <a:custGeom>
              <a:avLst/>
              <a:gdLst/>
              <a:ahLst/>
              <a:cxnLst>
                <a:cxn ang="0">
                  <a:pos x="0" y="4"/>
                </a:cxn>
                <a:cxn ang="0">
                  <a:pos x="60" y="0"/>
                </a:cxn>
                <a:cxn ang="0">
                  <a:pos x="71" y="117"/>
                </a:cxn>
                <a:cxn ang="0">
                  <a:pos x="4" y="129"/>
                </a:cxn>
                <a:cxn ang="0">
                  <a:pos x="0" y="4"/>
                </a:cxn>
                <a:cxn ang="0">
                  <a:pos x="0" y="4"/>
                </a:cxn>
              </a:cxnLst>
              <a:rect l="0" t="0" r="0" b="0"/>
              <a:pathLst>
                <a:path w="143" h="258">
                  <a:moveTo>
                    <a:pt x="0" y="7"/>
                  </a:moveTo>
                  <a:lnTo>
                    <a:pt x="120" y="0"/>
                  </a:lnTo>
                  <a:lnTo>
                    <a:pt x="143" y="233"/>
                  </a:lnTo>
                  <a:lnTo>
                    <a:pt x="8" y="258"/>
                  </a:lnTo>
                  <a:lnTo>
                    <a:pt x="0" y="7"/>
                  </a:lnTo>
                  <a:lnTo>
                    <a:pt x="0" y="7"/>
                  </a:lnTo>
                  <a:close/>
                </a:path>
              </a:pathLst>
            </a:custGeom>
            <a:solidFill>
              <a:schemeClr val="accent1">
                <a:alpha val="100000"/>
              </a:schemeClr>
            </a:solidFill>
            <a:ln w="9525">
              <a:noFill/>
            </a:ln>
          </p:spPr>
          <p:txBody>
            <a:bodyPr/>
            <a:lstStyle/>
            <a:p>
              <a:endParaRPr lang="zh-CN" altLang="en-US"/>
            </a:p>
          </p:txBody>
        </p:sp>
        <p:sp>
          <p:nvSpPr>
            <p:cNvPr id="1053" name="Freeform 13"/>
            <p:cNvSpPr/>
            <p:nvPr userDrawn="1"/>
          </p:nvSpPr>
          <p:spPr>
            <a:xfrm>
              <a:off x="20" y="3774"/>
              <a:ext cx="792" cy="410"/>
            </a:xfrm>
            <a:custGeom>
              <a:avLst/>
              <a:gdLst/>
              <a:ahLst/>
              <a:cxnLst>
                <a:cxn ang="0">
                  <a:pos x="68" y="0"/>
                </a:cxn>
                <a:cxn ang="0">
                  <a:pos x="665" y="259"/>
                </a:cxn>
                <a:cxn ang="0">
                  <a:pos x="713" y="319"/>
                </a:cxn>
                <a:cxn ang="0">
                  <a:pos x="792" y="396"/>
                </a:cxn>
                <a:cxn ang="0">
                  <a:pos x="782" y="410"/>
                </a:cxn>
                <a:cxn ang="0">
                  <a:pos x="674" y="393"/>
                </a:cxn>
                <a:cxn ang="0">
                  <a:pos x="572" y="405"/>
                </a:cxn>
                <a:cxn ang="0">
                  <a:pos x="21" y="149"/>
                </a:cxn>
                <a:cxn ang="0">
                  <a:pos x="0" y="75"/>
                </a:cxn>
                <a:cxn ang="0">
                  <a:pos x="23" y="16"/>
                </a:cxn>
                <a:cxn ang="0">
                  <a:pos x="68" y="0"/>
                </a:cxn>
                <a:cxn ang="0">
                  <a:pos x="68"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alpha val="100000"/>
              </a:schemeClr>
            </a:solidFill>
            <a:ln w="9525">
              <a:noFill/>
            </a:ln>
          </p:spPr>
          <p:txBody>
            <a:bodyPr/>
            <a:lstStyle/>
            <a:p>
              <a:endParaRPr lang="zh-CN" altLang="en-US"/>
            </a:p>
          </p:txBody>
        </p:sp>
        <p:sp>
          <p:nvSpPr>
            <p:cNvPr id="1054" name="Freeform 14"/>
            <p:cNvSpPr/>
            <p:nvPr userDrawn="1"/>
          </p:nvSpPr>
          <p:spPr>
            <a:xfrm>
              <a:off x="129" y="3808"/>
              <a:ext cx="525" cy="374"/>
            </a:xfrm>
            <a:custGeom>
              <a:avLst/>
              <a:gdLst/>
              <a:ahLst/>
              <a:cxnLst>
                <a:cxn ang="0">
                  <a:pos x="0" y="163"/>
                </a:cxn>
                <a:cxn ang="0">
                  <a:pos x="461" y="374"/>
                </a:cxn>
                <a:cxn ang="0">
                  <a:pos x="470" y="267"/>
                </a:cxn>
                <a:cxn ang="0">
                  <a:pos x="525" y="211"/>
                </a:cxn>
                <a:cxn ang="0">
                  <a:pos x="39" y="0"/>
                </a:cxn>
                <a:cxn ang="0">
                  <a:pos x="0" y="64"/>
                </a:cxn>
                <a:cxn ang="0">
                  <a:pos x="0" y="163"/>
                </a:cxn>
                <a:cxn ang="0">
                  <a:pos x="0" y="163"/>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a:p>
          </p:txBody>
        </p:sp>
        <p:sp>
          <p:nvSpPr>
            <p:cNvPr id="1055" name="Freeform 15"/>
            <p:cNvSpPr/>
            <p:nvPr userDrawn="1"/>
          </p:nvSpPr>
          <p:spPr>
            <a:xfrm>
              <a:off x="485" y="3532"/>
              <a:ext cx="135" cy="121"/>
            </a:xfrm>
            <a:custGeom>
              <a:avLst/>
              <a:gdLst/>
              <a:ahLst/>
              <a:cxnLst>
                <a:cxn ang="0">
                  <a:pos x="0" y="14"/>
                </a:cxn>
                <a:cxn ang="0">
                  <a:pos x="79" y="0"/>
                </a:cxn>
                <a:cxn ang="0">
                  <a:pos x="125" y="18"/>
                </a:cxn>
                <a:cxn ang="0">
                  <a:pos x="135" y="70"/>
                </a:cxn>
                <a:cxn ang="0">
                  <a:pos x="81" y="73"/>
                </a:cxn>
                <a:cxn ang="0">
                  <a:pos x="16" y="121"/>
                </a:cxn>
                <a:cxn ang="0">
                  <a:pos x="0" y="14"/>
                </a:cxn>
                <a:cxn ang="0">
                  <a:pos x="0" y="14"/>
                </a:cxn>
              </a:cxnLst>
              <a:rect l="0" t="0" r="0" b="0"/>
              <a:pathLst>
                <a:path w="272" h="241">
                  <a:moveTo>
                    <a:pt x="0" y="28"/>
                  </a:moveTo>
                  <a:lnTo>
                    <a:pt x="160" y="0"/>
                  </a:lnTo>
                  <a:lnTo>
                    <a:pt x="251" y="36"/>
                  </a:lnTo>
                  <a:lnTo>
                    <a:pt x="272" y="139"/>
                  </a:lnTo>
                  <a:lnTo>
                    <a:pt x="164" y="146"/>
                  </a:lnTo>
                  <a:lnTo>
                    <a:pt x="32" y="241"/>
                  </a:lnTo>
                  <a:lnTo>
                    <a:pt x="0" y="28"/>
                  </a:lnTo>
                  <a:lnTo>
                    <a:pt x="0" y="28"/>
                  </a:lnTo>
                  <a:close/>
                </a:path>
              </a:pathLst>
            </a:custGeom>
            <a:solidFill>
              <a:schemeClr val="hlink">
                <a:alpha val="100000"/>
              </a:schemeClr>
            </a:solidFill>
            <a:ln w="9525">
              <a:noFill/>
            </a:ln>
          </p:spPr>
          <p:txBody>
            <a:bodyPr/>
            <a:lstStyle/>
            <a:p>
              <a:endParaRPr lang="zh-CN" altLang="en-US"/>
            </a:p>
          </p:txBody>
        </p:sp>
        <p:sp>
          <p:nvSpPr>
            <p:cNvPr id="1056" name="Freeform 16"/>
            <p:cNvSpPr/>
            <p:nvPr userDrawn="1"/>
          </p:nvSpPr>
          <p:spPr>
            <a:xfrm>
              <a:off x="641" y="4163"/>
              <a:ext cx="76" cy="112"/>
            </a:xfrm>
            <a:custGeom>
              <a:avLst/>
              <a:gdLst/>
              <a:ahLst/>
              <a:cxnLst>
                <a:cxn ang="0">
                  <a:pos x="76" y="2"/>
                </a:cxn>
                <a:cxn ang="0">
                  <a:pos x="76" y="112"/>
                </a:cxn>
                <a:cxn ang="0">
                  <a:pos x="0" y="4"/>
                </a:cxn>
                <a:cxn ang="0">
                  <a:pos x="36" y="0"/>
                </a:cxn>
                <a:cxn ang="0">
                  <a:pos x="76" y="2"/>
                </a:cxn>
                <a:cxn ang="0">
                  <a:pos x="76" y="2"/>
                </a:cxn>
              </a:cxnLst>
              <a:rect l="0" t="0" r="0" b="0"/>
              <a:pathLst>
                <a:path w="152" h="224">
                  <a:moveTo>
                    <a:pt x="152" y="4"/>
                  </a:moveTo>
                  <a:lnTo>
                    <a:pt x="152" y="224"/>
                  </a:lnTo>
                  <a:lnTo>
                    <a:pt x="0" y="8"/>
                  </a:lnTo>
                  <a:lnTo>
                    <a:pt x="72" y="0"/>
                  </a:lnTo>
                  <a:lnTo>
                    <a:pt x="152" y="4"/>
                  </a:lnTo>
                  <a:lnTo>
                    <a:pt x="152" y="4"/>
                  </a:lnTo>
                  <a:close/>
                </a:path>
              </a:pathLst>
            </a:custGeom>
            <a:solidFill>
              <a:schemeClr val="hlink">
                <a:alpha val="100000"/>
              </a:schemeClr>
            </a:solidFill>
            <a:ln w="9525">
              <a:noFill/>
            </a:ln>
          </p:spPr>
          <p:txBody>
            <a:bodyPr/>
            <a:lstStyle/>
            <a:p>
              <a:endParaRPr lang="zh-CN" altLang="en-US"/>
            </a:p>
          </p:txBody>
        </p:sp>
        <p:sp>
          <p:nvSpPr>
            <p:cNvPr id="1057" name="Freeform 17"/>
            <p:cNvSpPr/>
            <p:nvPr userDrawn="1"/>
          </p:nvSpPr>
          <p:spPr>
            <a:xfrm>
              <a:off x="504" y="3607"/>
              <a:ext cx="193" cy="383"/>
            </a:xfrm>
            <a:custGeom>
              <a:avLst/>
              <a:gdLst/>
              <a:ahLst/>
              <a:cxnLst>
                <a:cxn ang="0">
                  <a:pos x="0" y="40"/>
                </a:cxn>
                <a:cxn ang="0">
                  <a:pos x="44" y="0"/>
                </a:cxn>
                <a:cxn ang="0">
                  <a:pos x="116" y="3"/>
                </a:cxn>
                <a:cxn ang="0">
                  <a:pos x="193" y="383"/>
                </a:cxn>
                <a:cxn ang="0">
                  <a:pos x="140" y="361"/>
                </a:cxn>
                <a:cxn ang="0">
                  <a:pos x="76" y="339"/>
                </a:cxn>
                <a:cxn ang="0">
                  <a:pos x="0" y="40"/>
                </a:cxn>
                <a:cxn ang="0">
                  <a:pos x="0" y="40"/>
                </a:cxn>
              </a:cxnLst>
              <a:rect l="0" t="0" r="0" b="0"/>
              <a:pathLst>
                <a:path w="386" h="764">
                  <a:moveTo>
                    <a:pt x="0" y="80"/>
                  </a:moveTo>
                  <a:lnTo>
                    <a:pt x="87" y="0"/>
                  </a:lnTo>
                  <a:lnTo>
                    <a:pt x="232" y="6"/>
                  </a:lnTo>
                  <a:lnTo>
                    <a:pt x="386" y="764"/>
                  </a:lnTo>
                  <a:lnTo>
                    <a:pt x="279" y="720"/>
                  </a:lnTo>
                  <a:lnTo>
                    <a:pt x="152" y="677"/>
                  </a:lnTo>
                  <a:lnTo>
                    <a:pt x="0" y="80"/>
                  </a:lnTo>
                  <a:lnTo>
                    <a:pt x="0" y="80"/>
                  </a:lnTo>
                  <a:close/>
                </a:path>
              </a:pathLst>
            </a:custGeom>
            <a:solidFill>
              <a:schemeClr val="bg2">
                <a:alpha val="100000"/>
              </a:schemeClr>
            </a:solidFill>
            <a:ln w="9525">
              <a:noFill/>
            </a:ln>
          </p:spPr>
          <p:txBody>
            <a:bodyPr/>
            <a:lstStyle/>
            <a:p>
              <a:endParaRPr lang="zh-CN" altLang="en-US"/>
            </a:p>
          </p:txBody>
        </p:sp>
        <p:sp>
          <p:nvSpPr>
            <p:cNvPr id="1058" name="Freeform 18"/>
            <p:cNvSpPr/>
            <p:nvPr userDrawn="1"/>
          </p:nvSpPr>
          <p:spPr>
            <a:xfrm>
              <a:off x="668" y="3590"/>
              <a:ext cx="364" cy="174"/>
            </a:xfrm>
            <a:custGeom>
              <a:avLst/>
              <a:gdLst/>
              <a:ahLst/>
              <a:cxnLst>
                <a:cxn ang="0">
                  <a:pos x="346" y="0"/>
                </a:cxn>
                <a:cxn ang="0">
                  <a:pos x="0" y="53"/>
                </a:cxn>
                <a:cxn ang="0">
                  <a:pos x="14" y="174"/>
                </a:cxn>
                <a:cxn ang="0">
                  <a:pos x="358" y="119"/>
                </a:cxn>
                <a:cxn ang="0">
                  <a:pos x="364" y="22"/>
                </a:cxn>
                <a:cxn ang="0">
                  <a:pos x="346" y="0"/>
                </a:cxn>
                <a:cxn ang="0">
                  <a:pos x="346" y="0"/>
                </a:cxn>
              </a:cxnLst>
              <a:rect l="0" t="0" r="0" b="0"/>
              <a:pathLst>
                <a:path w="728" h="348">
                  <a:moveTo>
                    <a:pt x="692" y="0"/>
                  </a:moveTo>
                  <a:lnTo>
                    <a:pt x="0" y="106"/>
                  </a:lnTo>
                  <a:lnTo>
                    <a:pt x="28" y="348"/>
                  </a:lnTo>
                  <a:lnTo>
                    <a:pt x="715" y="237"/>
                  </a:lnTo>
                  <a:lnTo>
                    <a:pt x="728" y="43"/>
                  </a:lnTo>
                  <a:lnTo>
                    <a:pt x="692" y="0"/>
                  </a:lnTo>
                  <a:lnTo>
                    <a:pt x="692" y="0"/>
                  </a:lnTo>
                  <a:close/>
                </a:path>
              </a:pathLst>
            </a:custGeom>
            <a:solidFill>
              <a:schemeClr val="bg2">
                <a:alpha val="100000"/>
              </a:schemeClr>
            </a:solidFill>
            <a:ln w="9525">
              <a:noFill/>
            </a:ln>
          </p:spPr>
          <p:txBody>
            <a:bodyPr/>
            <a:lstStyle/>
            <a:p>
              <a:endParaRPr lang="zh-CN" altLang="en-US"/>
            </a:p>
          </p:txBody>
        </p:sp>
        <p:sp>
          <p:nvSpPr>
            <p:cNvPr id="1059" name="Freeform 19"/>
            <p:cNvSpPr/>
            <p:nvPr userDrawn="1"/>
          </p:nvSpPr>
          <p:spPr>
            <a:xfrm>
              <a:off x="347" y="3693"/>
              <a:ext cx="156" cy="67"/>
            </a:xfrm>
            <a:custGeom>
              <a:avLst/>
              <a:gdLst/>
              <a:ahLst/>
              <a:cxnLst>
                <a:cxn ang="0">
                  <a:pos x="136" y="0"/>
                </a:cxn>
                <a:cxn ang="0">
                  <a:pos x="0" y="39"/>
                </a:cxn>
                <a:cxn ang="0">
                  <a:pos x="156" y="67"/>
                </a:cxn>
                <a:cxn ang="0">
                  <a:pos x="136" y="0"/>
                </a:cxn>
                <a:cxn ang="0">
                  <a:pos x="136" y="0"/>
                </a:cxn>
              </a:cxnLst>
              <a:rect l="0" t="0" r="0" b="0"/>
              <a:pathLst>
                <a:path w="312" h="135">
                  <a:moveTo>
                    <a:pt x="272" y="0"/>
                  </a:moveTo>
                  <a:lnTo>
                    <a:pt x="0" y="78"/>
                  </a:lnTo>
                  <a:lnTo>
                    <a:pt x="312" y="135"/>
                  </a:lnTo>
                  <a:lnTo>
                    <a:pt x="272" y="0"/>
                  </a:lnTo>
                  <a:lnTo>
                    <a:pt x="272" y="0"/>
                  </a:lnTo>
                  <a:close/>
                </a:path>
              </a:pathLst>
            </a:custGeom>
            <a:solidFill>
              <a:schemeClr val="accent1">
                <a:alpha val="100000"/>
              </a:schemeClr>
            </a:solidFill>
            <a:ln w="9525">
              <a:noFill/>
            </a:ln>
          </p:spPr>
          <p:txBody>
            <a:bodyPr/>
            <a:lstStyle/>
            <a:p>
              <a:endParaRPr lang="zh-CN" altLang="en-US"/>
            </a:p>
          </p:txBody>
        </p:sp>
        <p:grpSp>
          <p:nvGrpSpPr>
            <p:cNvPr id="1060" name="Group 20"/>
            <p:cNvGrpSpPr/>
            <p:nvPr userDrawn="1"/>
          </p:nvGrpSpPr>
          <p:grpSpPr>
            <a:xfrm>
              <a:off x="5" y="3490"/>
              <a:ext cx="1124" cy="780"/>
              <a:chOff x="5" y="3490"/>
              <a:chExt cx="1124" cy="780"/>
            </a:xfrm>
          </p:grpSpPr>
          <p:grpSp>
            <p:nvGrpSpPr>
              <p:cNvPr id="1061" name="Group 21"/>
              <p:cNvGrpSpPr/>
              <p:nvPr userDrawn="1"/>
            </p:nvGrpSpPr>
            <p:grpSpPr>
              <a:xfrm>
                <a:off x="499" y="3562"/>
                <a:ext cx="548" cy="708"/>
                <a:chOff x="499" y="3562"/>
                <a:chExt cx="548" cy="708"/>
              </a:xfrm>
            </p:grpSpPr>
            <p:sp>
              <p:nvSpPr>
                <p:cNvPr id="1074" name="Freeform 22"/>
                <p:cNvSpPr/>
                <p:nvPr userDrawn="1"/>
              </p:nvSpPr>
              <p:spPr>
                <a:xfrm>
                  <a:off x="499" y="3587"/>
                  <a:ext cx="157" cy="87"/>
                </a:xfrm>
                <a:custGeom>
                  <a:avLst/>
                  <a:gdLst/>
                  <a:ahLst/>
                  <a:cxnLst>
                    <a:cxn ang="0">
                      <a:pos x="0" y="53"/>
                    </a:cxn>
                    <a:cxn ang="0">
                      <a:pos x="57" y="5"/>
                    </a:cxn>
                    <a:cxn ang="0">
                      <a:pos x="107" y="0"/>
                    </a:cxn>
                    <a:cxn ang="0">
                      <a:pos x="146" y="13"/>
                    </a:cxn>
                    <a:cxn ang="0">
                      <a:pos x="157" y="45"/>
                    </a:cxn>
                    <a:cxn ang="0">
                      <a:pos x="84" y="33"/>
                    </a:cxn>
                    <a:cxn ang="0">
                      <a:pos x="37" y="50"/>
                    </a:cxn>
                    <a:cxn ang="0">
                      <a:pos x="7" y="87"/>
                    </a:cxn>
                    <a:cxn ang="0">
                      <a:pos x="0" y="53"/>
                    </a:cxn>
                    <a:cxn ang="0">
                      <a:pos x="0" y="53"/>
                    </a:cxn>
                  </a:cxnLst>
                  <a:rect l="0" t="0" r="0" b="0"/>
                  <a:pathLst>
                    <a:path w="313" h="175">
                      <a:moveTo>
                        <a:pt x="0" y="107"/>
                      </a:moveTo>
                      <a:lnTo>
                        <a:pt x="114" y="10"/>
                      </a:lnTo>
                      <a:lnTo>
                        <a:pt x="213" y="0"/>
                      </a:lnTo>
                      <a:lnTo>
                        <a:pt x="292" y="27"/>
                      </a:lnTo>
                      <a:lnTo>
                        <a:pt x="313" y="91"/>
                      </a:lnTo>
                      <a:lnTo>
                        <a:pt x="167" y="67"/>
                      </a:lnTo>
                      <a:lnTo>
                        <a:pt x="74" y="101"/>
                      </a:lnTo>
                      <a:lnTo>
                        <a:pt x="13" y="175"/>
                      </a:lnTo>
                      <a:lnTo>
                        <a:pt x="0" y="107"/>
                      </a:lnTo>
                      <a:lnTo>
                        <a:pt x="0" y="107"/>
                      </a:lnTo>
                      <a:close/>
                    </a:path>
                  </a:pathLst>
                </a:custGeom>
                <a:solidFill>
                  <a:schemeClr val="accent2">
                    <a:alpha val="100000"/>
                  </a:schemeClr>
                </a:solidFill>
                <a:ln w="9525">
                  <a:noFill/>
                </a:ln>
              </p:spPr>
              <p:txBody>
                <a:bodyPr/>
                <a:lstStyle/>
                <a:p>
                  <a:endParaRPr lang="zh-CN" altLang="en-US"/>
                </a:p>
              </p:txBody>
            </p:sp>
            <p:sp>
              <p:nvSpPr>
                <p:cNvPr id="1075" name="Freeform 23"/>
                <p:cNvSpPr/>
                <p:nvPr userDrawn="1"/>
              </p:nvSpPr>
              <p:spPr>
                <a:xfrm>
                  <a:off x="636" y="4137"/>
                  <a:ext cx="115" cy="133"/>
                </a:xfrm>
                <a:custGeom>
                  <a:avLst/>
                  <a:gdLst/>
                  <a:ahLst/>
                  <a:cxnLst>
                    <a:cxn ang="0">
                      <a:pos x="0" y="20"/>
                    </a:cxn>
                    <a:cxn ang="0">
                      <a:pos x="80" y="133"/>
                    </a:cxn>
                    <a:cxn ang="0">
                      <a:pos x="115" y="126"/>
                    </a:cxn>
                    <a:cxn ang="0">
                      <a:pos x="112" y="9"/>
                    </a:cxn>
                    <a:cxn ang="0">
                      <a:pos x="83" y="0"/>
                    </a:cxn>
                    <a:cxn ang="0">
                      <a:pos x="90" y="99"/>
                    </a:cxn>
                    <a:cxn ang="0">
                      <a:pos x="36" y="2"/>
                    </a:cxn>
                    <a:cxn ang="0">
                      <a:pos x="0" y="20"/>
                    </a:cxn>
                    <a:cxn ang="0">
                      <a:pos x="0" y="20"/>
                    </a:cxn>
                  </a:cxnLst>
                  <a:rect l="0" t="0" r="0" b="0"/>
                  <a:pathLst>
                    <a:path w="230" h="266">
                      <a:moveTo>
                        <a:pt x="0" y="40"/>
                      </a:moveTo>
                      <a:lnTo>
                        <a:pt x="160" y="266"/>
                      </a:lnTo>
                      <a:lnTo>
                        <a:pt x="230" y="251"/>
                      </a:lnTo>
                      <a:lnTo>
                        <a:pt x="223" y="17"/>
                      </a:lnTo>
                      <a:lnTo>
                        <a:pt x="166" y="0"/>
                      </a:lnTo>
                      <a:lnTo>
                        <a:pt x="179" y="197"/>
                      </a:lnTo>
                      <a:lnTo>
                        <a:pt x="71" y="4"/>
                      </a:lnTo>
                      <a:lnTo>
                        <a:pt x="0" y="40"/>
                      </a:lnTo>
                      <a:lnTo>
                        <a:pt x="0" y="40"/>
                      </a:lnTo>
                      <a:close/>
                    </a:path>
                  </a:pathLst>
                </a:custGeom>
                <a:solidFill>
                  <a:schemeClr val="accent2">
                    <a:alpha val="100000"/>
                  </a:schemeClr>
                </a:solidFill>
                <a:ln w="9525">
                  <a:noFill/>
                </a:ln>
              </p:spPr>
              <p:txBody>
                <a:bodyPr/>
                <a:lstStyle/>
                <a:p>
                  <a:endParaRPr lang="zh-CN" altLang="en-US"/>
                </a:p>
              </p:txBody>
            </p:sp>
            <p:sp>
              <p:nvSpPr>
                <p:cNvPr id="1076" name="Freeform 24"/>
                <p:cNvSpPr/>
                <p:nvPr userDrawn="1"/>
              </p:nvSpPr>
              <p:spPr>
                <a:xfrm>
                  <a:off x="1004" y="3562"/>
                  <a:ext cx="43" cy="117"/>
                </a:xfrm>
                <a:custGeom>
                  <a:avLst/>
                  <a:gdLst/>
                  <a:ahLst/>
                  <a:cxnLst>
                    <a:cxn ang="0">
                      <a:pos x="0" y="10"/>
                    </a:cxn>
                    <a:cxn ang="0">
                      <a:pos x="18" y="47"/>
                    </a:cxn>
                    <a:cxn ang="0">
                      <a:pos x="22" y="77"/>
                    </a:cxn>
                    <a:cxn ang="0">
                      <a:pos x="13" y="117"/>
                    </a:cxn>
                    <a:cxn ang="0">
                      <a:pos x="40" y="110"/>
                    </a:cxn>
                    <a:cxn ang="0">
                      <a:pos x="43" y="58"/>
                    </a:cxn>
                    <a:cxn ang="0">
                      <a:pos x="23" y="0"/>
                    </a:cxn>
                    <a:cxn ang="0">
                      <a:pos x="0" y="10"/>
                    </a:cxn>
                    <a:cxn ang="0">
                      <a:pos x="0" y="10"/>
                    </a:cxn>
                  </a:cxnLst>
                  <a:rect l="0" t="0" r="0" b="0"/>
                  <a:pathLst>
                    <a:path w="87" h="234">
                      <a:moveTo>
                        <a:pt x="0" y="19"/>
                      </a:moveTo>
                      <a:lnTo>
                        <a:pt x="36" y="93"/>
                      </a:lnTo>
                      <a:lnTo>
                        <a:pt x="44" y="154"/>
                      </a:lnTo>
                      <a:lnTo>
                        <a:pt x="27" y="234"/>
                      </a:lnTo>
                      <a:lnTo>
                        <a:pt x="80" y="220"/>
                      </a:lnTo>
                      <a:lnTo>
                        <a:pt x="87" y="116"/>
                      </a:lnTo>
                      <a:lnTo>
                        <a:pt x="46" y="0"/>
                      </a:lnTo>
                      <a:lnTo>
                        <a:pt x="0" y="19"/>
                      </a:lnTo>
                      <a:lnTo>
                        <a:pt x="0" y="19"/>
                      </a:lnTo>
                      <a:close/>
                    </a:path>
                  </a:pathLst>
                </a:custGeom>
                <a:solidFill>
                  <a:schemeClr val="accent2">
                    <a:alpha val="100000"/>
                  </a:schemeClr>
                </a:solidFill>
                <a:ln w="9525">
                  <a:noFill/>
                </a:ln>
              </p:spPr>
              <p:txBody>
                <a:bodyPr/>
                <a:lstStyle/>
                <a:p>
                  <a:endParaRPr lang="zh-CN" altLang="en-US"/>
                </a:p>
              </p:txBody>
            </p:sp>
          </p:grpSp>
          <p:sp>
            <p:nvSpPr>
              <p:cNvPr id="1062" name="Freeform 25"/>
              <p:cNvSpPr/>
              <p:nvPr userDrawn="1"/>
            </p:nvSpPr>
            <p:spPr>
              <a:xfrm>
                <a:off x="76" y="3732"/>
                <a:ext cx="595" cy="250"/>
              </a:xfrm>
              <a:custGeom>
                <a:avLst/>
                <a:gdLst/>
                <a:ahLst/>
                <a:cxnLst>
                  <a:cxn ang="0">
                    <a:pos x="50" y="0"/>
                  </a:cxn>
                  <a:cxn ang="0">
                    <a:pos x="595" y="245"/>
                  </a:cxn>
                  <a:cxn ang="0">
                    <a:pos x="538" y="250"/>
                  </a:cxn>
                  <a:cxn ang="0">
                    <a:pos x="0" y="14"/>
                  </a:cxn>
                  <a:cxn ang="0">
                    <a:pos x="50" y="0"/>
                  </a:cxn>
                  <a:cxn ang="0">
                    <a:pos x="50"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a:p>
            </p:txBody>
          </p:sp>
          <p:sp>
            <p:nvSpPr>
              <p:cNvPr id="1063" name="Freeform 26"/>
              <p:cNvSpPr/>
              <p:nvPr userDrawn="1"/>
            </p:nvSpPr>
            <p:spPr>
              <a:xfrm>
                <a:off x="260" y="3886"/>
                <a:ext cx="244" cy="148"/>
              </a:xfrm>
              <a:custGeom>
                <a:avLst/>
                <a:gdLst/>
                <a:ahLst/>
                <a:cxnLst>
                  <a:cxn ang="0">
                    <a:pos x="7" y="17"/>
                  </a:cxn>
                  <a:cxn ang="0">
                    <a:pos x="80" y="33"/>
                  </a:cxn>
                  <a:cxn ang="0">
                    <a:pos x="162" y="69"/>
                  </a:cxn>
                  <a:cxn ang="0">
                    <a:pos x="220" y="122"/>
                  </a:cxn>
                  <a:cxn ang="0">
                    <a:pos x="163" y="115"/>
                  </a:cxn>
                  <a:cxn ang="0">
                    <a:pos x="69" y="73"/>
                  </a:cxn>
                  <a:cxn ang="0">
                    <a:pos x="25" y="40"/>
                  </a:cxn>
                  <a:cxn ang="0">
                    <a:pos x="53" y="82"/>
                  </a:cxn>
                  <a:cxn ang="0">
                    <a:pos x="136" y="135"/>
                  </a:cxn>
                  <a:cxn ang="0">
                    <a:pos x="233" y="148"/>
                  </a:cxn>
                  <a:cxn ang="0">
                    <a:pos x="244" y="112"/>
                  </a:cxn>
                  <a:cxn ang="0">
                    <a:pos x="197" y="60"/>
                  </a:cxn>
                  <a:cxn ang="0">
                    <a:pos x="85" y="9"/>
                  </a:cxn>
                  <a:cxn ang="0">
                    <a:pos x="0" y="0"/>
                  </a:cxn>
                  <a:cxn ang="0">
                    <a:pos x="7" y="17"/>
                  </a:cxn>
                  <a:cxn ang="0">
                    <a:pos x="7" y="17"/>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a:p>
            </p:txBody>
          </p:sp>
          <p:sp>
            <p:nvSpPr>
              <p:cNvPr id="1064" name="Freeform 27"/>
              <p:cNvSpPr/>
              <p:nvPr userDrawn="1"/>
            </p:nvSpPr>
            <p:spPr>
              <a:xfrm>
                <a:off x="565" y="3680"/>
                <a:ext cx="107" cy="238"/>
              </a:xfrm>
              <a:custGeom>
                <a:avLst/>
                <a:gdLst/>
                <a:ahLst/>
                <a:cxnLst>
                  <a:cxn ang="0">
                    <a:pos x="12" y="0"/>
                  </a:cxn>
                  <a:cxn ang="0">
                    <a:pos x="46" y="12"/>
                  </a:cxn>
                  <a:cxn ang="0">
                    <a:pos x="40" y="96"/>
                  </a:cxn>
                  <a:cxn ang="0">
                    <a:pos x="53" y="163"/>
                  </a:cxn>
                  <a:cxn ang="0">
                    <a:pos x="107" y="225"/>
                  </a:cxn>
                  <a:cxn ang="0">
                    <a:pos x="49" y="238"/>
                  </a:cxn>
                  <a:cxn ang="0">
                    <a:pos x="15" y="171"/>
                  </a:cxn>
                  <a:cxn ang="0">
                    <a:pos x="0" y="28"/>
                  </a:cxn>
                  <a:cxn ang="0">
                    <a:pos x="12" y="0"/>
                  </a:cxn>
                  <a:cxn ang="0">
                    <a:pos x="12" y="0"/>
                  </a:cxn>
                </a:cxnLst>
                <a:rect l="0" t="0" r="0" b="0"/>
                <a:pathLst>
                  <a:path w="213" h="478">
                    <a:moveTo>
                      <a:pt x="24" y="0"/>
                    </a:moveTo>
                    <a:lnTo>
                      <a:pt x="91" y="25"/>
                    </a:lnTo>
                    <a:lnTo>
                      <a:pt x="80" y="192"/>
                    </a:lnTo>
                    <a:lnTo>
                      <a:pt x="106" y="327"/>
                    </a:lnTo>
                    <a:lnTo>
                      <a:pt x="213" y="451"/>
                    </a:lnTo>
                    <a:lnTo>
                      <a:pt x="97" y="478"/>
                    </a:lnTo>
                    <a:lnTo>
                      <a:pt x="30" y="344"/>
                    </a:lnTo>
                    <a:lnTo>
                      <a:pt x="0" y="57"/>
                    </a:lnTo>
                    <a:lnTo>
                      <a:pt x="24" y="0"/>
                    </a:lnTo>
                    <a:lnTo>
                      <a:pt x="24" y="0"/>
                    </a:lnTo>
                    <a:close/>
                  </a:path>
                </a:pathLst>
              </a:custGeom>
              <a:solidFill>
                <a:schemeClr val="accent2">
                  <a:alpha val="100000"/>
                </a:schemeClr>
              </a:solidFill>
              <a:ln w="9525">
                <a:noFill/>
              </a:ln>
            </p:spPr>
            <p:txBody>
              <a:bodyPr/>
              <a:lstStyle/>
              <a:p>
                <a:endParaRPr lang="zh-CN" altLang="en-US"/>
              </a:p>
            </p:txBody>
          </p:sp>
          <p:grpSp>
            <p:nvGrpSpPr>
              <p:cNvPr id="1065" name="Group 28"/>
              <p:cNvGrpSpPr/>
              <p:nvPr userDrawn="1"/>
            </p:nvGrpSpPr>
            <p:grpSpPr>
              <a:xfrm>
                <a:off x="5" y="3490"/>
                <a:ext cx="1124" cy="678"/>
                <a:chOff x="5" y="3490"/>
                <a:chExt cx="1124" cy="678"/>
              </a:xfrm>
            </p:grpSpPr>
            <p:sp>
              <p:nvSpPr>
                <p:cNvPr id="1066" name="Freeform 29"/>
                <p:cNvSpPr/>
                <p:nvPr userDrawn="1"/>
              </p:nvSpPr>
              <p:spPr>
                <a:xfrm>
                  <a:off x="669" y="4048"/>
                  <a:ext cx="75" cy="87"/>
                </a:xfrm>
                <a:custGeom>
                  <a:avLst/>
                  <a:gdLst/>
                  <a:ahLst/>
                  <a:cxnLst>
                    <a:cxn ang="0">
                      <a:pos x="55" y="0"/>
                    </a:cxn>
                    <a:cxn ang="0">
                      <a:pos x="20" y="33"/>
                    </a:cxn>
                    <a:cxn ang="0">
                      <a:pos x="0" y="87"/>
                    </a:cxn>
                    <a:cxn ang="0">
                      <a:pos x="40" y="80"/>
                    </a:cxn>
                    <a:cxn ang="0">
                      <a:pos x="52" y="42"/>
                    </a:cxn>
                    <a:cxn ang="0">
                      <a:pos x="75" y="14"/>
                    </a:cxn>
                    <a:cxn ang="0">
                      <a:pos x="55" y="0"/>
                    </a:cxn>
                    <a:cxn ang="0">
                      <a:pos x="55"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a:p>
              </p:txBody>
            </p:sp>
            <p:sp>
              <p:nvSpPr>
                <p:cNvPr id="1067" name="Freeform 30"/>
                <p:cNvSpPr/>
                <p:nvPr userDrawn="1"/>
              </p:nvSpPr>
              <p:spPr>
                <a:xfrm>
                  <a:off x="5" y="3728"/>
                  <a:ext cx="842" cy="440"/>
                </a:xfrm>
                <a:custGeom>
                  <a:avLst/>
                  <a:gdLst/>
                  <a:ahLst/>
                  <a:cxnLst>
                    <a:cxn ang="0">
                      <a:pos x="78" y="0"/>
                    </a:cxn>
                    <a:cxn ang="0">
                      <a:pos x="32" y="26"/>
                    </a:cxn>
                    <a:cxn ang="0">
                      <a:pos x="0" y="104"/>
                    </a:cxn>
                    <a:cxn ang="0">
                      <a:pos x="34" y="179"/>
                    </a:cxn>
                    <a:cxn ang="0">
                      <a:pos x="591" y="434"/>
                    </a:cxn>
                    <a:cxn ang="0">
                      <a:pos x="711" y="418"/>
                    </a:cxn>
                    <a:cxn ang="0">
                      <a:pos x="808" y="440"/>
                    </a:cxn>
                    <a:cxn ang="0">
                      <a:pos x="842" y="404"/>
                    </a:cxn>
                    <a:cxn ang="0">
                      <a:pos x="751" y="332"/>
                    </a:cxn>
                    <a:cxn ang="0">
                      <a:pos x="714" y="256"/>
                    </a:cxn>
                    <a:cxn ang="0">
                      <a:pos x="685" y="264"/>
                    </a:cxn>
                    <a:cxn ang="0">
                      <a:pos x="720" y="332"/>
                    </a:cxn>
                    <a:cxn ang="0">
                      <a:pos x="789" y="405"/>
                    </a:cxn>
                    <a:cxn ang="0">
                      <a:pos x="707" y="394"/>
                    </a:cxn>
                    <a:cxn ang="0">
                      <a:pos x="610" y="407"/>
                    </a:cxn>
                    <a:cxn ang="0">
                      <a:pos x="628" y="325"/>
                    </a:cxn>
                    <a:cxn ang="0">
                      <a:pos x="669" y="269"/>
                    </a:cxn>
                    <a:cxn ang="0">
                      <a:pos x="621" y="276"/>
                    </a:cxn>
                    <a:cxn ang="0">
                      <a:pos x="583" y="329"/>
                    </a:cxn>
                    <a:cxn ang="0">
                      <a:pos x="570" y="396"/>
                    </a:cxn>
                    <a:cxn ang="0">
                      <a:pos x="54" y="155"/>
                    </a:cxn>
                    <a:cxn ang="0">
                      <a:pos x="40" y="108"/>
                    </a:cxn>
                    <a:cxn ang="0">
                      <a:pos x="52" y="48"/>
                    </a:cxn>
                    <a:cxn ang="0">
                      <a:pos x="109" y="0"/>
                    </a:cxn>
                    <a:cxn ang="0">
                      <a:pos x="78" y="0"/>
                    </a:cxn>
                    <a:cxn ang="0">
                      <a:pos x="78"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a:p>
              </p:txBody>
            </p:sp>
            <p:sp>
              <p:nvSpPr>
                <p:cNvPr id="1068" name="Freeform 31"/>
                <p:cNvSpPr/>
                <p:nvPr userDrawn="1"/>
              </p:nvSpPr>
              <p:spPr>
                <a:xfrm>
                  <a:off x="106" y="3770"/>
                  <a:ext cx="80" cy="167"/>
                </a:xfrm>
                <a:custGeom>
                  <a:avLst/>
                  <a:gdLst/>
                  <a:ahLst/>
                  <a:cxnLst>
                    <a:cxn ang="0">
                      <a:pos x="58" y="0"/>
                    </a:cxn>
                    <a:cxn ang="0">
                      <a:pos x="10" y="53"/>
                    </a:cxn>
                    <a:cxn ang="0">
                      <a:pos x="0" y="115"/>
                    </a:cxn>
                    <a:cxn ang="0">
                      <a:pos x="17" y="157"/>
                    </a:cxn>
                    <a:cxn ang="0">
                      <a:pos x="47" y="167"/>
                    </a:cxn>
                    <a:cxn ang="0">
                      <a:pos x="38" y="77"/>
                    </a:cxn>
                    <a:cxn ang="0">
                      <a:pos x="80" y="8"/>
                    </a:cxn>
                    <a:cxn ang="0">
                      <a:pos x="58" y="0"/>
                    </a:cxn>
                    <a:cxn ang="0">
                      <a:pos x="58"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a:p>
              </p:txBody>
            </p:sp>
            <p:sp>
              <p:nvSpPr>
                <p:cNvPr id="1069" name="Freeform 32"/>
                <p:cNvSpPr/>
                <p:nvPr userDrawn="1"/>
              </p:nvSpPr>
              <p:spPr>
                <a:xfrm>
                  <a:off x="449" y="3490"/>
                  <a:ext cx="322" cy="594"/>
                </a:xfrm>
                <a:custGeom>
                  <a:avLst/>
                  <a:gdLst/>
                  <a:ahLst/>
                  <a:cxnLst>
                    <a:cxn ang="0">
                      <a:pos x="109" y="448"/>
                    </a:cxn>
                    <a:cxn ang="0">
                      <a:pos x="0" y="62"/>
                    </a:cxn>
                    <a:cxn ang="0">
                      <a:pos x="41" y="19"/>
                    </a:cxn>
                    <a:cxn ang="0">
                      <a:pos x="129" y="0"/>
                    </a:cxn>
                    <a:cxn ang="0">
                      <a:pos x="200" y="29"/>
                    </a:cxn>
                    <a:cxn ang="0">
                      <a:pos x="322" y="594"/>
                    </a:cxn>
                    <a:cxn ang="0">
                      <a:pos x="278" y="546"/>
                    </a:cxn>
                    <a:cxn ang="0">
                      <a:pos x="178" y="49"/>
                    </a:cxn>
                    <a:cxn ang="0">
                      <a:pos x="113" y="31"/>
                    </a:cxn>
                    <a:cxn ang="0">
                      <a:pos x="60" y="37"/>
                    </a:cxn>
                    <a:cxn ang="0">
                      <a:pos x="38" y="71"/>
                    </a:cxn>
                    <a:cxn ang="0">
                      <a:pos x="153" y="462"/>
                    </a:cxn>
                    <a:cxn ang="0">
                      <a:pos x="109" y="448"/>
                    </a:cxn>
                    <a:cxn ang="0">
                      <a:pos x="109" y="448"/>
                    </a:cxn>
                  </a:cxnLst>
                  <a:rect l="0" t="0" r="0" b="0"/>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lnTo>
                        <a:pt x="218" y="896"/>
                      </a:lnTo>
                      <a:close/>
                    </a:path>
                  </a:pathLst>
                </a:custGeom>
                <a:solidFill>
                  <a:schemeClr val="accent2">
                    <a:alpha val="100000"/>
                  </a:schemeClr>
                </a:solidFill>
                <a:ln w="9525">
                  <a:noFill/>
                </a:ln>
              </p:spPr>
              <p:txBody>
                <a:bodyPr/>
                <a:lstStyle/>
                <a:p>
                  <a:endParaRPr lang="zh-CN" altLang="en-US"/>
                </a:p>
              </p:txBody>
            </p:sp>
            <p:sp>
              <p:nvSpPr>
                <p:cNvPr id="1070" name="Freeform 33"/>
                <p:cNvSpPr/>
                <p:nvPr userDrawn="1"/>
              </p:nvSpPr>
              <p:spPr>
                <a:xfrm>
                  <a:off x="578" y="3650"/>
                  <a:ext cx="96" cy="252"/>
                </a:xfrm>
                <a:custGeom>
                  <a:avLst/>
                  <a:gdLst/>
                  <a:ahLst/>
                  <a:cxnLst>
                    <a:cxn ang="0">
                      <a:pos x="0" y="14"/>
                    </a:cxn>
                    <a:cxn ang="0">
                      <a:pos x="38" y="97"/>
                    </a:cxn>
                    <a:cxn ang="0">
                      <a:pos x="57" y="159"/>
                    </a:cxn>
                    <a:cxn ang="0">
                      <a:pos x="58" y="252"/>
                    </a:cxn>
                    <a:cxn ang="0">
                      <a:pos x="96" y="252"/>
                    </a:cxn>
                    <a:cxn ang="0">
                      <a:pos x="94" y="180"/>
                    </a:cxn>
                    <a:cxn ang="0">
                      <a:pos x="81" y="104"/>
                    </a:cxn>
                    <a:cxn ang="0">
                      <a:pos x="50" y="30"/>
                    </a:cxn>
                    <a:cxn ang="0">
                      <a:pos x="32" y="0"/>
                    </a:cxn>
                    <a:cxn ang="0">
                      <a:pos x="0" y="14"/>
                    </a:cxn>
                    <a:cxn ang="0">
                      <a:pos x="0" y="14"/>
                    </a:cxn>
                  </a:cxnLst>
                  <a:rect l="0" t="0" r="0" b="0"/>
                  <a:pathLst>
                    <a:path w="192" h="504">
                      <a:moveTo>
                        <a:pt x="0" y="27"/>
                      </a:moveTo>
                      <a:lnTo>
                        <a:pt x="76" y="194"/>
                      </a:lnTo>
                      <a:lnTo>
                        <a:pt x="113" y="318"/>
                      </a:lnTo>
                      <a:lnTo>
                        <a:pt x="116" y="504"/>
                      </a:lnTo>
                      <a:lnTo>
                        <a:pt x="192" y="504"/>
                      </a:lnTo>
                      <a:lnTo>
                        <a:pt x="187" y="360"/>
                      </a:lnTo>
                      <a:lnTo>
                        <a:pt x="162" y="208"/>
                      </a:lnTo>
                      <a:lnTo>
                        <a:pt x="99" y="59"/>
                      </a:lnTo>
                      <a:lnTo>
                        <a:pt x="63" y="0"/>
                      </a:lnTo>
                      <a:lnTo>
                        <a:pt x="0" y="27"/>
                      </a:lnTo>
                      <a:lnTo>
                        <a:pt x="0" y="27"/>
                      </a:lnTo>
                      <a:close/>
                    </a:path>
                  </a:pathLst>
                </a:custGeom>
                <a:solidFill>
                  <a:schemeClr val="accent2">
                    <a:alpha val="100000"/>
                  </a:schemeClr>
                </a:solidFill>
                <a:ln w="9525">
                  <a:noFill/>
                </a:ln>
              </p:spPr>
              <p:txBody>
                <a:bodyPr/>
                <a:lstStyle/>
                <a:p>
                  <a:endParaRPr lang="zh-CN" altLang="en-US"/>
                </a:p>
              </p:txBody>
            </p:sp>
            <p:sp>
              <p:nvSpPr>
                <p:cNvPr id="1071" name="Freeform 34"/>
                <p:cNvSpPr/>
                <p:nvPr userDrawn="1"/>
              </p:nvSpPr>
              <p:spPr>
                <a:xfrm>
                  <a:off x="328" y="3630"/>
                  <a:ext cx="195" cy="135"/>
                </a:xfrm>
                <a:custGeom>
                  <a:avLst/>
                  <a:gdLst/>
                  <a:ahLst/>
                  <a:cxnLst>
                    <a:cxn ang="0">
                      <a:pos x="149" y="0"/>
                    </a:cxn>
                    <a:cxn ang="0">
                      <a:pos x="129" y="9"/>
                    </a:cxn>
                    <a:cxn ang="0">
                      <a:pos x="127" y="33"/>
                    </a:cxn>
                    <a:cxn ang="0">
                      <a:pos x="0" y="85"/>
                    </a:cxn>
                    <a:cxn ang="0">
                      <a:pos x="0" y="111"/>
                    </a:cxn>
                    <a:cxn ang="0">
                      <a:pos x="142" y="113"/>
                    </a:cxn>
                    <a:cxn ang="0">
                      <a:pos x="160" y="135"/>
                    </a:cxn>
                    <a:cxn ang="0">
                      <a:pos x="195" y="133"/>
                    </a:cxn>
                    <a:cxn ang="0">
                      <a:pos x="192" y="95"/>
                    </a:cxn>
                    <a:cxn ang="0">
                      <a:pos x="58" y="88"/>
                    </a:cxn>
                    <a:cxn ang="0">
                      <a:pos x="167" y="45"/>
                    </a:cxn>
                    <a:cxn ang="0">
                      <a:pos x="149" y="0"/>
                    </a:cxn>
                    <a:cxn ang="0">
                      <a:pos x="149" y="0"/>
                    </a:cxn>
                  </a:cxnLst>
                  <a:rect l="0" t="0" r="0" b="0"/>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lnTo>
                        <a:pt x="297" y="0"/>
                      </a:lnTo>
                      <a:close/>
                    </a:path>
                  </a:pathLst>
                </a:custGeom>
                <a:solidFill>
                  <a:schemeClr val="accent2">
                    <a:alpha val="100000"/>
                  </a:schemeClr>
                </a:solidFill>
                <a:ln w="9525">
                  <a:noFill/>
                </a:ln>
              </p:spPr>
              <p:txBody>
                <a:bodyPr/>
                <a:lstStyle/>
                <a:p>
                  <a:endParaRPr lang="zh-CN" altLang="en-US"/>
                </a:p>
              </p:txBody>
            </p:sp>
            <p:sp>
              <p:nvSpPr>
                <p:cNvPr id="1072" name="Freeform 35"/>
                <p:cNvSpPr/>
                <p:nvPr userDrawn="1"/>
              </p:nvSpPr>
              <p:spPr>
                <a:xfrm>
                  <a:off x="658" y="3538"/>
                  <a:ext cx="471" cy="212"/>
                </a:xfrm>
                <a:custGeom>
                  <a:avLst/>
                  <a:gdLst/>
                  <a:ahLst/>
                  <a:cxnLst>
                    <a:cxn ang="0">
                      <a:pos x="0" y="66"/>
                    </a:cxn>
                    <a:cxn ang="0">
                      <a:pos x="432" y="0"/>
                    </a:cxn>
                    <a:cxn ang="0">
                      <a:pos x="463" y="39"/>
                    </a:cxn>
                    <a:cxn ang="0">
                      <a:pos x="471" y="91"/>
                    </a:cxn>
                    <a:cxn ang="0">
                      <a:pos x="452" y="141"/>
                    </a:cxn>
                    <a:cxn ang="0">
                      <a:pos x="29" y="212"/>
                    </a:cxn>
                    <a:cxn ang="0">
                      <a:pos x="27" y="192"/>
                    </a:cxn>
                    <a:cxn ang="0">
                      <a:pos x="432" y="121"/>
                    </a:cxn>
                    <a:cxn ang="0">
                      <a:pos x="447" y="73"/>
                    </a:cxn>
                    <a:cxn ang="0">
                      <a:pos x="420" y="29"/>
                    </a:cxn>
                    <a:cxn ang="0">
                      <a:pos x="0" y="93"/>
                    </a:cxn>
                    <a:cxn ang="0">
                      <a:pos x="0" y="66"/>
                    </a:cxn>
                    <a:cxn ang="0">
                      <a:pos x="0" y="66"/>
                    </a:cxn>
                  </a:cxnLst>
                  <a:rect l="0" t="0" r="0" b="0"/>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lnTo>
                        <a:pt x="0" y="131"/>
                      </a:lnTo>
                      <a:close/>
                    </a:path>
                  </a:pathLst>
                </a:custGeom>
                <a:solidFill>
                  <a:schemeClr val="accent2">
                    <a:alpha val="100000"/>
                  </a:schemeClr>
                </a:solidFill>
                <a:ln w="9525">
                  <a:noFill/>
                </a:ln>
              </p:spPr>
              <p:txBody>
                <a:bodyPr/>
                <a:lstStyle/>
                <a:p>
                  <a:endParaRPr lang="zh-CN" altLang="en-US"/>
                </a:p>
              </p:txBody>
            </p:sp>
            <p:sp>
              <p:nvSpPr>
                <p:cNvPr id="1073" name="Freeform 36"/>
                <p:cNvSpPr/>
                <p:nvPr userDrawn="1"/>
              </p:nvSpPr>
              <p:spPr>
                <a:xfrm>
                  <a:off x="717" y="3606"/>
                  <a:ext cx="245" cy="86"/>
                </a:xfrm>
                <a:custGeom>
                  <a:avLst/>
                  <a:gdLst/>
                  <a:ahLst/>
                  <a:cxnLst>
                    <a:cxn ang="0">
                      <a:pos x="0" y="63"/>
                    </a:cxn>
                    <a:cxn ang="0">
                      <a:pos x="33" y="86"/>
                    </a:cxn>
                    <a:cxn ang="0">
                      <a:pos x="111" y="83"/>
                    </a:cxn>
                    <a:cxn ang="0">
                      <a:pos x="210" y="58"/>
                    </a:cxn>
                    <a:cxn ang="0">
                      <a:pos x="245" y="21"/>
                    </a:cxn>
                    <a:cxn ang="0">
                      <a:pos x="222" y="1"/>
                    </a:cxn>
                    <a:cxn ang="0">
                      <a:pos x="127" y="0"/>
                    </a:cxn>
                    <a:cxn ang="0">
                      <a:pos x="55" y="6"/>
                    </a:cxn>
                    <a:cxn ang="0">
                      <a:pos x="8" y="38"/>
                    </a:cxn>
                    <a:cxn ang="0">
                      <a:pos x="56" y="47"/>
                    </a:cxn>
                    <a:cxn ang="0">
                      <a:pos x="138" y="26"/>
                    </a:cxn>
                    <a:cxn ang="0">
                      <a:pos x="209" y="26"/>
                    </a:cxn>
                    <a:cxn ang="0">
                      <a:pos x="135" y="55"/>
                    </a:cxn>
                    <a:cxn ang="0">
                      <a:pos x="71" y="63"/>
                    </a:cxn>
                    <a:cxn ang="0">
                      <a:pos x="0" y="63"/>
                    </a:cxn>
                    <a:cxn ang="0">
                      <a:pos x="0" y="63"/>
                    </a:cxn>
                  </a:cxnLst>
                  <a:rect l="0" t="0" r="0" b="0"/>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lnTo>
                        <a:pt x="0" y="126"/>
                      </a:lnTo>
                      <a:close/>
                    </a:path>
                  </a:pathLst>
                </a:custGeom>
                <a:solidFill>
                  <a:schemeClr val="accent2">
                    <a:alpha val="100000"/>
                  </a:schemeClr>
                </a:solidFill>
                <a:ln w="9525">
                  <a:noFill/>
                </a:ln>
              </p:spPr>
              <p:txBody>
                <a:bodyPr/>
                <a:lstStyle/>
                <a:p>
                  <a:endParaRPr lang="zh-CN" altLang="en-US"/>
                </a:p>
              </p:txBody>
            </p:sp>
          </p:grpSp>
        </p:grpSp>
      </p:grpSp>
      <p:grpSp>
        <p:nvGrpSpPr>
          <p:cNvPr id="1035" name="Group 37"/>
          <p:cNvGrpSpPr/>
          <p:nvPr/>
        </p:nvGrpSpPr>
        <p:grpSpPr>
          <a:xfrm>
            <a:off x="8680450" y="2116138"/>
            <a:ext cx="385763" cy="4308475"/>
            <a:chOff x="5468" y="1333"/>
            <a:chExt cx="243" cy="2714"/>
          </a:xfrm>
        </p:grpSpPr>
        <p:sp>
          <p:nvSpPr>
            <p:cNvPr id="1049" name="Freeform 38"/>
            <p:cNvSpPr/>
            <p:nvPr userDrawn="1"/>
          </p:nvSpPr>
          <p:spPr>
            <a:xfrm flipH="1">
              <a:off x="5468" y="2620"/>
              <a:ext cx="205" cy="1427"/>
            </a:xfrm>
            <a:custGeom>
              <a:avLst/>
              <a:gdLst/>
              <a:ahLst/>
              <a:cxnLst>
                <a:cxn ang="0">
                  <a:pos x="184" y="1379"/>
                </a:cxn>
                <a:cxn ang="0">
                  <a:pos x="101" y="1287"/>
                </a:cxn>
                <a:cxn ang="0">
                  <a:pos x="85" y="1216"/>
                </a:cxn>
                <a:cxn ang="0">
                  <a:pos x="99" y="1111"/>
                </a:cxn>
                <a:cxn ang="0">
                  <a:pos x="157" y="984"/>
                </a:cxn>
                <a:cxn ang="0">
                  <a:pos x="170" y="904"/>
                </a:cxn>
                <a:cxn ang="0">
                  <a:pos x="157" y="851"/>
                </a:cxn>
                <a:cxn ang="0">
                  <a:pos x="106" y="812"/>
                </a:cxn>
                <a:cxn ang="0">
                  <a:pos x="96" y="763"/>
                </a:cxn>
                <a:cxn ang="0">
                  <a:pos x="114" y="693"/>
                </a:cxn>
                <a:cxn ang="0">
                  <a:pos x="197" y="505"/>
                </a:cxn>
                <a:cxn ang="0">
                  <a:pos x="205" y="413"/>
                </a:cxn>
                <a:cxn ang="0">
                  <a:pos x="184" y="312"/>
                </a:cxn>
                <a:cxn ang="0">
                  <a:pos x="114" y="263"/>
                </a:cxn>
                <a:cxn ang="0">
                  <a:pos x="53" y="184"/>
                </a:cxn>
                <a:cxn ang="0">
                  <a:pos x="0" y="0"/>
                </a:cxn>
                <a:cxn ang="0">
                  <a:pos x="8" y="167"/>
                </a:cxn>
                <a:cxn ang="0">
                  <a:pos x="48" y="267"/>
                </a:cxn>
                <a:cxn ang="0">
                  <a:pos x="101" y="329"/>
                </a:cxn>
                <a:cxn ang="0">
                  <a:pos x="160" y="364"/>
                </a:cxn>
                <a:cxn ang="0">
                  <a:pos x="163" y="456"/>
                </a:cxn>
                <a:cxn ang="0">
                  <a:pos x="133" y="553"/>
                </a:cxn>
                <a:cxn ang="0">
                  <a:pos x="64" y="724"/>
                </a:cxn>
                <a:cxn ang="0">
                  <a:pos x="61" y="834"/>
                </a:cxn>
                <a:cxn ang="0">
                  <a:pos x="125" y="895"/>
                </a:cxn>
                <a:cxn ang="0">
                  <a:pos x="122" y="952"/>
                </a:cxn>
                <a:cxn ang="0">
                  <a:pos x="66" y="1071"/>
                </a:cxn>
                <a:cxn ang="0">
                  <a:pos x="42" y="1185"/>
                </a:cxn>
                <a:cxn ang="0">
                  <a:pos x="64" y="1308"/>
                </a:cxn>
                <a:cxn ang="0">
                  <a:pos x="114" y="1374"/>
                </a:cxn>
                <a:cxn ang="0">
                  <a:pos x="178" y="1427"/>
                </a:cxn>
                <a:cxn ang="0">
                  <a:pos x="184" y="1379"/>
                </a:cxn>
                <a:cxn ang="0">
                  <a:pos x="184" y="1379"/>
                </a:cxn>
              </a:cxnLst>
              <a:rect l="0" t="0" r="0" b="0"/>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alpha val="100000"/>
              </a:schemeClr>
            </a:solidFill>
            <a:ln w="9525">
              <a:noFill/>
            </a:ln>
          </p:spPr>
          <p:txBody>
            <a:bodyPr/>
            <a:lstStyle/>
            <a:p>
              <a:endParaRPr lang="zh-CN" altLang="en-US"/>
            </a:p>
          </p:txBody>
        </p:sp>
        <p:sp>
          <p:nvSpPr>
            <p:cNvPr id="1050" name="Freeform 39"/>
            <p:cNvSpPr/>
            <p:nvPr userDrawn="1"/>
          </p:nvSpPr>
          <p:spPr>
            <a:xfrm flipH="1">
              <a:off x="5506" y="1333"/>
              <a:ext cx="205" cy="1633"/>
            </a:xfrm>
            <a:custGeom>
              <a:avLst/>
              <a:gdLst/>
              <a:ahLst/>
              <a:cxnLst>
                <a:cxn ang="0">
                  <a:pos x="184" y="1578"/>
                </a:cxn>
                <a:cxn ang="0">
                  <a:pos x="101" y="1473"/>
                </a:cxn>
                <a:cxn ang="0">
                  <a:pos x="85" y="1392"/>
                </a:cxn>
                <a:cxn ang="0">
                  <a:pos x="99" y="1271"/>
                </a:cxn>
                <a:cxn ang="0">
                  <a:pos x="157" y="1126"/>
                </a:cxn>
                <a:cxn ang="0">
                  <a:pos x="170" y="1035"/>
                </a:cxn>
                <a:cxn ang="0">
                  <a:pos x="157" y="974"/>
                </a:cxn>
                <a:cxn ang="0">
                  <a:pos x="106" y="930"/>
                </a:cxn>
                <a:cxn ang="0">
                  <a:pos x="96" y="874"/>
                </a:cxn>
                <a:cxn ang="0">
                  <a:pos x="114" y="794"/>
                </a:cxn>
                <a:cxn ang="0">
                  <a:pos x="197" y="578"/>
                </a:cxn>
                <a:cxn ang="0">
                  <a:pos x="205" y="473"/>
                </a:cxn>
                <a:cxn ang="0">
                  <a:pos x="184" y="357"/>
                </a:cxn>
                <a:cxn ang="0">
                  <a:pos x="114" y="302"/>
                </a:cxn>
                <a:cxn ang="0">
                  <a:pos x="53" y="211"/>
                </a:cxn>
                <a:cxn ang="0">
                  <a:pos x="0" y="0"/>
                </a:cxn>
                <a:cxn ang="0">
                  <a:pos x="8" y="191"/>
                </a:cxn>
                <a:cxn ang="0">
                  <a:pos x="48" y="306"/>
                </a:cxn>
                <a:cxn ang="0">
                  <a:pos x="101" y="377"/>
                </a:cxn>
                <a:cxn ang="0">
                  <a:pos x="160" y="417"/>
                </a:cxn>
                <a:cxn ang="0">
                  <a:pos x="163" y="522"/>
                </a:cxn>
                <a:cxn ang="0">
                  <a:pos x="133" y="633"/>
                </a:cxn>
                <a:cxn ang="0">
                  <a:pos x="64" y="829"/>
                </a:cxn>
                <a:cxn ang="0">
                  <a:pos x="61" y="955"/>
                </a:cxn>
                <a:cxn ang="0">
                  <a:pos x="125" y="1025"/>
                </a:cxn>
                <a:cxn ang="0">
                  <a:pos x="122" y="1090"/>
                </a:cxn>
                <a:cxn ang="0">
                  <a:pos x="66" y="1226"/>
                </a:cxn>
                <a:cxn ang="0">
                  <a:pos x="42" y="1357"/>
                </a:cxn>
                <a:cxn ang="0">
                  <a:pos x="64" y="1497"/>
                </a:cxn>
                <a:cxn ang="0">
                  <a:pos x="114" y="1572"/>
                </a:cxn>
                <a:cxn ang="0">
                  <a:pos x="178" y="1633"/>
                </a:cxn>
                <a:cxn ang="0">
                  <a:pos x="184" y="1578"/>
                </a:cxn>
                <a:cxn ang="0">
                  <a:pos x="184" y="1578"/>
                </a:cxn>
              </a:cxnLst>
              <a:rect l="0" t="0" r="0" b="0"/>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alpha val="100000"/>
              </a:schemeClr>
            </a:solidFill>
            <a:ln w="9525">
              <a:noFill/>
            </a:ln>
          </p:spPr>
          <p:txBody>
            <a:bodyPr/>
            <a:lstStyle/>
            <a:p>
              <a:endParaRPr lang="zh-CN" altLang="en-US"/>
            </a:p>
          </p:txBody>
        </p:sp>
      </p:grpSp>
      <p:grpSp>
        <p:nvGrpSpPr>
          <p:cNvPr id="1036" name="Group 40"/>
          <p:cNvGrpSpPr/>
          <p:nvPr/>
        </p:nvGrpSpPr>
        <p:grpSpPr>
          <a:xfrm>
            <a:off x="7318375" y="90488"/>
            <a:ext cx="2133600" cy="1911350"/>
            <a:chOff x="4610" y="57"/>
            <a:chExt cx="1344" cy="1204"/>
          </a:xfrm>
        </p:grpSpPr>
        <p:grpSp>
          <p:nvGrpSpPr>
            <p:cNvPr id="1037" name="Group 41"/>
            <p:cNvGrpSpPr/>
            <p:nvPr userDrawn="1"/>
          </p:nvGrpSpPr>
          <p:grpSpPr>
            <a:xfrm>
              <a:off x="4610" y="57"/>
              <a:ext cx="1344" cy="1204"/>
              <a:chOff x="4610" y="57"/>
              <a:chExt cx="1344" cy="1204"/>
            </a:xfrm>
          </p:grpSpPr>
          <p:sp>
            <p:nvSpPr>
              <p:cNvPr id="1039" name="Freeform 42"/>
              <p:cNvSpPr/>
              <p:nvPr userDrawn="1"/>
            </p:nvSpPr>
            <p:spPr>
              <a:xfrm rot="-3172564">
                <a:off x="5430" y="1086"/>
                <a:ext cx="62" cy="288"/>
              </a:xfrm>
              <a:custGeom>
                <a:avLst/>
                <a:gdLst/>
                <a:ahLst/>
                <a:cxnLst>
                  <a:cxn ang="0">
                    <a:pos x="31" y="3"/>
                  </a:cxn>
                  <a:cxn ang="0">
                    <a:pos x="33" y="122"/>
                  </a:cxn>
                  <a:cxn ang="0">
                    <a:pos x="0" y="288"/>
                  </a:cxn>
                  <a:cxn ang="0">
                    <a:pos x="20" y="282"/>
                  </a:cxn>
                  <a:cxn ang="0">
                    <a:pos x="55" y="134"/>
                  </a:cxn>
                  <a:cxn ang="0">
                    <a:pos x="62" y="0"/>
                  </a:cxn>
                  <a:cxn ang="0">
                    <a:pos x="31" y="3"/>
                  </a:cxn>
                  <a:cxn ang="0">
                    <a:pos x="31" y="3"/>
                  </a:cxn>
                </a:cxnLst>
                <a:rect l="0" t="0" r="0" b="0"/>
                <a:pathLst>
                  <a:path w="245" h="806">
                    <a:moveTo>
                      <a:pt x="123" y="9"/>
                    </a:moveTo>
                    <a:lnTo>
                      <a:pt x="131" y="342"/>
                    </a:lnTo>
                    <a:lnTo>
                      <a:pt x="0" y="806"/>
                    </a:lnTo>
                    <a:lnTo>
                      <a:pt x="79" y="789"/>
                    </a:lnTo>
                    <a:lnTo>
                      <a:pt x="218" y="376"/>
                    </a:lnTo>
                    <a:lnTo>
                      <a:pt x="245" y="0"/>
                    </a:lnTo>
                    <a:lnTo>
                      <a:pt x="123" y="9"/>
                    </a:lnTo>
                    <a:lnTo>
                      <a:pt x="123" y="9"/>
                    </a:lnTo>
                    <a:close/>
                  </a:path>
                </a:pathLst>
              </a:custGeom>
              <a:solidFill>
                <a:schemeClr val="accent2">
                  <a:alpha val="100000"/>
                </a:schemeClr>
              </a:solidFill>
              <a:ln w="9525">
                <a:noFill/>
              </a:ln>
            </p:spPr>
            <p:txBody>
              <a:bodyPr/>
              <a:lstStyle/>
              <a:p>
                <a:endParaRPr lang="zh-CN" altLang="en-US"/>
              </a:p>
            </p:txBody>
          </p:sp>
          <p:grpSp>
            <p:nvGrpSpPr>
              <p:cNvPr id="1040" name="Group 43"/>
              <p:cNvGrpSpPr/>
              <p:nvPr userDrawn="1"/>
            </p:nvGrpSpPr>
            <p:grpSpPr>
              <a:xfrm>
                <a:off x="4610" y="57"/>
                <a:ext cx="1344" cy="985"/>
                <a:chOff x="4610" y="57"/>
                <a:chExt cx="1344" cy="985"/>
              </a:xfrm>
            </p:grpSpPr>
            <p:sp>
              <p:nvSpPr>
                <p:cNvPr id="1041" name="Freeform 44"/>
                <p:cNvSpPr/>
                <p:nvPr userDrawn="1"/>
              </p:nvSpPr>
              <p:spPr>
                <a:xfrm rot="-3172564">
                  <a:off x="4966" y="71"/>
                  <a:ext cx="153" cy="125"/>
                </a:xfrm>
                <a:custGeom>
                  <a:avLst/>
                  <a:gdLst/>
                  <a:ahLst/>
                  <a:cxnLst>
                    <a:cxn ang="0">
                      <a:pos x="0" y="0"/>
                    </a:cxn>
                    <a:cxn ang="0">
                      <a:pos x="75" y="66"/>
                    </a:cxn>
                    <a:cxn ang="0">
                      <a:pos x="127" y="125"/>
                    </a:cxn>
                    <a:cxn ang="0">
                      <a:pos x="153" y="50"/>
                    </a:cxn>
                    <a:cxn ang="0">
                      <a:pos x="91" y="3"/>
                    </a:cxn>
                    <a:cxn ang="0">
                      <a:pos x="118" y="66"/>
                    </a:cxn>
                    <a:cxn ang="0">
                      <a:pos x="33" y="6"/>
                    </a:cxn>
                    <a:cxn ang="0">
                      <a:pos x="0" y="0"/>
                    </a:cxn>
                    <a:cxn ang="0">
                      <a:pos x="0" y="0"/>
                    </a:cxn>
                  </a:cxnLst>
                  <a:rect l="0" t="0" r="0" b="0"/>
                  <a:pathLst>
                    <a:path w="604" h="349">
                      <a:moveTo>
                        <a:pt x="0" y="0"/>
                      </a:moveTo>
                      <a:lnTo>
                        <a:pt x="298" y="184"/>
                      </a:lnTo>
                      <a:lnTo>
                        <a:pt x="500" y="349"/>
                      </a:lnTo>
                      <a:lnTo>
                        <a:pt x="604" y="140"/>
                      </a:lnTo>
                      <a:lnTo>
                        <a:pt x="359" y="9"/>
                      </a:lnTo>
                      <a:lnTo>
                        <a:pt x="464" y="184"/>
                      </a:lnTo>
                      <a:lnTo>
                        <a:pt x="131" y="17"/>
                      </a:lnTo>
                      <a:lnTo>
                        <a:pt x="0" y="0"/>
                      </a:lnTo>
                      <a:lnTo>
                        <a:pt x="0" y="0"/>
                      </a:lnTo>
                      <a:close/>
                    </a:path>
                  </a:pathLst>
                </a:custGeom>
                <a:solidFill>
                  <a:schemeClr val="accent2">
                    <a:alpha val="100000"/>
                  </a:schemeClr>
                </a:solidFill>
                <a:ln w="9525">
                  <a:noFill/>
                </a:ln>
              </p:spPr>
              <p:txBody>
                <a:bodyPr/>
                <a:lstStyle/>
                <a:p>
                  <a:endParaRPr lang="zh-CN" altLang="en-US"/>
                </a:p>
              </p:txBody>
            </p:sp>
            <p:sp>
              <p:nvSpPr>
                <p:cNvPr id="1042" name="Freeform 45"/>
                <p:cNvSpPr/>
                <p:nvPr userDrawn="1"/>
              </p:nvSpPr>
              <p:spPr>
                <a:xfrm rot="-3172564">
                  <a:off x="5048" y="331"/>
                  <a:ext cx="269" cy="438"/>
                </a:xfrm>
                <a:custGeom>
                  <a:avLst/>
                  <a:gdLst/>
                  <a:ahLst/>
                  <a:cxnLst>
                    <a:cxn ang="0">
                      <a:pos x="187" y="46"/>
                    </a:cxn>
                    <a:cxn ang="0">
                      <a:pos x="123" y="125"/>
                    </a:cxn>
                    <a:cxn ang="0">
                      <a:pos x="41" y="271"/>
                    </a:cxn>
                    <a:cxn ang="0">
                      <a:pos x="0" y="392"/>
                    </a:cxn>
                    <a:cxn ang="0">
                      <a:pos x="15" y="438"/>
                    </a:cxn>
                    <a:cxn ang="0">
                      <a:pos x="66" y="428"/>
                    </a:cxn>
                    <a:cxn ang="0">
                      <a:pos x="146" y="325"/>
                    </a:cxn>
                    <a:cxn ang="0">
                      <a:pos x="221" y="190"/>
                    </a:cxn>
                    <a:cxn ang="0">
                      <a:pos x="261" y="96"/>
                    </a:cxn>
                    <a:cxn ang="0">
                      <a:pos x="269" y="30"/>
                    </a:cxn>
                    <a:cxn ang="0">
                      <a:pos x="247" y="0"/>
                    </a:cxn>
                    <a:cxn ang="0">
                      <a:pos x="211" y="23"/>
                    </a:cxn>
                    <a:cxn ang="0">
                      <a:pos x="245" y="38"/>
                    </a:cxn>
                    <a:cxn ang="0">
                      <a:pos x="221" y="125"/>
                    </a:cxn>
                    <a:cxn ang="0">
                      <a:pos x="174" y="234"/>
                    </a:cxn>
                    <a:cxn ang="0">
                      <a:pos x="88" y="359"/>
                    </a:cxn>
                    <a:cxn ang="0">
                      <a:pos x="29" y="397"/>
                    </a:cxn>
                    <a:cxn ang="0">
                      <a:pos x="34" y="336"/>
                    </a:cxn>
                    <a:cxn ang="0">
                      <a:pos x="110" y="179"/>
                    </a:cxn>
                    <a:cxn ang="0">
                      <a:pos x="210" y="42"/>
                    </a:cxn>
                    <a:cxn ang="0">
                      <a:pos x="187" y="46"/>
                    </a:cxn>
                    <a:cxn ang="0">
                      <a:pos x="187" y="46"/>
                    </a:cxn>
                  </a:cxnLst>
                  <a:rect l="0" t="0" r="0" b="0"/>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lnTo>
                        <a:pt x="741" y="129"/>
                      </a:lnTo>
                      <a:close/>
                    </a:path>
                  </a:pathLst>
                </a:custGeom>
                <a:solidFill>
                  <a:schemeClr val="accent2">
                    <a:alpha val="100000"/>
                  </a:schemeClr>
                </a:solidFill>
                <a:ln w="9525">
                  <a:noFill/>
                </a:ln>
              </p:spPr>
              <p:txBody>
                <a:bodyPr/>
                <a:lstStyle/>
                <a:p>
                  <a:endParaRPr lang="zh-CN" altLang="en-US"/>
                </a:p>
              </p:txBody>
            </p:sp>
            <p:sp>
              <p:nvSpPr>
                <p:cNvPr id="1043" name="Freeform 46"/>
                <p:cNvSpPr/>
                <p:nvPr userDrawn="1"/>
              </p:nvSpPr>
              <p:spPr>
                <a:xfrm rot="-3172564">
                  <a:off x="4858" y="181"/>
                  <a:ext cx="505" cy="898"/>
                </a:xfrm>
                <a:custGeom>
                  <a:avLst/>
                  <a:gdLst/>
                  <a:ahLst/>
                  <a:cxnLst>
                    <a:cxn ang="0">
                      <a:pos x="490" y="0"/>
                    </a:cxn>
                    <a:cxn ang="0">
                      <a:pos x="0" y="898"/>
                    </a:cxn>
                    <a:cxn ang="0">
                      <a:pos x="48" y="873"/>
                    </a:cxn>
                    <a:cxn ang="0">
                      <a:pos x="505" y="22"/>
                    </a:cxn>
                    <a:cxn ang="0">
                      <a:pos x="490" y="0"/>
                    </a:cxn>
                    <a:cxn ang="0">
                      <a:pos x="490" y="0"/>
                    </a:cxn>
                  </a:cxnLst>
                  <a:rect l="0" t="0" r="0" b="0"/>
                  <a:pathLst>
                    <a:path w="2002" h="2521">
                      <a:moveTo>
                        <a:pt x="1941" y="0"/>
                      </a:moveTo>
                      <a:lnTo>
                        <a:pt x="0" y="2521"/>
                      </a:lnTo>
                      <a:lnTo>
                        <a:pt x="192" y="2450"/>
                      </a:lnTo>
                      <a:lnTo>
                        <a:pt x="2002" y="61"/>
                      </a:lnTo>
                      <a:lnTo>
                        <a:pt x="1941" y="0"/>
                      </a:lnTo>
                      <a:lnTo>
                        <a:pt x="1941" y="0"/>
                      </a:lnTo>
                      <a:close/>
                    </a:path>
                  </a:pathLst>
                </a:custGeom>
                <a:solidFill>
                  <a:schemeClr val="accent2">
                    <a:alpha val="100000"/>
                  </a:schemeClr>
                </a:solidFill>
                <a:ln w="9525">
                  <a:noFill/>
                </a:ln>
              </p:spPr>
              <p:txBody>
                <a:bodyPr/>
                <a:lstStyle/>
                <a:p>
                  <a:endParaRPr lang="zh-CN" altLang="en-US"/>
                </a:p>
              </p:txBody>
            </p:sp>
            <p:sp>
              <p:nvSpPr>
                <p:cNvPr id="1044" name="Freeform 47"/>
                <p:cNvSpPr/>
                <p:nvPr userDrawn="1"/>
              </p:nvSpPr>
              <p:spPr>
                <a:xfrm rot="-3172564">
                  <a:off x="4903" y="-19"/>
                  <a:ext cx="758" cy="1344"/>
                </a:xfrm>
                <a:custGeom>
                  <a:avLst/>
                  <a:gdLst/>
                  <a:ahLst/>
                  <a:cxnLst>
                    <a:cxn ang="0">
                      <a:pos x="24" y="1014"/>
                    </a:cxn>
                    <a:cxn ang="0">
                      <a:pos x="99" y="1010"/>
                    </a:cxn>
                    <a:cxn ang="0">
                      <a:pos x="207" y="1072"/>
                    </a:cxn>
                    <a:cxn ang="0">
                      <a:pos x="172" y="1004"/>
                    </a:cxn>
                    <a:cxn ang="0">
                      <a:pos x="93" y="963"/>
                    </a:cxn>
                    <a:cxn ang="0">
                      <a:pos x="161" y="969"/>
                    </a:cxn>
                    <a:cxn ang="0">
                      <a:pos x="247" y="1023"/>
                    </a:cxn>
                    <a:cxn ang="0">
                      <a:pos x="721" y="150"/>
                    </a:cxn>
                    <a:cxn ang="0">
                      <a:pos x="650" y="53"/>
                    </a:cxn>
                    <a:cxn ang="0">
                      <a:pos x="582" y="0"/>
                    </a:cxn>
                    <a:cxn ang="0">
                      <a:pos x="679" y="28"/>
                    </a:cxn>
                    <a:cxn ang="0">
                      <a:pos x="758" y="153"/>
                    </a:cxn>
                    <a:cxn ang="0">
                      <a:pos x="209" y="1167"/>
                    </a:cxn>
                    <a:cxn ang="0">
                      <a:pos x="121" y="1216"/>
                    </a:cxn>
                    <a:cxn ang="0">
                      <a:pos x="26" y="1344"/>
                    </a:cxn>
                    <a:cxn ang="0">
                      <a:pos x="0" y="1307"/>
                    </a:cxn>
                    <a:cxn ang="0">
                      <a:pos x="33" y="1294"/>
                    </a:cxn>
                    <a:cxn ang="0">
                      <a:pos x="95" y="1206"/>
                    </a:cxn>
                    <a:cxn ang="0">
                      <a:pos x="42" y="1167"/>
                    </a:cxn>
                    <a:cxn ang="0">
                      <a:pos x="42" y="1132"/>
                    </a:cxn>
                    <a:cxn ang="0">
                      <a:pos x="104" y="1175"/>
                    </a:cxn>
                    <a:cxn ang="0">
                      <a:pos x="104" y="1136"/>
                    </a:cxn>
                    <a:cxn ang="0">
                      <a:pos x="152" y="1148"/>
                    </a:cxn>
                    <a:cxn ang="0">
                      <a:pos x="108" y="1097"/>
                    </a:cxn>
                    <a:cxn ang="0">
                      <a:pos x="159" y="1091"/>
                    </a:cxn>
                    <a:cxn ang="0">
                      <a:pos x="24" y="1014"/>
                    </a:cxn>
                    <a:cxn ang="0">
                      <a:pos x="24" y="1014"/>
                    </a:cxn>
                  </a:cxnLst>
                  <a:rect l="0" t="0" r="0" b="0"/>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lnTo>
                        <a:pt x="95" y="2844"/>
                      </a:lnTo>
                      <a:close/>
                    </a:path>
                  </a:pathLst>
                </a:custGeom>
                <a:solidFill>
                  <a:schemeClr val="accent2">
                    <a:alpha val="100000"/>
                  </a:schemeClr>
                </a:solidFill>
                <a:ln w="9525">
                  <a:noFill/>
                </a:ln>
              </p:spPr>
              <p:txBody>
                <a:bodyPr/>
                <a:lstStyle/>
                <a:p>
                  <a:endParaRPr lang="zh-CN" altLang="en-US"/>
                </a:p>
              </p:txBody>
            </p:sp>
            <p:sp>
              <p:nvSpPr>
                <p:cNvPr id="1045" name="Freeform 48"/>
                <p:cNvSpPr/>
                <p:nvPr userDrawn="1"/>
              </p:nvSpPr>
              <p:spPr>
                <a:xfrm rot="-3172564">
                  <a:off x="5297" y="896"/>
                  <a:ext cx="169" cy="122"/>
                </a:xfrm>
                <a:custGeom>
                  <a:avLst/>
                  <a:gdLst/>
                  <a:ahLst/>
                  <a:cxnLst>
                    <a:cxn ang="0">
                      <a:pos x="0" y="29"/>
                    </a:cxn>
                    <a:cxn ang="0">
                      <a:pos x="64" y="38"/>
                    </a:cxn>
                    <a:cxn ang="0">
                      <a:pos x="160" y="122"/>
                    </a:cxn>
                    <a:cxn ang="0">
                      <a:pos x="169" y="103"/>
                    </a:cxn>
                    <a:cxn ang="0">
                      <a:pos x="112" y="41"/>
                    </a:cxn>
                    <a:cxn ang="0">
                      <a:pos x="7" y="0"/>
                    </a:cxn>
                    <a:cxn ang="0">
                      <a:pos x="0" y="29"/>
                    </a:cxn>
                    <a:cxn ang="0">
                      <a:pos x="0" y="29"/>
                    </a:cxn>
                  </a:cxnLst>
                  <a:rect l="0" t="0" r="0" b="0"/>
                  <a:pathLst>
                    <a:path w="673" h="342">
                      <a:moveTo>
                        <a:pt x="0" y="80"/>
                      </a:moveTo>
                      <a:lnTo>
                        <a:pt x="255" y="106"/>
                      </a:lnTo>
                      <a:lnTo>
                        <a:pt x="639" y="342"/>
                      </a:lnTo>
                      <a:lnTo>
                        <a:pt x="673" y="289"/>
                      </a:lnTo>
                      <a:lnTo>
                        <a:pt x="447" y="114"/>
                      </a:lnTo>
                      <a:lnTo>
                        <a:pt x="26" y="0"/>
                      </a:lnTo>
                      <a:lnTo>
                        <a:pt x="0" y="80"/>
                      </a:lnTo>
                      <a:lnTo>
                        <a:pt x="0" y="80"/>
                      </a:lnTo>
                      <a:close/>
                    </a:path>
                  </a:pathLst>
                </a:custGeom>
                <a:solidFill>
                  <a:schemeClr val="accent2">
                    <a:alpha val="100000"/>
                  </a:schemeClr>
                </a:solidFill>
                <a:ln w="9525">
                  <a:noFill/>
                </a:ln>
              </p:spPr>
              <p:txBody>
                <a:bodyPr/>
                <a:lstStyle/>
                <a:p>
                  <a:endParaRPr lang="zh-CN" altLang="en-US"/>
                </a:p>
              </p:txBody>
            </p:sp>
            <p:sp>
              <p:nvSpPr>
                <p:cNvPr id="1046" name="Freeform 49"/>
                <p:cNvSpPr/>
                <p:nvPr userDrawn="1"/>
              </p:nvSpPr>
              <p:spPr>
                <a:xfrm rot="-3172564">
                  <a:off x="5253" y="805"/>
                  <a:ext cx="181" cy="144"/>
                </a:xfrm>
                <a:custGeom>
                  <a:avLst/>
                  <a:gdLst/>
                  <a:ahLst/>
                  <a:cxnLst>
                    <a:cxn ang="0">
                      <a:pos x="0" y="28"/>
                    </a:cxn>
                    <a:cxn ang="0">
                      <a:pos x="86" y="53"/>
                    </a:cxn>
                    <a:cxn ang="0">
                      <a:pos x="161" y="144"/>
                    </a:cxn>
                    <a:cxn ang="0">
                      <a:pos x="181" y="106"/>
                    </a:cxn>
                    <a:cxn ang="0">
                      <a:pos x="106" y="41"/>
                    </a:cxn>
                    <a:cxn ang="0">
                      <a:pos x="18" y="0"/>
                    </a:cxn>
                    <a:cxn ang="0">
                      <a:pos x="0" y="28"/>
                    </a:cxn>
                    <a:cxn ang="0">
                      <a:pos x="0" y="28"/>
                    </a:cxn>
                  </a:cxnLst>
                  <a:rect l="0" t="0" r="0" b="0"/>
                  <a:pathLst>
                    <a:path w="716" h="403">
                      <a:moveTo>
                        <a:pt x="0" y="78"/>
                      </a:moveTo>
                      <a:lnTo>
                        <a:pt x="340" y="148"/>
                      </a:lnTo>
                      <a:lnTo>
                        <a:pt x="638" y="403"/>
                      </a:lnTo>
                      <a:lnTo>
                        <a:pt x="716" y="296"/>
                      </a:lnTo>
                      <a:lnTo>
                        <a:pt x="420" y="114"/>
                      </a:lnTo>
                      <a:lnTo>
                        <a:pt x="70" y="0"/>
                      </a:lnTo>
                      <a:lnTo>
                        <a:pt x="0" y="78"/>
                      </a:lnTo>
                      <a:lnTo>
                        <a:pt x="0" y="78"/>
                      </a:lnTo>
                      <a:close/>
                    </a:path>
                  </a:pathLst>
                </a:custGeom>
                <a:solidFill>
                  <a:schemeClr val="accent2">
                    <a:alpha val="100000"/>
                  </a:schemeClr>
                </a:solidFill>
                <a:ln w="9525">
                  <a:noFill/>
                </a:ln>
              </p:spPr>
              <p:txBody>
                <a:bodyPr/>
                <a:lstStyle/>
                <a:p>
                  <a:endParaRPr lang="zh-CN" altLang="en-US"/>
                </a:p>
              </p:txBody>
            </p:sp>
            <p:sp>
              <p:nvSpPr>
                <p:cNvPr id="1047" name="Freeform 50"/>
                <p:cNvSpPr/>
                <p:nvPr userDrawn="1"/>
              </p:nvSpPr>
              <p:spPr>
                <a:xfrm rot="-3172564">
                  <a:off x="4985" y="210"/>
                  <a:ext cx="181" cy="147"/>
                </a:xfrm>
                <a:custGeom>
                  <a:avLst/>
                  <a:gdLst/>
                  <a:ahLst/>
                  <a:cxnLst>
                    <a:cxn ang="0">
                      <a:pos x="0" y="28"/>
                    </a:cxn>
                    <a:cxn ang="0">
                      <a:pos x="80" y="50"/>
                    </a:cxn>
                    <a:cxn ang="0">
                      <a:pos x="164" y="147"/>
                    </a:cxn>
                    <a:cxn ang="0">
                      <a:pos x="181" y="112"/>
                    </a:cxn>
                    <a:cxn ang="0">
                      <a:pos x="99" y="31"/>
                    </a:cxn>
                    <a:cxn ang="0">
                      <a:pos x="14" y="0"/>
                    </a:cxn>
                    <a:cxn ang="0">
                      <a:pos x="0" y="28"/>
                    </a:cxn>
                    <a:cxn ang="0">
                      <a:pos x="0" y="28"/>
                    </a:cxn>
                  </a:cxnLst>
                  <a:rect l="0" t="0" r="0" b="0"/>
                  <a:pathLst>
                    <a:path w="717" h="411">
                      <a:moveTo>
                        <a:pt x="0" y="78"/>
                      </a:moveTo>
                      <a:lnTo>
                        <a:pt x="316" y="139"/>
                      </a:lnTo>
                      <a:lnTo>
                        <a:pt x="649" y="411"/>
                      </a:lnTo>
                      <a:lnTo>
                        <a:pt x="717" y="314"/>
                      </a:lnTo>
                      <a:lnTo>
                        <a:pt x="394" y="87"/>
                      </a:lnTo>
                      <a:lnTo>
                        <a:pt x="54" y="0"/>
                      </a:lnTo>
                      <a:lnTo>
                        <a:pt x="0" y="78"/>
                      </a:lnTo>
                      <a:lnTo>
                        <a:pt x="0" y="78"/>
                      </a:lnTo>
                      <a:close/>
                    </a:path>
                  </a:pathLst>
                </a:custGeom>
                <a:solidFill>
                  <a:schemeClr val="accent2">
                    <a:alpha val="100000"/>
                  </a:schemeClr>
                </a:solidFill>
                <a:ln w="9525">
                  <a:noFill/>
                </a:ln>
              </p:spPr>
              <p:txBody>
                <a:bodyPr/>
                <a:lstStyle/>
                <a:p>
                  <a:endParaRPr lang="zh-CN" altLang="en-US"/>
                </a:p>
              </p:txBody>
            </p:sp>
            <p:sp>
              <p:nvSpPr>
                <p:cNvPr id="1048" name="Freeform 51"/>
                <p:cNvSpPr/>
                <p:nvPr userDrawn="1"/>
              </p:nvSpPr>
              <p:spPr>
                <a:xfrm rot="-3172564">
                  <a:off x="4948" y="141"/>
                  <a:ext cx="179" cy="138"/>
                </a:xfrm>
                <a:custGeom>
                  <a:avLst/>
                  <a:gdLst/>
                  <a:ahLst/>
                  <a:cxnLst>
                    <a:cxn ang="0">
                      <a:pos x="0" y="31"/>
                    </a:cxn>
                    <a:cxn ang="0">
                      <a:pos x="69" y="47"/>
                    </a:cxn>
                    <a:cxn ang="0">
                      <a:pos x="168" y="138"/>
                    </a:cxn>
                    <a:cxn ang="0">
                      <a:pos x="179" y="110"/>
                    </a:cxn>
                    <a:cxn ang="0">
                      <a:pos x="77" y="19"/>
                    </a:cxn>
                    <a:cxn ang="0">
                      <a:pos x="11" y="0"/>
                    </a:cxn>
                    <a:cxn ang="0">
                      <a:pos x="0" y="31"/>
                    </a:cxn>
                    <a:cxn ang="0">
                      <a:pos x="0" y="31"/>
                    </a:cxn>
                  </a:cxnLst>
                  <a:rect l="0" t="0" r="0" b="0"/>
                  <a:pathLst>
                    <a:path w="709" h="386">
                      <a:moveTo>
                        <a:pt x="0" y="88"/>
                      </a:moveTo>
                      <a:lnTo>
                        <a:pt x="272" y="131"/>
                      </a:lnTo>
                      <a:lnTo>
                        <a:pt x="665" y="386"/>
                      </a:lnTo>
                      <a:lnTo>
                        <a:pt x="709" y="308"/>
                      </a:lnTo>
                      <a:lnTo>
                        <a:pt x="306" y="53"/>
                      </a:lnTo>
                      <a:lnTo>
                        <a:pt x="43" y="0"/>
                      </a:lnTo>
                      <a:lnTo>
                        <a:pt x="0" y="88"/>
                      </a:lnTo>
                      <a:lnTo>
                        <a:pt x="0" y="88"/>
                      </a:lnTo>
                      <a:close/>
                    </a:path>
                  </a:pathLst>
                </a:custGeom>
                <a:solidFill>
                  <a:schemeClr val="accent2">
                    <a:alpha val="100000"/>
                  </a:schemeClr>
                </a:solidFill>
                <a:ln w="9525">
                  <a:noFill/>
                </a:ln>
              </p:spPr>
              <p:txBody>
                <a:bodyPr/>
                <a:lstStyle/>
                <a:p>
                  <a:endParaRPr lang="zh-CN" altLang="en-US"/>
                </a:p>
              </p:txBody>
            </p:sp>
          </p:grpSp>
        </p:grpSp>
        <p:sp>
          <p:nvSpPr>
            <p:cNvPr id="1038" name="Line 52"/>
            <p:cNvSpPr/>
            <p:nvPr userDrawn="1"/>
          </p:nvSpPr>
          <p:spPr>
            <a:xfrm>
              <a:off x="4870" y="84"/>
              <a:ext cx="42" cy="96"/>
            </a:xfrm>
            <a:prstGeom prst="line">
              <a:avLst/>
            </a:prstGeom>
            <a:ln w="38100" cap="flat" cmpd="sng">
              <a:solidFill>
                <a:schemeClr val="accent2"/>
              </a:solidFill>
              <a:prstDash val="solid"/>
              <a:headEnd type="none" w="med" len="med"/>
              <a:tailEnd type="none" w="med" len="med"/>
            </a:ln>
          </p:spPr>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Freeform 2"/>
          <p:cNvSpPr/>
          <p:nvPr/>
        </p:nvSpPr>
        <p:spPr>
          <a:xfrm rot="-3172564">
            <a:off x="7777163" y="-14287"/>
            <a:ext cx="1162050" cy="2084387"/>
          </a:xfrm>
          <a:custGeom>
            <a:avLst/>
            <a:gdLst/>
            <a:ahLst/>
            <a:cxnLst>
              <a:cxn ang="0">
                <a:pos x="1162050" y="244856"/>
              </a:cxn>
              <a:cxn ang="0">
                <a:pos x="1026751" y="45239"/>
              </a:cxn>
              <a:cxn ang="0">
                <a:pos x="897056" y="0"/>
              </a:cxn>
              <a:cxn ang="0">
                <a:pos x="44032" y="1589585"/>
              </a:cxn>
              <a:cxn ang="0">
                <a:pos x="44032" y="1825394"/>
              </a:cxn>
              <a:cxn ang="0">
                <a:pos x="0" y="2053285"/>
              </a:cxn>
              <a:cxn ang="0">
                <a:pos x="28821" y="2084387"/>
              </a:cxn>
              <a:cxn ang="0">
                <a:pos x="176529" y="1897211"/>
              </a:cxn>
              <a:cxn ang="0">
                <a:pos x="296217" y="1825394"/>
              </a:cxn>
              <a:cxn ang="0">
                <a:pos x="1162050" y="244856"/>
              </a:cxn>
              <a:cxn ang="0">
                <a:pos x="1162050" y="244856"/>
              </a:cxn>
            </a:cxnLst>
            <a:rect l="0" t="0" r="0" b="0"/>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lnTo>
                  <a:pt x="2903" y="433"/>
                </a:lnTo>
                <a:close/>
              </a:path>
            </a:pathLst>
          </a:custGeom>
          <a:solidFill>
            <a:srgbClr val="FFFFFF">
              <a:alpha val="100000"/>
            </a:srgbClr>
          </a:solidFill>
          <a:ln w="9525">
            <a:noFill/>
          </a:ln>
        </p:spPr>
        <p:txBody>
          <a:bodyPr/>
          <a:lstStyle/>
          <a:p>
            <a:endParaRPr lang="zh-CN" altLang="en-US" sz="1800"/>
          </a:p>
        </p:txBody>
      </p:sp>
      <p:sp>
        <p:nvSpPr>
          <p:cNvPr id="1027" name="Rectangle 3"/>
          <p:cNvSpPr>
            <a:spLocks noGrp="1"/>
          </p:cNvSpPr>
          <p:nvPr>
            <p:ph type="title"/>
          </p:nvPr>
        </p:nvSpPr>
        <p:spPr>
          <a:xfrm>
            <a:off x="685800" y="152400"/>
            <a:ext cx="6870700" cy="1600200"/>
          </a:xfrm>
          <a:prstGeom prst="rect">
            <a:avLst/>
          </a:prstGeom>
          <a:noFill/>
          <a:ln w="9525">
            <a:noFill/>
          </a:ln>
        </p:spPr>
        <p:txBody>
          <a:bodyPr anchor="b" anchorCtr="0"/>
          <a:lstStyle/>
          <a:p>
            <a:pPr lvl="0"/>
            <a:r>
              <a:rPr lang="zh-CN" altLang="en-US" dirty="0"/>
              <a:t>单击此处编辑母版标题样式</a:t>
            </a:r>
            <a:endParaRPr lang="zh-CN" altLang="en-US" dirty="0"/>
          </a:p>
        </p:txBody>
      </p:sp>
      <p:sp>
        <p:nvSpPr>
          <p:cNvPr id="1028" name="Rectangle 4"/>
          <p:cNvSpPr>
            <a:spLocks noGrp="1"/>
          </p:cNvSpPr>
          <p:nvPr>
            <p:ph type="body" idx="1"/>
          </p:nvPr>
        </p:nvSpPr>
        <p:spPr>
          <a:xfrm>
            <a:off x="685800" y="1828800"/>
            <a:ext cx="7696200" cy="3657600"/>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0901" name="Rectangle 5"/>
          <p:cNvSpPr>
            <a:spLocks noGrp="1" noChangeArrowheads="1"/>
          </p:cNvSpPr>
          <p:nvPr>
            <p:ph type="dt" sz="half" idx="2"/>
          </p:nvPr>
        </p:nvSpPr>
        <p:spPr bwMode="auto">
          <a:xfrm>
            <a:off x="13716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fld id="{F1569C23-05D8-4FB9-AB04-201DD4770144}" type="datetimeFigureOut">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0902" name="Rectangle 6"/>
          <p:cNvSpPr>
            <a:spLocks noGrp="1" noChangeArrowheads="1"/>
          </p:cNvSpPr>
          <p:nvPr>
            <p:ph type="ftr" sz="quarter" idx="3"/>
          </p:nvPr>
        </p:nvSpPr>
        <p:spPr bwMode="auto">
          <a:xfrm>
            <a:off x="35560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80903" name="Rectangle 7"/>
          <p:cNvSpPr>
            <a:spLocks noGrp="1" noChangeArrowheads="1"/>
          </p:cNvSpPr>
          <p:nvPr>
            <p:ph type="sldNum" sz="quarter" idx="4"/>
          </p:nvPr>
        </p:nvSpPr>
        <p:spPr bwMode="auto">
          <a:xfrm>
            <a:off x="67183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DA49CED9-AFF5-4E15-8E32-968ACAB9B95B}" type="slidenum">
              <a:rPr kumimoji="0" lang="zh-CN" altLang="en-US" sz="1400" b="0" i="0" u="none" strike="noStrike" kern="1200" cap="none" spc="0" normalizeH="0" baseline="0" noProof="0" smtClean="0">
                <a:ln>
                  <a:noFill/>
                </a:ln>
                <a:solidFill>
                  <a:schemeClr val="tx1"/>
                </a:solidFill>
                <a:effectLst/>
                <a:uLnTx/>
                <a:uFillTx/>
                <a:latin typeface="Comic Sans MS" panose="030F0702030302020204" pitchFamily="66"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Comic Sans MS" panose="030F0702030302020204" pitchFamily="66" charset="0"/>
              <a:ea typeface="宋体" panose="02010600030101010101" pitchFamily="2" charset="-122"/>
              <a:cs typeface="+mn-cs"/>
            </a:endParaRPr>
          </a:p>
        </p:txBody>
      </p:sp>
      <p:sp>
        <p:nvSpPr>
          <p:cNvPr id="1032" name="Freeform 8"/>
          <p:cNvSpPr/>
          <p:nvPr/>
        </p:nvSpPr>
        <p:spPr>
          <a:xfrm rot="-3172564">
            <a:off x="7864475" y="23813"/>
            <a:ext cx="1165225" cy="2097087"/>
          </a:xfrm>
          <a:custGeom>
            <a:avLst/>
            <a:gdLst/>
            <a:ahLst/>
            <a:cxnLst>
              <a:cxn ang="0">
                <a:pos x="917850" y="0"/>
              </a:cxn>
              <a:cxn ang="0">
                <a:pos x="52037" y="1605520"/>
              </a:cxn>
              <a:cxn ang="0">
                <a:pos x="52437" y="1812794"/>
              </a:cxn>
              <a:cxn ang="0">
                <a:pos x="0" y="2057445"/>
              </a:cxn>
              <a:cxn ang="0">
                <a:pos x="20014" y="2097087"/>
              </a:cxn>
              <a:cxn ang="0">
                <a:pos x="168920" y="1898308"/>
              </a:cxn>
              <a:cxn ang="0">
                <a:pos x="305416" y="1823554"/>
              </a:cxn>
              <a:cxn ang="0">
                <a:pos x="1165225" y="242385"/>
              </a:cxn>
              <a:cxn ang="0">
                <a:pos x="1036334" y="54367"/>
              </a:cxn>
              <a:cxn ang="0">
                <a:pos x="917850" y="0"/>
              </a:cxn>
              <a:cxn ang="0">
                <a:pos x="917850" y="0"/>
              </a:cxn>
            </a:cxnLst>
            <a:rect l="0" t="0" r="0" b="0"/>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lnTo>
                  <a:pt x="2293" y="0"/>
                </a:lnTo>
                <a:close/>
              </a:path>
            </a:pathLst>
          </a:custGeom>
          <a:solidFill>
            <a:schemeClr val="folHlink">
              <a:alpha val="100000"/>
            </a:schemeClr>
          </a:solidFill>
          <a:ln w="9525">
            <a:noFill/>
          </a:ln>
        </p:spPr>
        <p:txBody>
          <a:bodyPr/>
          <a:lstStyle/>
          <a:p>
            <a:endParaRPr lang="zh-CN" altLang="en-US" sz="1800"/>
          </a:p>
        </p:txBody>
      </p:sp>
      <p:sp>
        <p:nvSpPr>
          <p:cNvPr id="1033" name="Freeform 9"/>
          <p:cNvSpPr/>
          <p:nvPr/>
        </p:nvSpPr>
        <p:spPr>
          <a:xfrm rot="-3172564">
            <a:off x="7831138" y="192088"/>
            <a:ext cx="1025525" cy="1571625"/>
          </a:xfrm>
          <a:custGeom>
            <a:avLst/>
            <a:gdLst/>
            <a:ahLst/>
            <a:cxnLst>
              <a:cxn ang="0">
                <a:pos x="0" y="1406370"/>
              </a:cxn>
              <a:cxn ang="0">
                <a:pos x="172990" y="1444854"/>
              </a:cxn>
              <a:cxn ang="0">
                <a:pos x="294723" y="1571625"/>
              </a:cxn>
              <a:cxn ang="0">
                <a:pos x="1025525" y="225811"/>
              </a:cxn>
              <a:cxn ang="0">
                <a:pos x="848130" y="46407"/>
              </a:cxn>
              <a:cxn ang="0">
                <a:pos x="760034" y="0"/>
              </a:cxn>
              <a:cxn ang="0">
                <a:pos x="0" y="1406370"/>
              </a:cxn>
              <a:cxn ang="0">
                <a:pos x="0" y="1406370"/>
              </a:cxn>
            </a:cxnLst>
            <a:rect l="0" t="0" r="0" b="0"/>
            <a:pathLst>
              <a:path w="2561" h="2777">
                <a:moveTo>
                  <a:pt x="0" y="2485"/>
                </a:moveTo>
                <a:lnTo>
                  <a:pt x="432" y="2553"/>
                </a:lnTo>
                <a:lnTo>
                  <a:pt x="736" y="2777"/>
                </a:lnTo>
                <a:lnTo>
                  <a:pt x="2561" y="399"/>
                </a:lnTo>
                <a:lnTo>
                  <a:pt x="2118" y="82"/>
                </a:lnTo>
                <a:lnTo>
                  <a:pt x="1898" y="0"/>
                </a:lnTo>
                <a:lnTo>
                  <a:pt x="0" y="2485"/>
                </a:lnTo>
                <a:lnTo>
                  <a:pt x="0" y="2485"/>
                </a:lnTo>
                <a:close/>
              </a:path>
            </a:pathLst>
          </a:custGeom>
          <a:solidFill>
            <a:schemeClr val="bg2">
              <a:alpha val="100000"/>
            </a:schemeClr>
          </a:solidFill>
          <a:ln w="9525">
            <a:noFill/>
          </a:ln>
        </p:spPr>
        <p:txBody>
          <a:bodyPr/>
          <a:lstStyle/>
          <a:p>
            <a:endParaRPr lang="zh-CN" altLang="en-US" sz="1800"/>
          </a:p>
        </p:txBody>
      </p:sp>
      <p:grpSp>
        <p:nvGrpSpPr>
          <p:cNvPr id="1034" name="Group 10"/>
          <p:cNvGrpSpPr/>
          <p:nvPr/>
        </p:nvGrpSpPr>
        <p:grpSpPr>
          <a:xfrm>
            <a:off x="7938" y="5540375"/>
            <a:ext cx="1784350" cy="1246188"/>
            <a:chOff x="5" y="3490"/>
            <a:chExt cx="1124" cy="785"/>
          </a:xfrm>
        </p:grpSpPr>
        <p:sp>
          <p:nvSpPr>
            <p:cNvPr id="1051" name="Freeform 11"/>
            <p:cNvSpPr/>
            <p:nvPr userDrawn="1"/>
          </p:nvSpPr>
          <p:spPr>
            <a:xfrm>
              <a:off x="24" y="3505"/>
              <a:ext cx="1089" cy="649"/>
            </a:xfrm>
            <a:custGeom>
              <a:avLst/>
              <a:gdLst/>
              <a:ahLst/>
              <a:cxnLst>
                <a:cxn ang="0">
                  <a:pos x="794" y="630"/>
                </a:cxn>
                <a:cxn ang="0">
                  <a:pos x="710" y="553"/>
                </a:cxn>
                <a:cxn ang="0">
                  <a:pos x="666" y="239"/>
                </a:cxn>
                <a:cxn ang="0">
                  <a:pos x="1070" y="165"/>
                </a:cxn>
                <a:cxn ang="0">
                  <a:pos x="1089" y="102"/>
                </a:cxn>
                <a:cxn ang="0">
                  <a:pos x="1050" y="50"/>
                </a:cxn>
                <a:cxn ang="0">
                  <a:pos x="638" y="106"/>
                </a:cxn>
                <a:cxn ang="0">
                  <a:pos x="610" y="16"/>
                </a:cxn>
                <a:cxn ang="0">
                  <a:pos x="543" y="0"/>
                </a:cxn>
                <a:cxn ang="0">
                  <a:pos x="479" y="14"/>
                </a:cxn>
                <a:cxn ang="0">
                  <a:pos x="444" y="53"/>
                </a:cxn>
                <a:cxn ang="0">
                  <a:pos x="469" y="143"/>
                </a:cxn>
                <a:cxn ang="0">
                  <a:pos x="330" y="221"/>
                </a:cxn>
                <a:cxn ang="0">
                  <a:pos x="492" y="237"/>
                </a:cxn>
                <a:cxn ang="0">
                  <a:pos x="556" y="445"/>
                </a:cxn>
                <a:cxn ang="0">
                  <a:pos x="71" y="235"/>
                </a:cxn>
                <a:cxn ang="0">
                  <a:pos x="23" y="255"/>
                </a:cxn>
                <a:cxn ang="0">
                  <a:pos x="0" y="318"/>
                </a:cxn>
                <a:cxn ang="0">
                  <a:pos x="28" y="390"/>
                </a:cxn>
                <a:cxn ang="0">
                  <a:pos x="570" y="644"/>
                </a:cxn>
                <a:cxn ang="0">
                  <a:pos x="689" y="628"/>
                </a:cxn>
                <a:cxn ang="0">
                  <a:pos x="785" y="649"/>
                </a:cxn>
                <a:cxn ang="0">
                  <a:pos x="794" y="630"/>
                </a:cxn>
                <a:cxn ang="0">
                  <a:pos x="794" y="630"/>
                </a:cxn>
              </a:cxnLst>
              <a:rect l="0" t="0" r="0" b="0"/>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lnTo>
                    <a:pt x="1587" y="1260"/>
                  </a:lnTo>
                  <a:close/>
                </a:path>
              </a:pathLst>
            </a:custGeom>
            <a:solidFill>
              <a:srgbClr val="F8F8F8">
                <a:alpha val="100000"/>
              </a:srgbClr>
            </a:solidFill>
            <a:ln w="9525">
              <a:noFill/>
            </a:ln>
          </p:spPr>
          <p:txBody>
            <a:bodyPr/>
            <a:lstStyle/>
            <a:p>
              <a:endParaRPr lang="zh-CN" altLang="en-US" sz="1800"/>
            </a:p>
          </p:txBody>
        </p:sp>
        <p:sp>
          <p:nvSpPr>
            <p:cNvPr id="1052" name="Freeform 12"/>
            <p:cNvSpPr/>
            <p:nvPr userDrawn="1"/>
          </p:nvSpPr>
          <p:spPr>
            <a:xfrm>
              <a:off x="1022" y="3582"/>
              <a:ext cx="71" cy="129"/>
            </a:xfrm>
            <a:custGeom>
              <a:avLst/>
              <a:gdLst/>
              <a:ahLst/>
              <a:cxnLst>
                <a:cxn ang="0">
                  <a:pos x="0" y="4"/>
                </a:cxn>
                <a:cxn ang="0">
                  <a:pos x="60" y="0"/>
                </a:cxn>
                <a:cxn ang="0">
                  <a:pos x="71" y="117"/>
                </a:cxn>
                <a:cxn ang="0">
                  <a:pos x="4" y="129"/>
                </a:cxn>
                <a:cxn ang="0">
                  <a:pos x="0" y="4"/>
                </a:cxn>
                <a:cxn ang="0">
                  <a:pos x="0" y="4"/>
                </a:cxn>
              </a:cxnLst>
              <a:rect l="0" t="0" r="0" b="0"/>
              <a:pathLst>
                <a:path w="143" h="258">
                  <a:moveTo>
                    <a:pt x="0" y="7"/>
                  </a:moveTo>
                  <a:lnTo>
                    <a:pt x="120" y="0"/>
                  </a:lnTo>
                  <a:lnTo>
                    <a:pt x="143" y="233"/>
                  </a:lnTo>
                  <a:lnTo>
                    <a:pt x="8" y="258"/>
                  </a:lnTo>
                  <a:lnTo>
                    <a:pt x="0" y="7"/>
                  </a:lnTo>
                  <a:lnTo>
                    <a:pt x="0" y="7"/>
                  </a:lnTo>
                  <a:close/>
                </a:path>
              </a:pathLst>
            </a:custGeom>
            <a:solidFill>
              <a:schemeClr val="accent1">
                <a:alpha val="100000"/>
              </a:schemeClr>
            </a:solidFill>
            <a:ln w="9525">
              <a:noFill/>
            </a:ln>
          </p:spPr>
          <p:txBody>
            <a:bodyPr/>
            <a:lstStyle/>
            <a:p>
              <a:endParaRPr lang="zh-CN" altLang="en-US" sz="1800"/>
            </a:p>
          </p:txBody>
        </p:sp>
        <p:sp>
          <p:nvSpPr>
            <p:cNvPr id="1053" name="Freeform 13"/>
            <p:cNvSpPr/>
            <p:nvPr userDrawn="1"/>
          </p:nvSpPr>
          <p:spPr>
            <a:xfrm>
              <a:off x="20" y="3774"/>
              <a:ext cx="792" cy="410"/>
            </a:xfrm>
            <a:custGeom>
              <a:avLst/>
              <a:gdLst/>
              <a:ahLst/>
              <a:cxnLst>
                <a:cxn ang="0">
                  <a:pos x="68" y="0"/>
                </a:cxn>
                <a:cxn ang="0">
                  <a:pos x="665" y="259"/>
                </a:cxn>
                <a:cxn ang="0">
                  <a:pos x="713" y="319"/>
                </a:cxn>
                <a:cxn ang="0">
                  <a:pos x="792" y="396"/>
                </a:cxn>
                <a:cxn ang="0">
                  <a:pos x="782" y="410"/>
                </a:cxn>
                <a:cxn ang="0">
                  <a:pos x="674" y="393"/>
                </a:cxn>
                <a:cxn ang="0">
                  <a:pos x="572" y="405"/>
                </a:cxn>
                <a:cxn ang="0">
                  <a:pos x="21" y="149"/>
                </a:cxn>
                <a:cxn ang="0">
                  <a:pos x="0" y="75"/>
                </a:cxn>
                <a:cxn ang="0">
                  <a:pos x="23" y="16"/>
                </a:cxn>
                <a:cxn ang="0">
                  <a:pos x="68" y="0"/>
                </a:cxn>
                <a:cxn ang="0">
                  <a:pos x="68" y="0"/>
                </a:cxn>
              </a:cxnLst>
              <a:rect l="0" t="0" r="0" b="0"/>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lnTo>
                    <a:pt x="137" y="0"/>
                  </a:lnTo>
                  <a:close/>
                </a:path>
              </a:pathLst>
            </a:custGeom>
            <a:solidFill>
              <a:schemeClr val="tx2">
                <a:alpha val="100000"/>
              </a:schemeClr>
            </a:solidFill>
            <a:ln w="9525">
              <a:noFill/>
            </a:ln>
          </p:spPr>
          <p:txBody>
            <a:bodyPr/>
            <a:lstStyle/>
            <a:p>
              <a:endParaRPr lang="zh-CN" altLang="en-US" sz="1800"/>
            </a:p>
          </p:txBody>
        </p:sp>
        <p:sp>
          <p:nvSpPr>
            <p:cNvPr id="1054" name="Freeform 14"/>
            <p:cNvSpPr/>
            <p:nvPr userDrawn="1"/>
          </p:nvSpPr>
          <p:spPr>
            <a:xfrm>
              <a:off x="129" y="3808"/>
              <a:ext cx="525" cy="374"/>
            </a:xfrm>
            <a:custGeom>
              <a:avLst/>
              <a:gdLst/>
              <a:ahLst/>
              <a:cxnLst>
                <a:cxn ang="0">
                  <a:pos x="0" y="163"/>
                </a:cxn>
                <a:cxn ang="0">
                  <a:pos x="461" y="374"/>
                </a:cxn>
                <a:cxn ang="0">
                  <a:pos x="470" y="267"/>
                </a:cxn>
                <a:cxn ang="0">
                  <a:pos x="525" y="211"/>
                </a:cxn>
                <a:cxn ang="0">
                  <a:pos x="39" y="0"/>
                </a:cxn>
                <a:cxn ang="0">
                  <a:pos x="0" y="64"/>
                </a:cxn>
                <a:cxn ang="0">
                  <a:pos x="0" y="163"/>
                </a:cxn>
                <a:cxn ang="0">
                  <a:pos x="0" y="163"/>
                </a:cxn>
              </a:cxnLst>
              <a:rect l="0" t="0" r="0" b="0"/>
              <a:pathLst>
                <a:path w="1049" h="747">
                  <a:moveTo>
                    <a:pt x="0" y="325"/>
                  </a:moveTo>
                  <a:lnTo>
                    <a:pt x="922" y="747"/>
                  </a:lnTo>
                  <a:lnTo>
                    <a:pt x="939" y="534"/>
                  </a:lnTo>
                  <a:lnTo>
                    <a:pt x="1049" y="422"/>
                  </a:lnTo>
                  <a:lnTo>
                    <a:pt x="78" y="0"/>
                  </a:lnTo>
                  <a:lnTo>
                    <a:pt x="0" y="127"/>
                  </a:lnTo>
                  <a:lnTo>
                    <a:pt x="0" y="325"/>
                  </a:lnTo>
                  <a:lnTo>
                    <a:pt x="0" y="325"/>
                  </a:lnTo>
                  <a:close/>
                </a:path>
              </a:pathLst>
            </a:custGeom>
            <a:solidFill>
              <a:schemeClr val="bg2">
                <a:alpha val="100000"/>
              </a:schemeClr>
            </a:solidFill>
            <a:ln w="9525">
              <a:noFill/>
            </a:ln>
          </p:spPr>
          <p:txBody>
            <a:bodyPr/>
            <a:lstStyle/>
            <a:p>
              <a:endParaRPr lang="zh-CN" altLang="en-US" sz="1800"/>
            </a:p>
          </p:txBody>
        </p:sp>
        <p:sp>
          <p:nvSpPr>
            <p:cNvPr id="1055" name="Freeform 15"/>
            <p:cNvSpPr/>
            <p:nvPr userDrawn="1"/>
          </p:nvSpPr>
          <p:spPr>
            <a:xfrm>
              <a:off x="485" y="3532"/>
              <a:ext cx="135" cy="121"/>
            </a:xfrm>
            <a:custGeom>
              <a:avLst/>
              <a:gdLst/>
              <a:ahLst/>
              <a:cxnLst>
                <a:cxn ang="0">
                  <a:pos x="0" y="14"/>
                </a:cxn>
                <a:cxn ang="0">
                  <a:pos x="79" y="0"/>
                </a:cxn>
                <a:cxn ang="0">
                  <a:pos x="125" y="18"/>
                </a:cxn>
                <a:cxn ang="0">
                  <a:pos x="135" y="70"/>
                </a:cxn>
                <a:cxn ang="0">
                  <a:pos x="81" y="73"/>
                </a:cxn>
                <a:cxn ang="0">
                  <a:pos x="16" y="121"/>
                </a:cxn>
                <a:cxn ang="0">
                  <a:pos x="0" y="14"/>
                </a:cxn>
                <a:cxn ang="0">
                  <a:pos x="0" y="14"/>
                </a:cxn>
              </a:cxnLst>
              <a:rect l="0" t="0" r="0" b="0"/>
              <a:pathLst>
                <a:path w="272" h="241">
                  <a:moveTo>
                    <a:pt x="0" y="28"/>
                  </a:moveTo>
                  <a:lnTo>
                    <a:pt x="160" y="0"/>
                  </a:lnTo>
                  <a:lnTo>
                    <a:pt x="251" y="36"/>
                  </a:lnTo>
                  <a:lnTo>
                    <a:pt x="272" y="139"/>
                  </a:lnTo>
                  <a:lnTo>
                    <a:pt x="164" y="146"/>
                  </a:lnTo>
                  <a:lnTo>
                    <a:pt x="32" y="241"/>
                  </a:lnTo>
                  <a:lnTo>
                    <a:pt x="0" y="28"/>
                  </a:lnTo>
                  <a:lnTo>
                    <a:pt x="0" y="28"/>
                  </a:lnTo>
                  <a:close/>
                </a:path>
              </a:pathLst>
            </a:custGeom>
            <a:solidFill>
              <a:schemeClr val="hlink">
                <a:alpha val="100000"/>
              </a:schemeClr>
            </a:solidFill>
            <a:ln w="9525">
              <a:noFill/>
            </a:ln>
          </p:spPr>
          <p:txBody>
            <a:bodyPr/>
            <a:lstStyle/>
            <a:p>
              <a:endParaRPr lang="zh-CN" altLang="en-US" sz="1800"/>
            </a:p>
          </p:txBody>
        </p:sp>
        <p:sp>
          <p:nvSpPr>
            <p:cNvPr id="1056" name="Freeform 16"/>
            <p:cNvSpPr/>
            <p:nvPr userDrawn="1"/>
          </p:nvSpPr>
          <p:spPr>
            <a:xfrm>
              <a:off x="641" y="4163"/>
              <a:ext cx="76" cy="112"/>
            </a:xfrm>
            <a:custGeom>
              <a:avLst/>
              <a:gdLst/>
              <a:ahLst/>
              <a:cxnLst>
                <a:cxn ang="0">
                  <a:pos x="76" y="2"/>
                </a:cxn>
                <a:cxn ang="0">
                  <a:pos x="76" y="112"/>
                </a:cxn>
                <a:cxn ang="0">
                  <a:pos x="0" y="4"/>
                </a:cxn>
                <a:cxn ang="0">
                  <a:pos x="36" y="0"/>
                </a:cxn>
                <a:cxn ang="0">
                  <a:pos x="76" y="2"/>
                </a:cxn>
                <a:cxn ang="0">
                  <a:pos x="76" y="2"/>
                </a:cxn>
              </a:cxnLst>
              <a:rect l="0" t="0" r="0" b="0"/>
              <a:pathLst>
                <a:path w="152" h="224">
                  <a:moveTo>
                    <a:pt x="152" y="4"/>
                  </a:moveTo>
                  <a:lnTo>
                    <a:pt x="152" y="224"/>
                  </a:lnTo>
                  <a:lnTo>
                    <a:pt x="0" y="8"/>
                  </a:lnTo>
                  <a:lnTo>
                    <a:pt x="72" y="0"/>
                  </a:lnTo>
                  <a:lnTo>
                    <a:pt x="152" y="4"/>
                  </a:lnTo>
                  <a:lnTo>
                    <a:pt x="152" y="4"/>
                  </a:lnTo>
                  <a:close/>
                </a:path>
              </a:pathLst>
            </a:custGeom>
            <a:solidFill>
              <a:schemeClr val="hlink">
                <a:alpha val="100000"/>
              </a:schemeClr>
            </a:solidFill>
            <a:ln w="9525">
              <a:noFill/>
            </a:ln>
          </p:spPr>
          <p:txBody>
            <a:bodyPr/>
            <a:lstStyle/>
            <a:p>
              <a:endParaRPr lang="zh-CN" altLang="en-US" sz="1800"/>
            </a:p>
          </p:txBody>
        </p:sp>
        <p:sp>
          <p:nvSpPr>
            <p:cNvPr id="1057" name="Freeform 17"/>
            <p:cNvSpPr/>
            <p:nvPr userDrawn="1"/>
          </p:nvSpPr>
          <p:spPr>
            <a:xfrm>
              <a:off x="504" y="3607"/>
              <a:ext cx="193" cy="383"/>
            </a:xfrm>
            <a:custGeom>
              <a:avLst/>
              <a:gdLst/>
              <a:ahLst/>
              <a:cxnLst>
                <a:cxn ang="0">
                  <a:pos x="0" y="40"/>
                </a:cxn>
                <a:cxn ang="0">
                  <a:pos x="44" y="0"/>
                </a:cxn>
                <a:cxn ang="0">
                  <a:pos x="116" y="3"/>
                </a:cxn>
                <a:cxn ang="0">
                  <a:pos x="193" y="383"/>
                </a:cxn>
                <a:cxn ang="0">
                  <a:pos x="140" y="361"/>
                </a:cxn>
                <a:cxn ang="0">
                  <a:pos x="76" y="339"/>
                </a:cxn>
                <a:cxn ang="0">
                  <a:pos x="0" y="40"/>
                </a:cxn>
                <a:cxn ang="0">
                  <a:pos x="0" y="40"/>
                </a:cxn>
              </a:cxnLst>
              <a:rect l="0" t="0" r="0" b="0"/>
              <a:pathLst>
                <a:path w="386" h="764">
                  <a:moveTo>
                    <a:pt x="0" y="80"/>
                  </a:moveTo>
                  <a:lnTo>
                    <a:pt x="87" y="0"/>
                  </a:lnTo>
                  <a:lnTo>
                    <a:pt x="232" y="6"/>
                  </a:lnTo>
                  <a:lnTo>
                    <a:pt x="386" y="764"/>
                  </a:lnTo>
                  <a:lnTo>
                    <a:pt x="279" y="720"/>
                  </a:lnTo>
                  <a:lnTo>
                    <a:pt x="152" y="677"/>
                  </a:lnTo>
                  <a:lnTo>
                    <a:pt x="0" y="80"/>
                  </a:lnTo>
                  <a:lnTo>
                    <a:pt x="0" y="80"/>
                  </a:lnTo>
                  <a:close/>
                </a:path>
              </a:pathLst>
            </a:custGeom>
            <a:solidFill>
              <a:schemeClr val="bg2">
                <a:alpha val="100000"/>
              </a:schemeClr>
            </a:solidFill>
            <a:ln w="9525">
              <a:noFill/>
            </a:ln>
          </p:spPr>
          <p:txBody>
            <a:bodyPr/>
            <a:lstStyle/>
            <a:p>
              <a:endParaRPr lang="zh-CN" altLang="en-US" sz="1800"/>
            </a:p>
          </p:txBody>
        </p:sp>
        <p:sp>
          <p:nvSpPr>
            <p:cNvPr id="1058" name="Freeform 18"/>
            <p:cNvSpPr/>
            <p:nvPr userDrawn="1"/>
          </p:nvSpPr>
          <p:spPr>
            <a:xfrm>
              <a:off x="668" y="3590"/>
              <a:ext cx="364" cy="174"/>
            </a:xfrm>
            <a:custGeom>
              <a:avLst/>
              <a:gdLst/>
              <a:ahLst/>
              <a:cxnLst>
                <a:cxn ang="0">
                  <a:pos x="346" y="0"/>
                </a:cxn>
                <a:cxn ang="0">
                  <a:pos x="0" y="53"/>
                </a:cxn>
                <a:cxn ang="0">
                  <a:pos x="14" y="174"/>
                </a:cxn>
                <a:cxn ang="0">
                  <a:pos x="358" y="119"/>
                </a:cxn>
                <a:cxn ang="0">
                  <a:pos x="364" y="22"/>
                </a:cxn>
                <a:cxn ang="0">
                  <a:pos x="346" y="0"/>
                </a:cxn>
                <a:cxn ang="0">
                  <a:pos x="346" y="0"/>
                </a:cxn>
              </a:cxnLst>
              <a:rect l="0" t="0" r="0" b="0"/>
              <a:pathLst>
                <a:path w="728" h="348">
                  <a:moveTo>
                    <a:pt x="692" y="0"/>
                  </a:moveTo>
                  <a:lnTo>
                    <a:pt x="0" y="106"/>
                  </a:lnTo>
                  <a:lnTo>
                    <a:pt x="28" y="348"/>
                  </a:lnTo>
                  <a:lnTo>
                    <a:pt x="715" y="237"/>
                  </a:lnTo>
                  <a:lnTo>
                    <a:pt x="728" y="43"/>
                  </a:lnTo>
                  <a:lnTo>
                    <a:pt x="692" y="0"/>
                  </a:lnTo>
                  <a:lnTo>
                    <a:pt x="692" y="0"/>
                  </a:lnTo>
                  <a:close/>
                </a:path>
              </a:pathLst>
            </a:custGeom>
            <a:solidFill>
              <a:schemeClr val="bg2">
                <a:alpha val="100000"/>
              </a:schemeClr>
            </a:solidFill>
            <a:ln w="9525">
              <a:noFill/>
            </a:ln>
          </p:spPr>
          <p:txBody>
            <a:bodyPr/>
            <a:lstStyle/>
            <a:p>
              <a:endParaRPr lang="zh-CN" altLang="en-US" sz="1800"/>
            </a:p>
          </p:txBody>
        </p:sp>
        <p:sp>
          <p:nvSpPr>
            <p:cNvPr id="1059" name="Freeform 19"/>
            <p:cNvSpPr/>
            <p:nvPr userDrawn="1"/>
          </p:nvSpPr>
          <p:spPr>
            <a:xfrm>
              <a:off x="347" y="3693"/>
              <a:ext cx="156" cy="67"/>
            </a:xfrm>
            <a:custGeom>
              <a:avLst/>
              <a:gdLst/>
              <a:ahLst/>
              <a:cxnLst>
                <a:cxn ang="0">
                  <a:pos x="136" y="0"/>
                </a:cxn>
                <a:cxn ang="0">
                  <a:pos x="0" y="39"/>
                </a:cxn>
                <a:cxn ang="0">
                  <a:pos x="156" y="67"/>
                </a:cxn>
                <a:cxn ang="0">
                  <a:pos x="136" y="0"/>
                </a:cxn>
                <a:cxn ang="0">
                  <a:pos x="136" y="0"/>
                </a:cxn>
              </a:cxnLst>
              <a:rect l="0" t="0" r="0" b="0"/>
              <a:pathLst>
                <a:path w="312" h="135">
                  <a:moveTo>
                    <a:pt x="272" y="0"/>
                  </a:moveTo>
                  <a:lnTo>
                    <a:pt x="0" y="78"/>
                  </a:lnTo>
                  <a:lnTo>
                    <a:pt x="312" y="135"/>
                  </a:lnTo>
                  <a:lnTo>
                    <a:pt x="272" y="0"/>
                  </a:lnTo>
                  <a:lnTo>
                    <a:pt x="272" y="0"/>
                  </a:lnTo>
                  <a:close/>
                </a:path>
              </a:pathLst>
            </a:custGeom>
            <a:solidFill>
              <a:schemeClr val="accent1">
                <a:alpha val="100000"/>
              </a:schemeClr>
            </a:solidFill>
            <a:ln w="9525">
              <a:noFill/>
            </a:ln>
          </p:spPr>
          <p:txBody>
            <a:bodyPr/>
            <a:lstStyle/>
            <a:p>
              <a:endParaRPr lang="zh-CN" altLang="en-US" sz="1800"/>
            </a:p>
          </p:txBody>
        </p:sp>
        <p:grpSp>
          <p:nvGrpSpPr>
            <p:cNvPr id="1060" name="Group 20"/>
            <p:cNvGrpSpPr/>
            <p:nvPr userDrawn="1"/>
          </p:nvGrpSpPr>
          <p:grpSpPr>
            <a:xfrm>
              <a:off x="5" y="3490"/>
              <a:ext cx="1124" cy="780"/>
              <a:chOff x="5" y="3490"/>
              <a:chExt cx="1124" cy="780"/>
            </a:xfrm>
          </p:grpSpPr>
          <p:grpSp>
            <p:nvGrpSpPr>
              <p:cNvPr id="1061" name="Group 21"/>
              <p:cNvGrpSpPr/>
              <p:nvPr userDrawn="1"/>
            </p:nvGrpSpPr>
            <p:grpSpPr>
              <a:xfrm>
                <a:off x="499" y="3562"/>
                <a:ext cx="548" cy="708"/>
                <a:chOff x="499" y="3562"/>
                <a:chExt cx="548" cy="708"/>
              </a:xfrm>
            </p:grpSpPr>
            <p:sp>
              <p:nvSpPr>
                <p:cNvPr id="1074" name="Freeform 22"/>
                <p:cNvSpPr/>
                <p:nvPr userDrawn="1"/>
              </p:nvSpPr>
              <p:spPr>
                <a:xfrm>
                  <a:off x="499" y="3587"/>
                  <a:ext cx="157" cy="87"/>
                </a:xfrm>
                <a:custGeom>
                  <a:avLst/>
                  <a:gdLst/>
                  <a:ahLst/>
                  <a:cxnLst>
                    <a:cxn ang="0">
                      <a:pos x="0" y="53"/>
                    </a:cxn>
                    <a:cxn ang="0">
                      <a:pos x="57" y="5"/>
                    </a:cxn>
                    <a:cxn ang="0">
                      <a:pos x="107" y="0"/>
                    </a:cxn>
                    <a:cxn ang="0">
                      <a:pos x="146" y="13"/>
                    </a:cxn>
                    <a:cxn ang="0">
                      <a:pos x="157" y="45"/>
                    </a:cxn>
                    <a:cxn ang="0">
                      <a:pos x="84" y="33"/>
                    </a:cxn>
                    <a:cxn ang="0">
                      <a:pos x="37" y="50"/>
                    </a:cxn>
                    <a:cxn ang="0">
                      <a:pos x="7" y="87"/>
                    </a:cxn>
                    <a:cxn ang="0">
                      <a:pos x="0" y="53"/>
                    </a:cxn>
                    <a:cxn ang="0">
                      <a:pos x="0" y="53"/>
                    </a:cxn>
                  </a:cxnLst>
                  <a:rect l="0" t="0" r="0" b="0"/>
                  <a:pathLst>
                    <a:path w="313" h="175">
                      <a:moveTo>
                        <a:pt x="0" y="107"/>
                      </a:moveTo>
                      <a:lnTo>
                        <a:pt x="114" y="10"/>
                      </a:lnTo>
                      <a:lnTo>
                        <a:pt x="213" y="0"/>
                      </a:lnTo>
                      <a:lnTo>
                        <a:pt x="292" y="27"/>
                      </a:lnTo>
                      <a:lnTo>
                        <a:pt x="313" y="91"/>
                      </a:lnTo>
                      <a:lnTo>
                        <a:pt x="167" y="67"/>
                      </a:lnTo>
                      <a:lnTo>
                        <a:pt x="74" y="101"/>
                      </a:lnTo>
                      <a:lnTo>
                        <a:pt x="13" y="175"/>
                      </a:lnTo>
                      <a:lnTo>
                        <a:pt x="0" y="107"/>
                      </a:lnTo>
                      <a:lnTo>
                        <a:pt x="0" y="107"/>
                      </a:lnTo>
                      <a:close/>
                    </a:path>
                  </a:pathLst>
                </a:custGeom>
                <a:solidFill>
                  <a:schemeClr val="accent2">
                    <a:alpha val="100000"/>
                  </a:schemeClr>
                </a:solidFill>
                <a:ln w="9525">
                  <a:noFill/>
                </a:ln>
              </p:spPr>
              <p:txBody>
                <a:bodyPr/>
                <a:lstStyle/>
                <a:p>
                  <a:endParaRPr lang="zh-CN" altLang="en-US" sz="1800"/>
                </a:p>
              </p:txBody>
            </p:sp>
            <p:sp>
              <p:nvSpPr>
                <p:cNvPr id="1075" name="Freeform 23"/>
                <p:cNvSpPr/>
                <p:nvPr userDrawn="1"/>
              </p:nvSpPr>
              <p:spPr>
                <a:xfrm>
                  <a:off x="636" y="4137"/>
                  <a:ext cx="115" cy="133"/>
                </a:xfrm>
                <a:custGeom>
                  <a:avLst/>
                  <a:gdLst/>
                  <a:ahLst/>
                  <a:cxnLst>
                    <a:cxn ang="0">
                      <a:pos x="0" y="20"/>
                    </a:cxn>
                    <a:cxn ang="0">
                      <a:pos x="80" y="133"/>
                    </a:cxn>
                    <a:cxn ang="0">
                      <a:pos x="115" y="126"/>
                    </a:cxn>
                    <a:cxn ang="0">
                      <a:pos x="112" y="9"/>
                    </a:cxn>
                    <a:cxn ang="0">
                      <a:pos x="83" y="0"/>
                    </a:cxn>
                    <a:cxn ang="0">
                      <a:pos x="90" y="99"/>
                    </a:cxn>
                    <a:cxn ang="0">
                      <a:pos x="36" y="2"/>
                    </a:cxn>
                    <a:cxn ang="0">
                      <a:pos x="0" y="20"/>
                    </a:cxn>
                    <a:cxn ang="0">
                      <a:pos x="0" y="20"/>
                    </a:cxn>
                  </a:cxnLst>
                  <a:rect l="0" t="0" r="0" b="0"/>
                  <a:pathLst>
                    <a:path w="230" h="266">
                      <a:moveTo>
                        <a:pt x="0" y="40"/>
                      </a:moveTo>
                      <a:lnTo>
                        <a:pt x="160" y="266"/>
                      </a:lnTo>
                      <a:lnTo>
                        <a:pt x="230" y="251"/>
                      </a:lnTo>
                      <a:lnTo>
                        <a:pt x="223" y="17"/>
                      </a:lnTo>
                      <a:lnTo>
                        <a:pt x="166" y="0"/>
                      </a:lnTo>
                      <a:lnTo>
                        <a:pt x="179" y="197"/>
                      </a:lnTo>
                      <a:lnTo>
                        <a:pt x="71" y="4"/>
                      </a:lnTo>
                      <a:lnTo>
                        <a:pt x="0" y="40"/>
                      </a:lnTo>
                      <a:lnTo>
                        <a:pt x="0" y="40"/>
                      </a:lnTo>
                      <a:close/>
                    </a:path>
                  </a:pathLst>
                </a:custGeom>
                <a:solidFill>
                  <a:schemeClr val="accent2">
                    <a:alpha val="100000"/>
                  </a:schemeClr>
                </a:solidFill>
                <a:ln w="9525">
                  <a:noFill/>
                </a:ln>
              </p:spPr>
              <p:txBody>
                <a:bodyPr/>
                <a:lstStyle/>
                <a:p>
                  <a:endParaRPr lang="zh-CN" altLang="en-US" sz="1800"/>
                </a:p>
              </p:txBody>
            </p:sp>
            <p:sp>
              <p:nvSpPr>
                <p:cNvPr id="1076" name="Freeform 24"/>
                <p:cNvSpPr/>
                <p:nvPr userDrawn="1"/>
              </p:nvSpPr>
              <p:spPr>
                <a:xfrm>
                  <a:off x="1004" y="3562"/>
                  <a:ext cx="43" cy="117"/>
                </a:xfrm>
                <a:custGeom>
                  <a:avLst/>
                  <a:gdLst/>
                  <a:ahLst/>
                  <a:cxnLst>
                    <a:cxn ang="0">
                      <a:pos x="0" y="10"/>
                    </a:cxn>
                    <a:cxn ang="0">
                      <a:pos x="18" y="47"/>
                    </a:cxn>
                    <a:cxn ang="0">
                      <a:pos x="22" y="77"/>
                    </a:cxn>
                    <a:cxn ang="0">
                      <a:pos x="13" y="117"/>
                    </a:cxn>
                    <a:cxn ang="0">
                      <a:pos x="40" y="110"/>
                    </a:cxn>
                    <a:cxn ang="0">
                      <a:pos x="43" y="58"/>
                    </a:cxn>
                    <a:cxn ang="0">
                      <a:pos x="23" y="0"/>
                    </a:cxn>
                    <a:cxn ang="0">
                      <a:pos x="0" y="10"/>
                    </a:cxn>
                    <a:cxn ang="0">
                      <a:pos x="0" y="10"/>
                    </a:cxn>
                  </a:cxnLst>
                  <a:rect l="0" t="0" r="0" b="0"/>
                  <a:pathLst>
                    <a:path w="87" h="234">
                      <a:moveTo>
                        <a:pt x="0" y="19"/>
                      </a:moveTo>
                      <a:lnTo>
                        <a:pt x="36" y="93"/>
                      </a:lnTo>
                      <a:lnTo>
                        <a:pt x="44" y="154"/>
                      </a:lnTo>
                      <a:lnTo>
                        <a:pt x="27" y="234"/>
                      </a:lnTo>
                      <a:lnTo>
                        <a:pt x="80" y="220"/>
                      </a:lnTo>
                      <a:lnTo>
                        <a:pt x="87" y="116"/>
                      </a:lnTo>
                      <a:lnTo>
                        <a:pt x="46" y="0"/>
                      </a:lnTo>
                      <a:lnTo>
                        <a:pt x="0" y="19"/>
                      </a:lnTo>
                      <a:lnTo>
                        <a:pt x="0" y="19"/>
                      </a:lnTo>
                      <a:close/>
                    </a:path>
                  </a:pathLst>
                </a:custGeom>
                <a:solidFill>
                  <a:schemeClr val="accent2">
                    <a:alpha val="100000"/>
                  </a:schemeClr>
                </a:solidFill>
                <a:ln w="9525">
                  <a:noFill/>
                </a:ln>
              </p:spPr>
              <p:txBody>
                <a:bodyPr/>
                <a:lstStyle/>
                <a:p>
                  <a:endParaRPr lang="zh-CN" altLang="en-US" sz="1800"/>
                </a:p>
              </p:txBody>
            </p:sp>
          </p:grpSp>
          <p:sp>
            <p:nvSpPr>
              <p:cNvPr id="1062" name="Freeform 25"/>
              <p:cNvSpPr/>
              <p:nvPr userDrawn="1"/>
            </p:nvSpPr>
            <p:spPr>
              <a:xfrm>
                <a:off x="76" y="3732"/>
                <a:ext cx="595" cy="250"/>
              </a:xfrm>
              <a:custGeom>
                <a:avLst/>
                <a:gdLst/>
                <a:ahLst/>
                <a:cxnLst>
                  <a:cxn ang="0">
                    <a:pos x="50" y="0"/>
                  </a:cxn>
                  <a:cxn ang="0">
                    <a:pos x="595" y="245"/>
                  </a:cxn>
                  <a:cxn ang="0">
                    <a:pos x="538" y="250"/>
                  </a:cxn>
                  <a:cxn ang="0">
                    <a:pos x="0" y="14"/>
                  </a:cxn>
                  <a:cxn ang="0">
                    <a:pos x="50" y="0"/>
                  </a:cxn>
                  <a:cxn ang="0">
                    <a:pos x="50" y="0"/>
                  </a:cxn>
                </a:cxnLst>
                <a:rect l="0" t="0" r="0" b="0"/>
                <a:pathLst>
                  <a:path w="1190" h="500">
                    <a:moveTo>
                      <a:pt x="100" y="0"/>
                    </a:moveTo>
                    <a:lnTo>
                      <a:pt x="1190" y="490"/>
                    </a:lnTo>
                    <a:lnTo>
                      <a:pt x="1076" y="500"/>
                    </a:lnTo>
                    <a:lnTo>
                      <a:pt x="0" y="27"/>
                    </a:lnTo>
                    <a:lnTo>
                      <a:pt x="100" y="0"/>
                    </a:lnTo>
                    <a:lnTo>
                      <a:pt x="100" y="0"/>
                    </a:lnTo>
                    <a:close/>
                  </a:path>
                </a:pathLst>
              </a:custGeom>
              <a:solidFill>
                <a:schemeClr val="accent2">
                  <a:alpha val="100000"/>
                </a:schemeClr>
              </a:solidFill>
              <a:ln w="9525">
                <a:noFill/>
              </a:ln>
            </p:spPr>
            <p:txBody>
              <a:bodyPr/>
              <a:lstStyle/>
              <a:p>
                <a:endParaRPr lang="zh-CN" altLang="en-US" sz="1800"/>
              </a:p>
            </p:txBody>
          </p:sp>
          <p:sp>
            <p:nvSpPr>
              <p:cNvPr id="1063" name="Freeform 26"/>
              <p:cNvSpPr/>
              <p:nvPr userDrawn="1"/>
            </p:nvSpPr>
            <p:spPr>
              <a:xfrm>
                <a:off x="260" y="3886"/>
                <a:ext cx="244" cy="148"/>
              </a:xfrm>
              <a:custGeom>
                <a:avLst/>
                <a:gdLst/>
                <a:ahLst/>
                <a:cxnLst>
                  <a:cxn ang="0">
                    <a:pos x="7" y="17"/>
                  </a:cxn>
                  <a:cxn ang="0">
                    <a:pos x="80" y="33"/>
                  </a:cxn>
                  <a:cxn ang="0">
                    <a:pos x="162" y="69"/>
                  </a:cxn>
                  <a:cxn ang="0">
                    <a:pos x="220" y="122"/>
                  </a:cxn>
                  <a:cxn ang="0">
                    <a:pos x="163" y="115"/>
                  </a:cxn>
                  <a:cxn ang="0">
                    <a:pos x="69" y="73"/>
                  </a:cxn>
                  <a:cxn ang="0">
                    <a:pos x="25" y="40"/>
                  </a:cxn>
                  <a:cxn ang="0">
                    <a:pos x="53" y="82"/>
                  </a:cxn>
                  <a:cxn ang="0">
                    <a:pos x="136" y="135"/>
                  </a:cxn>
                  <a:cxn ang="0">
                    <a:pos x="233" y="148"/>
                  </a:cxn>
                  <a:cxn ang="0">
                    <a:pos x="244" y="112"/>
                  </a:cxn>
                  <a:cxn ang="0">
                    <a:pos x="197" y="60"/>
                  </a:cxn>
                  <a:cxn ang="0">
                    <a:pos x="85" y="9"/>
                  </a:cxn>
                  <a:cxn ang="0">
                    <a:pos x="0" y="0"/>
                  </a:cxn>
                  <a:cxn ang="0">
                    <a:pos x="7" y="17"/>
                  </a:cxn>
                  <a:cxn ang="0">
                    <a:pos x="7" y="17"/>
                  </a:cxn>
                </a:cxnLst>
                <a:rect l="0" t="0" r="0" b="0"/>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lnTo>
                      <a:pt x="14" y="34"/>
                    </a:lnTo>
                    <a:close/>
                  </a:path>
                </a:pathLst>
              </a:custGeom>
              <a:solidFill>
                <a:schemeClr val="accent2">
                  <a:alpha val="100000"/>
                </a:schemeClr>
              </a:solidFill>
              <a:ln w="9525">
                <a:noFill/>
              </a:ln>
            </p:spPr>
            <p:txBody>
              <a:bodyPr/>
              <a:lstStyle/>
              <a:p>
                <a:endParaRPr lang="zh-CN" altLang="en-US" sz="1800"/>
              </a:p>
            </p:txBody>
          </p:sp>
          <p:sp>
            <p:nvSpPr>
              <p:cNvPr id="1064" name="Freeform 27"/>
              <p:cNvSpPr/>
              <p:nvPr userDrawn="1"/>
            </p:nvSpPr>
            <p:spPr>
              <a:xfrm>
                <a:off x="565" y="3680"/>
                <a:ext cx="107" cy="238"/>
              </a:xfrm>
              <a:custGeom>
                <a:avLst/>
                <a:gdLst/>
                <a:ahLst/>
                <a:cxnLst>
                  <a:cxn ang="0">
                    <a:pos x="12" y="0"/>
                  </a:cxn>
                  <a:cxn ang="0">
                    <a:pos x="46" y="12"/>
                  </a:cxn>
                  <a:cxn ang="0">
                    <a:pos x="40" y="96"/>
                  </a:cxn>
                  <a:cxn ang="0">
                    <a:pos x="53" y="163"/>
                  </a:cxn>
                  <a:cxn ang="0">
                    <a:pos x="107" y="225"/>
                  </a:cxn>
                  <a:cxn ang="0">
                    <a:pos x="49" y="238"/>
                  </a:cxn>
                  <a:cxn ang="0">
                    <a:pos x="15" y="171"/>
                  </a:cxn>
                  <a:cxn ang="0">
                    <a:pos x="0" y="28"/>
                  </a:cxn>
                  <a:cxn ang="0">
                    <a:pos x="12" y="0"/>
                  </a:cxn>
                  <a:cxn ang="0">
                    <a:pos x="12" y="0"/>
                  </a:cxn>
                </a:cxnLst>
                <a:rect l="0" t="0" r="0" b="0"/>
                <a:pathLst>
                  <a:path w="213" h="478">
                    <a:moveTo>
                      <a:pt x="24" y="0"/>
                    </a:moveTo>
                    <a:lnTo>
                      <a:pt x="91" y="25"/>
                    </a:lnTo>
                    <a:lnTo>
                      <a:pt x="80" y="192"/>
                    </a:lnTo>
                    <a:lnTo>
                      <a:pt x="106" y="327"/>
                    </a:lnTo>
                    <a:lnTo>
                      <a:pt x="213" y="451"/>
                    </a:lnTo>
                    <a:lnTo>
                      <a:pt x="97" y="478"/>
                    </a:lnTo>
                    <a:lnTo>
                      <a:pt x="30" y="344"/>
                    </a:lnTo>
                    <a:lnTo>
                      <a:pt x="0" y="57"/>
                    </a:lnTo>
                    <a:lnTo>
                      <a:pt x="24" y="0"/>
                    </a:lnTo>
                    <a:lnTo>
                      <a:pt x="24" y="0"/>
                    </a:lnTo>
                    <a:close/>
                  </a:path>
                </a:pathLst>
              </a:custGeom>
              <a:solidFill>
                <a:schemeClr val="accent2">
                  <a:alpha val="100000"/>
                </a:schemeClr>
              </a:solidFill>
              <a:ln w="9525">
                <a:noFill/>
              </a:ln>
            </p:spPr>
            <p:txBody>
              <a:bodyPr/>
              <a:lstStyle/>
              <a:p>
                <a:endParaRPr lang="zh-CN" altLang="en-US" sz="1800"/>
              </a:p>
            </p:txBody>
          </p:sp>
          <p:grpSp>
            <p:nvGrpSpPr>
              <p:cNvPr id="1065" name="Group 28"/>
              <p:cNvGrpSpPr/>
              <p:nvPr userDrawn="1"/>
            </p:nvGrpSpPr>
            <p:grpSpPr>
              <a:xfrm>
                <a:off x="5" y="3490"/>
                <a:ext cx="1124" cy="678"/>
                <a:chOff x="5" y="3490"/>
                <a:chExt cx="1124" cy="678"/>
              </a:xfrm>
            </p:grpSpPr>
            <p:sp>
              <p:nvSpPr>
                <p:cNvPr id="1066" name="Freeform 29"/>
                <p:cNvSpPr/>
                <p:nvPr userDrawn="1"/>
              </p:nvSpPr>
              <p:spPr>
                <a:xfrm>
                  <a:off x="669" y="4048"/>
                  <a:ext cx="75" cy="87"/>
                </a:xfrm>
                <a:custGeom>
                  <a:avLst/>
                  <a:gdLst/>
                  <a:ahLst/>
                  <a:cxnLst>
                    <a:cxn ang="0">
                      <a:pos x="55" y="0"/>
                    </a:cxn>
                    <a:cxn ang="0">
                      <a:pos x="20" y="33"/>
                    </a:cxn>
                    <a:cxn ang="0">
                      <a:pos x="0" y="87"/>
                    </a:cxn>
                    <a:cxn ang="0">
                      <a:pos x="40" y="80"/>
                    </a:cxn>
                    <a:cxn ang="0">
                      <a:pos x="52" y="42"/>
                    </a:cxn>
                    <a:cxn ang="0">
                      <a:pos x="75" y="14"/>
                    </a:cxn>
                    <a:cxn ang="0">
                      <a:pos x="55" y="0"/>
                    </a:cxn>
                    <a:cxn ang="0">
                      <a:pos x="55" y="0"/>
                    </a:cxn>
                  </a:cxnLst>
                  <a:rect l="0" t="0" r="0" b="0"/>
                  <a:pathLst>
                    <a:path w="150" h="173">
                      <a:moveTo>
                        <a:pt x="110" y="0"/>
                      </a:moveTo>
                      <a:lnTo>
                        <a:pt x="40" y="66"/>
                      </a:lnTo>
                      <a:lnTo>
                        <a:pt x="0" y="173"/>
                      </a:lnTo>
                      <a:lnTo>
                        <a:pt x="80" y="160"/>
                      </a:lnTo>
                      <a:lnTo>
                        <a:pt x="103" y="84"/>
                      </a:lnTo>
                      <a:lnTo>
                        <a:pt x="150" y="27"/>
                      </a:lnTo>
                      <a:lnTo>
                        <a:pt x="110" y="0"/>
                      </a:lnTo>
                      <a:lnTo>
                        <a:pt x="110" y="0"/>
                      </a:lnTo>
                      <a:close/>
                    </a:path>
                  </a:pathLst>
                </a:custGeom>
                <a:solidFill>
                  <a:schemeClr val="accent2">
                    <a:alpha val="100000"/>
                  </a:schemeClr>
                </a:solidFill>
                <a:ln w="9525">
                  <a:noFill/>
                </a:ln>
              </p:spPr>
              <p:txBody>
                <a:bodyPr/>
                <a:lstStyle/>
                <a:p>
                  <a:endParaRPr lang="zh-CN" altLang="en-US" sz="1800"/>
                </a:p>
              </p:txBody>
            </p:sp>
            <p:sp>
              <p:nvSpPr>
                <p:cNvPr id="1067" name="Freeform 30"/>
                <p:cNvSpPr/>
                <p:nvPr userDrawn="1"/>
              </p:nvSpPr>
              <p:spPr>
                <a:xfrm>
                  <a:off x="5" y="3728"/>
                  <a:ext cx="842" cy="440"/>
                </a:xfrm>
                <a:custGeom>
                  <a:avLst/>
                  <a:gdLst/>
                  <a:ahLst/>
                  <a:cxnLst>
                    <a:cxn ang="0">
                      <a:pos x="78" y="0"/>
                    </a:cxn>
                    <a:cxn ang="0">
                      <a:pos x="32" y="26"/>
                    </a:cxn>
                    <a:cxn ang="0">
                      <a:pos x="0" y="104"/>
                    </a:cxn>
                    <a:cxn ang="0">
                      <a:pos x="34" y="179"/>
                    </a:cxn>
                    <a:cxn ang="0">
                      <a:pos x="591" y="434"/>
                    </a:cxn>
                    <a:cxn ang="0">
                      <a:pos x="711" y="418"/>
                    </a:cxn>
                    <a:cxn ang="0">
                      <a:pos x="808" y="440"/>
                    </a:cxn>
                    <a:cxn ang="0">
                      <a:pos x="842" y="404"/>
                    </a:cxn>
                    <a:cxn ang="0">
                      <a:pos x="751" y="332"/>
                    </a:cxn>
                    <a:cxn ang="0">
                      <a:pos x="714" y="256"/>
                    </a:cxn>
                    <a:cxn ang="0">
                      <a:pos x="685" y="264"/>
                    </a:cxn>
                    <a:cxn ang="0">
                      <a:pos x="720" y="332"/>
                    </a:cxn>
                    <a:cxn ang="0">
                      <a:pos x="789" y="405"/>
                    </a:cxn>
                    <a:cxn ang="0">
                      <a:pos x="707" y="394"/>
                    </a:cxn>
                    <a:cxn ang="0">
                      <a:pos x="610" y="407"/>
                    </a:cxn>
                    <a:cxn ang="0">
                      <a:pos x="628" y="325"/>
                    </a:cxn>
                    <a:cxn ang="0">
                      <a:pos x="669" y="269"/>
                    </a:cxn>
                    <a:cxn ang="0">
                      <a:pos x="621" y="276"/>
                    </a:cxn>
                    <a:cxn ang="0">
                      <a:pos x="583" y="329"/>
                    </a:cxn>
                    <a:cxn ang="0">
                      <a:pos x="570" y="396"/>
                    </a:cxn>
                    <a:cxn ang="0">
                      <a:pos x="54" y="155"/>
                    </a:cxn>
                    <a:cxn ang="0">
                      <a:pos x="40" y="108"/>
                    </a:cxn>
                    <a:cxn ang="0">
                      <a:pos x="52" y="48"/>
                    </a:cxn>
                    <a:cxn ang="0">
                      <a:pos x="109" y="0"/>
                    </a:cxn>
                    <a:cxn ang="0">
                      <a:pos x="78" y="0"/>
                    </a:cxn>
                    <a:cxn ang="0">
                      <a:pos x="78" y="0"/>
                    </a:cxn>
                  </a:cxnLst>
                  <a:rect l="0" t="0" r="0" b="0"/>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lnTo>
                        <a:pt x="156" y="0"/>
                      </a:lnTo>
                      <a:close/>
                    </a:path>
                  </a:pathLst>
                </a:custGeom>
                <a:solidFill>
                  <a:schemeClr val="accent2">
                    <a:alpha val="100000"/>
                  </a:schemeClr>
                </a:solidFill>
                <a:ln w="9525">
                  <a:noFill/>
                </a:ln>
              </p:spPr>
              <p:txBody>
                <a:bodyPr/>
                <a:lstStyle/>
                <a:p>
                  <a:endParaRPr lang="zh-CN" altLang="en-US" sz="1800"/>
                </a:p>
              </p:txBody>
            </p:sp>
            <p:sp>
              <p:nvSpPr>
                <p:cNvPr id="1068" name="Freeform 31"/>
                <p:cNvSpPr/>
                <p:nvPr userDrawn="1"/>
              </p:nvSpPr>
              <p:spPr>
                <a:xfrm>
                  <a:off x="106" y="3770"/>
                  <a:ext cx="80" cy="167"/>
                </a:xfrm>
                <a:custGeom>
                  <a:avLst/>
                  <a:gdLst/>
                  <a:ahLst/>
                  <a:cxnLst>
                    <a:cxn ang="0">
                      <a:pos x="58" y="0"/>
                    </a:cxn>
                    <a:cxn ang="0">
                      <a:pos x="10" y="53"/>
                    </a:cxn>
                    <a:cxn ang="0">
                      <a:pos x="0" y="115"/>
                    </a:cxn>
                    <a:cxn ang="0">
                      <a:pos x="17" y="157"/>
                    </a:cxn>
                    <a:cxn ang="0">
                      <a:pos x="47" y="167"/>
                    </a:cxn>
                    <a:cxn ang="0">
                      <a:pos x="38" y="77"/>
                    </a:cxn>
                    <a:cxn ang="0">
                      <a:pos x="80" y="8"/>
                    </a:cxn>
                    <a:cxn ang="0">
                      <a:pos x="58" y="0"/>
                    </a:cxn>
                    <a:cxn ang="0">
                      <a:pos x="58" y="0"/>
                    </a:cxn>
                  </a:cxnLst>
                  <a:rect l="0" t="0" r="0" b="0"/>
                  <a:pathLst>
                    <a:path w="160" h="335">
                      <a:moveTo>
                        <a:pt x="116" y="0"/>
                      </a:moveTo>
                      <a:lnTo>
                        <a:pt x="19" y="106"/>
                      </a:lnTo>
                      <a:lnTo>
                        <a:pt x="0" y="230"/>
                      </a:lnTo>
                      <a:lnTo>
                        <a:pt x="33" y="314"/>
                      </a:lnTo>
                      <a:lnTo>
                        <a:pt x="94" y="335"/>
                      </a:lnTo>
                      <a:lnTo>
                        <a:pt x="76" y="154"/>
                      </a:lnTo>
                      <a:lnTo>
                        <a:pt x="160" y="17"/>
                      </a:lnTo>
                      <a:lnTo>
                        <a:pt x="116" y="0"/>
                      </a:lnTo>
                      <a:lnTo>
                        <a:pt x="116" y="0"/>
                      </a:lnTo>
                      <a:close/>
                    </a:path>
                  </a:pathLst>
                </a:custGeom>
                <a:solidFill>
                  <a:schemeClr val="accent2">
                    <a:alpha val="100000"/>
                  </a:schemeClr>
                </a:solidFill>
                <a:ln w="9525">
                  <a:noFill/>
                </a:ln>
              </p:spPr>
              <p:txBody>
                <a:bodyPr/>
                <a:lstStyle/>
                <a:p>
                  <a:endParaRPr lang="zh-CN" altLang="en-US" sz="1800"/>
                </a:p>
              </p:txBody>
            </p:sp>
            <p:sp>
              <p:nvSpPr>
                <p:cNvPr id="1069" name="Freeform 32"/>
                <p:cNvSpPr/>
                <p:nvPr userDrawn="1"/>
              </p:nvSpPr>
              <p:spPr>
                <a:xfrm>
                  <a:off x="449" y="3490"/>
                  <a:ext cx="322" cy="594"/>
                </a:xfrm>
                <a:custGeom>
                  <a:avLst/>
                  <a:gdLst/>
                  <a:ahLst/>
                  <a:cxnLst>
                    <a:cxn ang="0">
                      <a:pos x="109" y="448"/>
                    </a:cxn>
                    <a:cxn ang="0">
                      <a:pos x="0" y="62"/>
                    </a:cxn>
                    <a:cxn ang="0">
                      <a:pos x="41" y="19"/>
                    </a:cxn>
                    <a:cxn ang="0">
                      <a:pos x="129" y="0"/>
                    </a:cxn>
                    <a:cxn ang="0">
                      <a:pos x="200" y="29"/>
                    </a:cxn>
                    <a:cxn ang="0">
                      <a:pos x="322" y="594"/>
                    </a:cxn>
                    <a:cxn ang="0">
                      <a:pos x="278" y="546"/>
                    </a:cxn>
                    <a:cxn ang="0">
                      <a:pos x="178" y="49"/>
                    </a:cxn>
                    <a:cxn ang="0">
                      <a:pos x="113" y="31"/>
                    </a:cxn>
                    <a:cxn ang="0">
                      <a:pos x="60" y="37"/>
                    </a:cxn>
                    <a:cxn ang="0">
                      <a:pos x="38" y="71"/>
                    </a:cxn>
                    <a:cxn ang="0">
                      <a:pos x="153" y="462"/>
                    </a:cxn>
                    <a:cxn ang="0">
                      <a:pos x="109" y="448"/>
                    </a:cxn>
                    <a:cxn ang="0">
                      <a:pos x="109" y="448"/>
                    </a:cxn>
                  </a:cxnLst>
                  <a:rect l="0" t="0" r="0" b="0"/>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lnTo>
                        <a:pt x="218" y="896"/>
                      </a:lnTo>
                      <a:close/>
                    </a:path>
                  </a:pathLst>
                </a:custGeom>
                <a:solidFill>
                  <a:schemeClr val="accent2">
                    <a:alpha val="100000"/>
                  </a:schemeClr>
                </a:solidFill>
                <a:ln w="9525">
                  <a:noFill/>
                </a:ln>
              </p:spPr>
              <p:txBody>
                <a:bodyPr/>
                <a:lstStyle/>
                <a:p>
                  <a:endParaRPr lang="zh-CN" altLang="en-US" sz="1800"/>
                </a:p>
              </p:txBody>
            </p:sp>
            <p:sp>
              <p:nvSpPr>
                <p:cNvPr id="1070" name="Freeform 33"/>
                <p:cNvSpPr/>
                <p:nvPr userDrawn="1"/>
              </p:nvSpPr>
              <p:spPr>
                <a:xfrm>
                  <a:off x="578" y="3650"/>
                  <a:ext cx="96" cy="252"/>
                </a:xfrm>
                <a:custGeom>
                  <a:avLst/>
                  <a:gdLst/>
                  <a:ahLst/>
                  <a:cxnLst>
                    <a:cxn ang="0">
                      <a:pos x="0" y="14"/>
                    </a:cxn>
                    <a:cxn ang="0">
                      <a:pos x="38" y="97"/>
                    </a:cxn>
                    <a:cxn ang="0">
                      <a:pos x="57" y="159"/>
                    </a:cxn>
                    <a:cxn ang="0">
                      <a:pos x="58" y="252"/>
                    </a:cxn>
                    <a:cxn ang="0">
                      <a:pos x="96" y="252"/>
                    </a:cxn>
                    <a:cxn ang="0">
                      <a:pos x="94" y="180"/>
                    </a:cxn>
                    <a:cxn ang="0">
                      <a:pos x="81" y="104"/>
                    </a:cxn>
                    <a:cxn ang="0">
                      <a:pos x="50" y="30"/>
                    </a:cxn>
                    <a:cxn ang="0">
                      <a:pos x="32" y="0"/>
                    </a:cxn>
                    <a:cxn ang="0">
                      <a:pos x="0" y="14"/>
                    </a:cxn>
                    <a:cxn ang="0">
                      <a:pos x="0" y="14"/>
                    </a:cxn>
                  </a:cxnLst>
                  <a:rect l="0" t="0" r="0" b="0"/>
                  <a:pathLst>
                    <a:path w="192" h="504">
                      <a:moveTo>
                        <a:pt x="0" y="27"/>
                      </a:moveTo>
                      <a:lnTo>
                        <a:pt x="76" y="194"/>
                      </a:lnTo>
                      <a:lnTo>
                        <a:pt x="113" y="318"/>
                      </a:lnTo>
                      <a:lnTo>
                        <a:pt x="116" y="504"/>
                      </a:lnTo>
                      <a:lnTo>
                        <a:pt x="192" y="504"/>
                      </a:lnTo>
                      <a:lnTo>
                        <a:pt x="187" y="360"/>
                      </a:lnTo>
                      <a:lnTo>
                        <a:pt x="162" y="208"/>
                      </a:lnTo>
                      <a:lnTo>
                        <a:pt x="99" y="59"/>
                      </a:lnTo>
                      <a:lnTo>
                        <a:pt x="63" y="0"/>
                      </a:lnTo>
                      <a:lnTo>
                        <a:pt x="0" y="27"/>
                      </a:lnTo>
                      <a:lnTo>
                        <a:pt x="0" y="27"/>
                      </a:lnTo>
                      <a:close/>
                    </a:path>
                  </a:pathLst>
                </a:custGeom>
                <a:solidFill>
                  <a:schemeClr val="accent2">
                    <a:alpha val="100000"/>
                  </a:schemeClr>
                </a:solidFill>
                <a:ln w="9525">
                  <a:noFill/>
                </a:ln>
              </p:spPr>
              <p:txBody>
                <a:bodyPr/>
                <a:lstStyle/>
                <a:p>
                  <a:endParaRPr lang="zh-CN" altLang="en-US" sz="1800"/>
                </a:p>
              </p:txBody>
            </p:sp>
            <p:sp>
              <p:nvSpPr>
                <p:cNvPr id="1071" name="Freeform 34"/>
                <p:cNvSpPr/>
                <p:nvPr userDrawn="1"/>
              </p:nvSpPr>
              <p:spPr>
                <a:xfrm>
                  <a:off x="328" y="3630"/>
                  <a:ext cx="195" cy="135"/>
                </a:xfrm>
                <a:custGeom>
                  <a:avLst/>
                  <a:gdLst/>
                  <a:ahLst/>
                  <a:cxnLst>
                    <a:cxn ang="0">
                      <a:pos x="149" y="0"/>
                    </a:cxn>
                    <a:cxn ang="0">
                      <a:pos x="129" y="9"/>
                    </a:cxn>
                    <a:cxn ang="0">
                      <a:pos x="127" y="33"/>
                    </a:cxn>
                    <a:cxn ang="0">
                      <a:pos x="0" y="85"/>
                    </a:cxn>
                    <a:cxn ang="0">
                      <a:pos x="0" y="111"/>
                    </a:cxn>
                    <a:cxn ang="0">
                      <a:pos x="142" y="113"/>
                    </a:cxn>
                    <a:cxn ang="0">
                      <a:pos x="160" y="135"/>
                    </a:cxn>
                    <a:cxn ang="0">
                      <a:pos x="195" y="133"/>
                    </a:cxn>
                    <a:cxn ang="0">
                      <a:pos x="192" y="95"/>
                    </a:cxn>
                    <a:cxn ang="0">
                      <a:pos x="58" y="88"/>
                    </a:cxn>
                    <a:cxn ang="0">
                      <a:pos x="167" y="45"/>
                    </a:cxn>
                    <a:cxn ang="0">
                      <a:pos x="149" y="0"/>
                    </a:cxn>
                    <a:cxn ang="0">
                      <a:pos x="149" y="0"/>
                    </a:cxn>
                  </a:cxnLst>
                  <a:rect l="0" t="0" r="0" b="0"/>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lnTo>
                        <a:pt x="297" y="0"/>
                      </a:lnTo>
                      <a:close/>
                    </a:path>
                  </a:pathLst>
                </a:custGeom>
                <a:solidFill>
                  <a:schemeClr val="accent2">
                    <a:alpha val="100000"/>
                  </a:schemeClr>
                </a:solidFill>
                <a:ln w="9525">
                  <a:noFill/>
                </a:ln>
              </p:spPr>
              <p:txBody>
                <a:bodyPr/>
                <a:lstStyle/>
                <a:p>
                  <a:endParaRPr lang="zh-CN" altLang="en-US" sz="1800"/>
                </a:p>
              </p:txBody>
            </p:sp>
            <p:sp>
              <p:nvSpPr>
                <p:cNvPr id="1072" name="Freeform 35"/>
                <p:cNvSpPr/>
                <p:nvPr userDrawn="1"/>
              </p:nvSpPr>
              <p:spPr>
                <a:xfrm>
                  <a:off x="658" y="3538"/>
                  <a:ext cx="471" cy="212"/>
                </a:xfrm>
                <a:custGeom>
                  <a:avLst/>
                  <a:gdLst/>
                  <a:ahLst/>
                  <a:cxnLst>
                    <a:cxn ang="0">
                      <a:pos x="0" y="66"/>
                    </a:cxn>
                    <a:cxn ang="0">
                      <a:pos x="432" y="0"/>
                    </a:cxn>
                    <a:cxn ang="0">
                      <a:pos x="463" y="39"/>
                    </a:cxn>
                    <a:cxn ang="0">
                      <a:pos x="471" y="91"/>
                    </a:cxn>
                    <a:cxn ang="0">
                      <a:pos x="452" y="141"/>
                    </a:cxn>
                    <a:cxn ang="0">
                      <a:pos x="29" y="212"/>
                    </a:cxn>
                    <a:cxn ang="0">
                      <a:pos x="27" y="192"/>
                    </a:cxn>
                    <a:cxn ang="0">
                      <a:pos x="432" y="121"/>
                    </a:cxn>
                    <a:cxn ang="0">
                      <a:pos x="447" y="73"/>
                    </a:cxn>
                    <a:cxn ang="0">
                      <a:pos x="420" y="29"/>
                    </a:cxn>
                    <a:cxn ang="0">
                      <a:pos x="0" y="93"/>
                    </a:cxn>
                    <a:cxn ang="0">
                      <a:pos x="0" y="66"/>
                    </a:cxn>
                    <a:cxn ang="0">
                      <a:pos x="0" y="66"/>
                    </a:cxn>
                  </a:cxnLst>
                  <a:rect l="0" t="0" r="0" b="0"/>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lnTo>
                        <a:pt x="0" y="131"/>
                      </a:lnTo>
                      <a:close/>
                    </a:path>
                  </a:pathLst>
                </a:custGeom>
                <a:solidFill>
                  <a:schemeClr val="accent2">
                    <a:alpha val="100000"/>
                  </a:schemeClr>
                </a:solidFill>
                <a:ln w="9525">
                  <a:noFill/>
                </a:ln>
              </p:spPr>
              <p:txBody>
                <a:bodyPr/>
                <a:lstStyle/>
                <a:p>
                  <a:endParaRPr lang="zh-CN" altLang="en-US" sz="1800"/>
                </a:p>
              </p:txBody>
            </p:sp>
            <p:sp>
              <p:nvSpPr>
                <p:cNvPr id="1073" name="Freeform 36"/>
                <p:cNvSpPr/>
                <p:nvPr userDrawn="1"/>
              </p:nvSpPr>
              <p:spPr>
                <a:xfrm>
                  <a:off x="717" y="3606"/>
                  <a:ext cx="245" cy="86"/>
                </a:xfrm>
                <a:custGeom>
                  <a:avLst/>
                  <a:gdLst/>
                  <a:ahLst/>
                  <a:cxnLst>
                    <a:cxn ang="0">
                      <a:pos x="0" y="63"/>
                    </a:cxn>
                    <a:cxn ang="0">
                      <a:pos x="33" y="86"/>
                    </a:cxn>
                    <a:cxn ang="0">
                      <a:pos x="111" y="83"/>
                    </a:cxn>
                    <a:cxn ang="0">
                      <a:pos x="210" y="58"/>
                    </a:cxn>
                    <a:cxn ang="0">
                      <a:pos x="245" y="21"/>
                    </a:cxn>
                    <a:cxn ang="0">
                      <a:pos x="222" y="1"/>
                    </a:cxn>
                    <a:cxn ang="0">
                      <a:pos x="127" y="0"/>
                    </a:cxn>
                    <a:cxn ang="0">
                      <a:pos x="55" y="6"/>
                    </a:cxn>
                    <a:cxn ang="0">
                      <a:pos x="8" y="38"/>
                    </a:cxn>
                    <a:cxn ang="0">
                      <a:pos x="56" y="47"/>
                    </a:cxn>
                    <a:cxn ang="0">
                      <a:pos x="138" y="26"/>
                    </a:cxn>
                    <a:cxn ang="0">
                      <a:pos x="209" y="26"/>
                    </a:cxn>
                    <a:cxn ang="0">
                      <a:pos x="135" y="55"/>
                    </a:cxn>
                    <a:cxn ang="0">
                      <a:pos x="71" y="63"/>
                    </a:cxn>
                    <a:cxn ang="0">
                      <a:pos x="0" y="63"/>
                    </a:cxn>
                    <a:cxn ang="0">
                      <a:pos x="0" y="63"/>
                    </a:cxn>
                  </a:cxnLst>
                  <a:rect l="0" t="0" r="0" b="0"/>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lnTo>
                        <a:pt x="0" y="126"/>
                      </a:lnTo>
                      <a:close/>
                    </a:path>
                  </a:pathLst>
                </a:custGeom>
                <a:solidFill>
                  <a:schemeClr val="accent2">
                    <a:alpha val="100000"/>
                  </a:schemeClr>
                </a:solidFill>
                <a:ln w="9525">
                  <a:noFill/>
                </a:ln>
              </p:spPr>
              <p:txBody>
                <a:bodyPr/>
                <a:lstStyle/>
                <a:p>
                  <a:endParaRPr lang="zh-CN" altLang="en-US" sz="1800"/>
                </a:p>
              </p:txBody>
            </p:sp>
          </p:grpSp>
        </p:grpSp>
      </p:grpSp>
      <p:grpSp>
        <p:nvGrpSpPr>
          <p:cNvPr id="1035" name="Group 37"/>
          <p:cNvGrpSpPr/>
          <p:nvPr/>
        </p:nvGrpSpPr>
        <p:grpSpPr>
          <a:xfrm>
            <a:off x="8680450" y="2116138"/>
            <a:ext cx="385763" cy="4308475"/>
            <a:chOff x="5468" y="1333"/>
            <a:chExt cx="243" cy="2714"/>
          </a:xfrm>
        </p:grpSpPr>
        <p:sp>
          <p:nvSpPr>
            <p:cNvPr id="1049" name="Freeform 38"/>
            <p:cNvSpPr/>
            <p:nvPr userDrawn="1"/>
          </p:nvSpPr>
          <p:spPr>
            <a:xfrm flipH="1">
              <a:off x="5468" y="2620"/>
              <a:ext cx="205" cy="1427"/>
            </a:xfrm>
            <a:custGeom>
              <a:avLst/>
              <a:gdLst/>
              <a:ahLst/>
              <a:cxnLst>
                <a:cxn ang="0">
                  <a:pos x="184" y="1379"/>
                </a:cxn>
                <a:cxn ang="0">
                  <a:pos x="101" y="1287"/>
                </a:cxn>
                <a:cxn ang="0">
                  <a:pos x="85" y="1216"/>
                </a:cxn>
                <a:cxn ang="0">
                  <a:pos x="99" y="1111"/>
                </a:cxn>
                <a:cxn ang="0">
                  <a:pos x="157" y="984"/>
                </a:cxn>
                <a:cxn ang="0">
                  <a:pos x="170" y="904"/>
                </a:cxn>
                <a:cxn ang="0">
                  <a:pos x="157" y="851"/>
                </a:cxn>
                <a:cxn ang="0">
                  <a:pos x="106" y="812"/>
                </a:cxn>
                <a:cxn ang="0">
                  <a:pos x="96" y="763"/>
                </a:cxn>
                <a:cxn ang="0">
                  <a:pos x="114" y="693"/>
                </a:cxn>
                <a:cxn ang="0">
                  <a:pos x="197" y="505"/>
                </a:cxn>
                <a:cxn ang="0">
                  <a:pos x="205" y="413"/>
                </a:cxn>
                <a:cxn ang="0">
                  <a:pos x="184" y="312"/>
                </a:cxn>
                <a:cxn ang="0">
                  <a:pos x="114" y="263"/>
                </a:cxn>
                <a:cxn ang="0">
                  <a:pos x="53" y="184"/>
                </a:cxn>
                <a:cxn ang="0">
                  <a:pos x="0" y="0"/>
                </a:cxn>
                <a:cxn ang="0">
                  <a:pos x="8" y="167"/>
                </a:cxn>
                <a:cxn ang="0">
                  <a:pos x="48" y="267"/>
                </a:cxn>
                <a:cxn ang="0">
                  <a:pos x="101" y="329"/>
                </a:cxn>
                <a:cxn ang="0">
                  <a:pos x="160" y="364"/>
                </a:cxn>
                <a:cxn ang="0">
                  <a:pos x="163" y="456"/>
                </a:cxn>
                <a:cxn ang="0">
                  <a:pos x="133" y="553"/>
                </a:cxn>
                <a:cxn ang="0">
                  <a:pos x="64" y="724"/>
                </a:cxn>
                <a:cxn ang="0">
                  <a:pos x="61" y="834"/>
                </a:cxn>
                <a:cxn ang="0">
                  <a:pos x="125" y="895"/>
                </a:cxn>
                <a:cxn ang="0">
                  <a:pos x="122" y="952"/>
                </a:cxn>
                <a:cxn ang="0">
                  <a:pos x="66" y="1071"/>
                </a:cxn>
                <a:cxn ang="0">
                  <a:pos x="42" y="1185"/>
                </a:cxn>
                <a:cxn ang="0">
                  <a:pos x="64" y="1308"/>
                </a:cxn>
                <a:cxn ang="0">
                  <a:pos x="114" y="1374"/>
                </a:cxn>
                <a:cxn ang="0">
                  <a:pos x="178" y="1427"/>
                </a:cxn>
                <a:cxn ang="0">
                  <a:pos x="184" y="1379"/>
                </a:cxn>
                <a:cxn ang="0">
                  <a:pos x="184" y="1379"/>
                </a:cxn>
              </a:cxnLst>
              <a:rect l="0" t="0" r="0" b="0"/>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alpha val="100000"/>
              </a:schemeClr>
            </a:solidFill>
            <a:ln w="9525">
              <a:noFill/>
            </a:ln>
          </p:spPr>
          <p:txBody>
            <a:bodyPr/>
            <a:lstStyle/>
            <a:p>
              <a:endParaRPr lang="zh-CN" altLang="en-US" sz="1800"/>
            </a:p>
          </p:txBody>
        </p:sp>
        <p:sp>
          <p:nvSpPr>
            <p:cNvPr id="1050" name="Freeform 39"/>
            <p:cNvSpPr/>
            <p:nvPr userDrawn="1"/>
          </p:nvSpPr>
          <p:spPr>
            <a:xfrm flipH="1">
              <a:off x="5506" y="1333"/>
              <a:ext cx="205" cy="1633"/>
            </a:xfrm>
            <a:custGeom>
              <a:avLst/>
              <a:gdLst/>
              <a:ahLst/>
              <a:cxnLst>
                <a:cxn ang="0">
                  <a:pos x="184" y="1578"/>
                </a:cxn>
                <a:cxn ang="0">
                  <a:pos x="101" y="1473"/>
                </a:cxn>
                <a:cxn ang="0">
                  <a:pos x="85" y="1392"/>
                </a:cxn>
                <a:cxn ang="0">
                  <a:pos x="99" y="1271"/>
                </a:cxn>
                <a:cxn ang="0">
                  <a:pos x="157" y="1126"/>
                </a:cxn>
                <a:cxn ang="0">
                  <a:pos x="170" y="1035"/>
                </a:cxn>
                <a:cxn ang="0">
                  <a:pos x="157" y="974"/>
                </a:cxn>
                <a:cxn ang="0">
                  <a:pos x="106" y="930"/>
                </a:cxn>
                <a:cxn ang="0">
                  <a:pos x="96" y="874"/>
                </a:cxn>
                <a:cxn ang="0">
                  <a:pos x="114" y="794"/>
                </a:cxn>
                <a:cxn ang="0">
                  <a:pos x="197" y="578"/>
                </a:cxn>
                <a:cxn ang="0">
                  <a:pos x="205" y="473"/>
                </a:cxn>
                <a:cxn ang="0">
                  <a:pos x="184" y="357"/>
                </a:cxn>
                <a:cxn ang="0">
                  <a:pos x="114" y="302"/>
                </a:cxn>
                <a:cxn ang="0">
                  <a:pos x="53" y="211"/>
                </a:cxn>
                <a:cxn ang="0">
                  <a:pos x="0" y="0"/>
                </a:cxn>
                <a:cxn ang="0">
                  <a:pos x="8" y="191"/>
                </a:cxn>
                <a:cxn ang="0">
                  <a:pos x="48" y="306"/>
                </a:cxn>
                <a:cxn ang="0">
                  <a:pos x="101" y="377"/>
                </a:cxn>
                <a:cxn ang="0">
                  <a:pos x="160" y="417"/>
                </a:cxn>
                <a:cxn ang="0">
                  <a:pos x="163" y="522"/>
                </a:cxn>
                <a:cxn ang="0">
                  <a:pos x="133" y="633"/>
                </a:cxn>
                <a:cxn ang="0">
                  <a:pos x="64" y="829"/>
                </a:cxn>
                <a:cxn ang="0">
                  <a:pos x="61" y="955"/>
                </a:cxn>
                <a:cxn ang="0">
                  <a:pos x="125" y="1025"/>
                </a:cxn>
                <a:cxn ang="0">
                  <a:pos x="122" y="1090"/>
                </a:cxn>
                <a:cxn ang="0">
                  <a:pos x="66" y="1226"/>
                </a:cxn>
                <a:cxn ang="0">
                  <a:pos x="42" y="1357"/>
                </a:cxn>
                <a:cxn ang="0">
                  <a:pos x="64" y="1497"/>
                </a:cxn>
                <a:cxn ang="0">
                  <a:pos x="114" y="1572"/>
                </a:cxn>
                <a:cxn ang="0">
                  <a:pos x="178" y="1633"/>
                </a:cxn>
                <a:cxn ang="0">
                  <a:pos x="184" y="1578"/>
                </a:cxn>
                <a:cxn ang="0">
                  <a:pos x="184" y="1578"/>
                </a:cxn>
              </a:cxnLst>
              <a:rect l="0" t="0" r="0" b="0"/>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lnTo>
                    <a:pt x="692" y="3156"/>
                  </a:lnTo>
                  <a:close/>
                </a:path>
              </a:pathLst>
            </a:custGeom>
            <a:solidFill>
              <a:schemeClr val="folHlink">
                <a:alpha val="100000"/>
              </a:schemeClr>
            </a:solidFill>
            <a:ln w="9525">
              <a:noFill/>
            </a:ln>
          </p:spPr>
          <p:txBody>
            <a:bodyPr/>
            <a:lstStyle/>
            <a:p>
              <a:endParaRPr lang="zh-CN" altLang="en-US" sz="1800"/>
            </a:p>
          </p:txBody>
        </p:sp>
      </p:grpSp>
      <p:grpSp>
        <p:nvGrpSpPr>
          <p:cNvPr id="1036" name="Group 40"/>
          <p:cNvGrpSpPr/>
          <p:nvPr/>
        </p:nvGrpSpPr>
        <p:grpSpPr>
          <a:xfrm>
            <a:off x="7318375" y="90488"/>
            <a:ext cx="2133600" cy="1911350"/>
            <a:chOff x="4610" y="57"/>
            <a:chExt cx="1344" cy="1204"/>
          </a:xfrm>
        </p:grpSpPr>
        <p:grpSp>
          <p:nvGrpSpPr>
            <p:cNvPr id="1037" name="Group 41"/>
            <p:cNvGrpSpPr/>
            <p:nvPr userDrawn="1"/>
          </p:nvGrpSpPr>
          <p:grpSpPr>
            <a:xfrm>
              <a:off x="4610" y="57"/>
              <a:ext cx="1344" cy="1204"/>
              <a:chOff x="4610" y="57"/>
              <a:chExt cx="1344" cy="1204"/>
            </a:xfrm>
          </p:grpSpPr>
          <p:sp>
            <p:nvSpPr>
              <p:cNvPr id="1039" name="Freeform 42"/>
              <p:cNvSpPr/>
              <p:nvPr userDrawn="1"/>
            </p:nvSpPr>
            <p:spPr>
              <a:xfrm rot="-3172564">
                <a:off x="5430" y="1086"/>
                <a:ext cx="62" cy="288"/>
              </a:xfrm>
              <a:custGeom>
                <a:avLst/>
                <a:gdLst/>
                <a:ahLst/>
                <a:cxnLst>
                  <a:cxn ang="0">
                    <a:pos x="31" y="3"/>
                  </a:cxn>
                  <a:cxn ang="0">
                    <a:pos x="33" y="122"/>
                  </a:cxn>
                  <a:cxn ang="0">
                    <a:pos x="0" y="288"/>
                  </a:cxn>
                  <a:cxn ang="0">
                    <a:pos x="20" y="282"/>
                  </a:cxn>
                  <a:cxn ang="0">
                    <a:pos x="55" y="134"/>
                  </a:cxn>
                  <a:cxn ang="0">
                    <a:pos x="62" y="0"/>
                  </a:cxn>
                  <a:cxn ang="0">
                    <a:pos x="31" y="3"/>
                  </a:cxn>
                  <a:cxn ang="0">
                    <a:pos x="31" y="3"/>
                  </a:cxn>
                </a:cxnLst>
                <a:rect l="0" t="0" r="0" b="0"/>
                <a:pathLst>
                  <a:path w="245" h="806">
                    <a:moveTo>
                      <a:pt x="123" y="9"/>
                    </a:moveTo>
                    <a:lnTo>
                      <a:pt x="131" y="342"/>
                    </a:lnTo>
                    <a:lnTo>
                      <a:pt x="0" y="806"/>
                    </a:lnTo>
                    <a:lnTo>
                      <a:pt x="79" y="789"/>
                    </a:lnTo>
                    <a:lnTo>
                      <a:pt x="218" y="376"/>
                    </a:lnTo>
                    <a:lnTo>
                      <a:pt x="245" y="0"/>
                    </a:lnTo>
                    <a:lnTo>
                      <a:pt x="123" y="9"/>
                    </a:lnTo>
                    <a:lnTo>
                      <a:pt x="123" y="9"/>
                    </a:lnTo>
                    <a:close/>
                  </a:path>
                </a:pathLst>
              </a:custGeom>
              <a:solidFill>
                <a:schemeClr val="accent2">
                  <a:alpha val="100000"/>
                </a:schemeClr>
              </a:solidFill>
              <a:ln w="9525">
                <a:noFill/>
              </a:ln>
            </p:spPr>
            <p:txBody>
              <a:bodyPr/>
              <a:lstStyle/>
              <a:p>
                <a:endParaRPr lang="zh-CN" altLang="en-US" sz="1800"/>
              </a:p>
            </p:txBody>
          </p:sp>
          <p:grpSp>
            <p:nvGrpSpPr>
              <p:cNvPr id="1040" name="Group 43"/>
              <p:cNvGrpSpPr/>
              <p:nvPr userDrawn="1"/>
            </p:nvGrpSpPr>
            <p:grpSpPr>
              <a:xfrm>
                <a:off x="4610" y="57"/>
                <a:ext cx="1344" cy="985"/>
                <a:chOff x="4610" y="57"/>
                <a:chExt cx="1344" cy="985"/>
              </a:xfrm>
            </p:grpSpPr>
            <p:sp>
              <p:nvSpPr>
                <p:cNvPr id="1041" name="Freeform 44"/>
                <p:cNvSpPr/>
                <p:nvPr userDrawn="1"/>
              </p:nvSpPr>
              <p:spPr>
                <a:xfrm rot="-3172564">
                  <a:off x="4966" y="71"/>
                  <a:ext cx="153" cy="125"/>
                </a:xfrm>
                <a:custGeom>
                  <a:avLst/>
                  <a:gdLst/>
                  <a:ahLst/>
                  <a:cxnLst>
                    <a:cxn ang="0">
                      <a:pos x="0" y="0"/>
                    </a:cxn>
                    <a:cxn ang="0">
                      <a:pos x="75" y="66"/>
                    </a:cxn>
                    <a:cxn ang="0">
                      <a:pos x="127" y="125"/>
                    </a:cxn>
                    <a:cxn ang="0">
                      <a:pos x="153" y="50"/>
                    </a:cxn>
                    <a:cxn ang="0">
                      <a:pos x="91" y="3"/>
                    </a:cxn>
                    <a:cxn ang="0">
                      <a:pos x="118" y="66"/>
                    </a:cxn>
                    <a:cxn ang="0">
                      <a:pos x="33" y="6"/>
                    </a:cxn>
                    <a:cxn ang="0">
                      <a:pos x="0" y="0"/>
                    </a:cxn>
                    <a:cxn ang="0">
                      <a:pos x="0" y="0"/>
                    </a:cxn>
                  </a:cxnLst>
                  <a:rect l="0" t="0" r="0" b="0"/>
                  <a:pathLst>
                    <a:path w="604" h="349">
                      <a:moveTo>
                        <a:pt x="0" y="0"/>
                      </a:moveTo>
                      <a:lnTo>
                        <a:pt x="298" y="184"/>
                      </a:lnTo>
                      <a:lnTo>
                        <a:pt x="500" y="349"/>
                      </a:lnTo>
                      <a:lnTo>
                        <a:pt x="604" y="140"/>
                      </a:lnTo>
                      <a:lnTo>
                        <a:pt x="359" y="9"/>
                      </a:lnTo>
                      <a:lnTo>
                        <a:pt x="464" y="184"/>
                      </a:lnTo>
                      <a:lnTo>
                        <a:pt x="131" y="17"/>
                      </a:lnTo>
                      <a:lnTo>
                        <a:pt x="0" y="0"/>
                      </a:lnTo>
                      <a:lnTo>
                        <a:pt x="0" y="0"/>
                      </a:lnTo>
                      <a:close/>
                    </a:path>
                  </a:pathLst>
                </a:custGeom>
                <a:solidFill>
                  <a:schemeClr val="accent2">
                    <a:alpha val="100000"/>
                  </a:schemeClr>
                </a:solidFill>
                <a:ln w="9525">
                  <a:noFill/>
                </a:ln>
              </p:spPr>
              <p:txBody>
                <a:bodyPr/>
                <a:lstStyle/>
                <a:p>
                  <a:endParaRPr lang="zh-CN" altLang="en-US" sz="1800"/>
                </a:p>
              </p:txBody>
            </p:sp>
            <p:sp>
              <p:nvSpPr>
                <p:cNvPr id="1042" name="Freeform 45"/>
                <p:cNvSpPr/>
                <p:nvPr userDrawn="1"/>
              </p:nvSpPr>
              <p:spPr>
                <a:xfrm rot="-3172564">
                  <a:off x="5048" y="331"/>
                  <a:ext cx="269" cy="438"/>
                </a:xfrm>
                <a:custGeom>
                  <a:avLst/>
                  <a:gdLst/>
                  <a:ahLst/>
                  <a:cxnLst>
                    <a:cxn ang="0">
                      <a:pos x="187" y="46"/>
                    </a:cxn>
                    <a:cxn ang="0">
                      <a:pos x="123" y="125"/>
                    </a:cxn>
                    <a:cxn ang="0">
                      <a:pos x="41" y="271"/>
                    </a:cxn>
                    <a:cxn ang="0">
                      <a:pos x="0" y="392"/>
                    </a:cxn>
                    <a:cxn ang="0">
                      <a:pos x="15" y="438"/>
                    </a:cxn>
                    <a:cxn ang="0">
                      <a:pos x="66" y="428"/>
                    </a:cxn>
                    <a:cxn ang="0">
                      <a:pos x="146" y="325"/>
                    </a:cxn>
                    <a:cxn ang="0">
                      <a:pos x="221" y="190"/>
                    </a:cxn>
                    <a:cxn ang="0">
                      <a:pos x="261" y="96"/>
                    </a:cxn>
                    <a:cxn ang="0">
                      <a:pos x="269" y="30"/>
                    </a:cxn>
                    <a:cxn ang="0">
                      <a:pos x="247" y="0"/>
                    </a:cxn>
                    <a:cxn ang="0">
                      <a:pos x="211" y="23"/>
                    </a:cxn>
                    <a:cxn ang="0">
                      <a:pos x="245" y="38"/>
                    </a:cxn>
                    <a:cxn ang="0">
                      <a:pos x="221" y="125"/>
                    </a:cxn>
                    <a:cxn ang="0">
                      <a:pos x="174" y="234"/>
                    </a:cxn>
                    <a:cxn ang="0">
                      <a:pos x="88" y="359"/>
                    </a:cxn>
                    <a:cxn ang="0">
                      <a:pos x="29" y="397"/>
                    </a:cxn>
                    <a:cxn ang="0">
                      <a:pos x="34" y="336"/>
                    </a:cxn>
                    <a:cxn ang="0">
                      <a:pos x="110" y="179"/>
                    </a:cxn>
                    <a:cxn ang="0">
                      <a:pos x="210" y="42"/>
                    </a:cxn>
                    <a:cxn ang="0">
                      <a:pos x="187" y="46"/>
                    </a:cxn>
                    <a:cxn ang="0">
                      <a:pos x="187" y="46"/>
                    </a:cxn>
                  </a:cxnLst>
                  <a:rect l="0" t="0" r="0" b="0"/>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lnTo>
                        <a:pt x="741" y="129"/>
                      </a:lnTo>
                      <a:close/>
                    </a:path>
                  </a:pathLst>
                </a:custGeom>
                <a:solidFill>
                  <a:schemeClr val="accent2">
                    <a:alpha val="100000"/>
                  </a:schemeClr>
                </a:solidFill>
                <a:ln w="9525">
                  <a:noFill/>
                </a:ln>
              </p:spPr>
              <p:txBody>
                <a:bodyPr/>
                <a:lstStyle/>
                <a:p>
                  <a:endParaRPr lang="zh-CN" altLang="en-US" sz="1800"/>
                </a:p>
              </p:txBody>
            </p:sp>
            <p:sp>
              <p:nvSpPr>
                <p:cNvPr id="1043" name="Freeform 46"/>
                <p:cNvSpPr/>
                <p:nvPr userDrawn="1"/>
              </p:nvSpPr>
              <p:spPr>
                <a:xfrm rot="-3172564">
                  <a:off x="4858" y="181"/>
                  <a:ext cx="505" cy="898"/>
                </a:xfrm>
                <a:custGeom>
                  <a:avLst/>
                  <a:gdLst/>
                  <a:ahLst/>
                  <a:cxnLst>
                    <a:cxn ang="0">
                      <a:pos x="490" y="0"/>
                    </a:cxn>
                    <a:cxn ang="0">
                      <a:pos x="0" y="898"/>
                    </a:cxn>
                    <a:cxn ang="0">
                      <a:pos x="48" y="873"/>
                    </a:cxn>
                    <a:cxn ang="0">
                      <a:pos x="505" y="22"/>
                    </a:cxn>
                    <a:cxn ang="0">
                      <a:pos x="490" y="0"/>
                    </a:cxn>
                    <a:cxn ang="0">
                      <a:pos x="490" y="0"/>
                    </a:cxn>
                  </a:cxnLst>
                  <a:rect l="0" t="0" r="0" b="0"/>
                  <a:pathLst>
                    <a:path w="2002" h="2521">
                      <a:moveTo>
                        <a:pt x="1941" y="0"/>
                      </a:moveTo>
                      <a:lnTo>
                        <a:pt x="0" y="2521"/>
                      </a:lnTo>
                      <a:lnTo>
                        <a:pt x="192" y="2450"/>
                      </a:lnTo>
                      <a:lnTo>
                        <a:pt x="2002" y="61"/>
                      </a:lnTo>
                      <a:lnTo>
                        <a:pt x="1941" y="0"/>
                      </a:lnTo>
                      <a:lnTo>
                        <a:pt x="1941" y="0"/>
                      </a:lnTo>
                      <a:close/>
                    </a:path>
                  </a:pathLst>
                </a:custGeom>
                <a:solidFill>
                  <a:schemeClr val="accent2">
                    <a:alpha val="100000"/>
                  </a:schemeClr>
                </a:solidFill>
                <a:ln w="9525">
                  <a:noFill/>
                </a:ln>
              </p:spPr>
              <p:txBody>
                <a:bodyPr/>
                <a:lstStyle/>
                <a:p>
                  <a:endParaRPr lang="zh-CN" altLang="en-US" sz="1800"/>
                </a:p>
              </p:txBody>
            </p:sp>
            <p:sp>
              <p:nvSpPr>
                <p:cNvPr id="1044" name="Freeform 47"/>
                <p:cNvSpPr/>
                <p:nvPr userDrawn="1"/>
              </p:nvSpPr>
              <p:spPr>
                <a:xfrm rot="-3172564">
                  <a:off x="4903" y="-19"/>
                  <a:ext cx="758" cy="1344"/>
                </a:xfrm>
                <a:custGeom>
                  <a:avLst/>
                  <a:gdLst/>
                  <a:ahLst/>
                  <a:cxnLst>
                    <a:cxn ang="0">
                      <a:pos x="24" y="1014"/>
                    </a:cxn>
                    <a:cxn ang="0">
                      <a:pos x="99" y="1010"/>
                    </a:cxn>
                    <a:cxn ang="0">
                      <a:pos x="207" y="1072"/>
                    </a:cxn>
                    <a:cxn ang="0">
                      <a:pos x="172" y="1004"/>
                    </a:cxn>
                    <a:cxn ang="0">
                      <a:pos x="93" y="963"/>
                    </a:cxn>
                    <a:cxn ang="0">
                      <a:pos x="161" y="969"/>
                    </a:cxn>
                    <a:cxn ang="0">
                      <a:pos x="247" y="1023"/>
                    </a:cxn>
                    <a:cxn ang="0">
                      <a:pos x="721" y="150"/>
                    </a:cxn>
                    <a:cxn ang="0">
                      <a:pos x="650" y="53"/>
                    </a:cxn>
                    <a:cxn ang="0">
                      <a:pos x="582" y="0"/>
                    </a:cxn>
                    <a:cxn ang="0">
                      <a:pos x="679" y="28"/>
                    </a:cxn>
                    <a:cxn ang="0">
                      <a:pos x="758" y="153"/>
                    </a:cxn>
                    <a:cxn ang="0">
                      <a:pos x="209" y="1167"/>
                    </a:cxn>
                    <a:cxn ang="0">
                      <a:pos x="121" y="1216"/>
                    </a:cxn>
                    <a:cxn ang="0">
                      <a:pos x="26" y="1344"/>
                    </a:cxn>
                    <a:cxn ang="0">
                      <a:pos x="0" y="1307"/>
                    </a:cxn>
                    <a:cxn ang="0">
                      <a:pos x="33" y="1294"/>
                    </a:cxn>
                    <a:cxn ang="0">
                      <a:pos x="95" y="1206"/>
                    </a:cxn>
                    <a:cxn ang="0">
                      <a:pos x="42" y="1167"/>
                    </a:cxn>
                    <a:cxn ang="0">
                      <a:pos x="42" y="1132"/>
                    </a:cxn>
                    <a:cxn ang="0">
                      <a:pos x="104" y="1175"/>
                    </a:cxn>
                    <a:cxn ang="0">
                      <a:pos x="104" y="1136"/>
                    </a:cxn>
                    <a:cxn ang="0">
                      <a:pos x="152" y="1148"/>
                    </a:cxn>
                    <a:cxn ang="0">
                      <a:pos x="108" y="1097"/>
                    </a:cxn>
                    <a:cxn ang="0">
                      <a:pos x="159" y="1091"/>
                    </a:cxn>
                    <a:cxn ang="0">
                      <a:pos x="24" y="1014"/>
                    </a:cxn>
                    <a:cxn ang="0">
                      <a:pos x="24" y="1014"/>
                    </a:cxn>
                  </a:cxnLst>
                  <a:rect l="0" t="0" r="0" b="0"/>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lnTo>
                        <a:pt x="95" y="2844"/>
                      </a:lnTo>
                      <a:close/>
                    </a:path>
                  </a:pathLst>
                </a:custGeom>
                <a:solidFill>
                  <a:schemeClr val="accent2">
                    <a:alpha val="100000"/>
                  </a:schemeClr>
                </a:solidFill>
                <a:ln w="9525">
                  <a:noFill/>
                </a:ln>
              </p:spPr>
              <p:txBody>
                <a:bodyPr/>
                <a:lstStyle/>
                <a:p>
                  <a:endParaRPr lang="zh-CN" altLang="en-US" sz="1800"/>
                </a:p>
              </p:txBody>
            </p:sp>
            <p:sp>
              <p:nvSpPr>
                <p:cNvPr id="1045" name="Freeform 48"/>
                <p:cNvSpPr/>
                <p:nvPr userDrawn="1"/>
              </p:nvSpPr>
              <p:spPr>
                <a:xfrm rot="-3172564">
                  <a:off x="5297" y="896"/>
                  <a:ext cx="169" cy="122"/>
                </a:xfrm>
                <a:custGeom>
                  <a:avLst/>
                  <a:gdLst/>
                  <a:ahLst/>
                  <a:cxnLst>
                    <a:cxn ang="0">
                      <a:pos x="0" y="29"/>
                    </a:cxn>
                    <a:cxn ang="0">
                      <a:pos x="64" y="38"/>
                    </a:cxn>
                    <a:cxn ang="0">
                      <a:pos x="160" y="122"/>
                    </a:cxn>
                    <a:cxn ang="0">
                      <a:pos x="169" y="103"/>
                    </a:cxn>
                    <a:cxn ang="0">
                      <a:pos x="112" y="41"/>
                    </a:cxn>
                    <a:cxn ang="0">
                      <a:pos x="7" y="0"/>
                    </a:cxn>
                    <a:cxn ang="0">
                      <a:pos x="0" y="29"/>
                    </a:cxn>
                    <a:cxn ang="0">
                      <a:pos x="0" y="29"/>
                    </a:cxn>
                  </a:cxnLst>
                  <a:rect l="0" t="0" r="0" b="0"/>
                  <a:pathLst>
                    <a:path w="673" h="342">
                      <a:moveTo>
                        <a:pt x="0" y="80"/>
                      </a:moveTo>
                      <a:lnTo>
                        <a:pt x="255" y="106"/>
                      </a:lnTo>
                      <a:lnTo>
                        <a:pt x="639" y="342"/>
                      </a:lnTo>
                      <a:lnTo>
                        <a:pt x="673" y="289"/>
                      </a:lnTo>
                      <a:lnTo>
                        <a:pt x="447" y="114"/>
                      </a:lnTo>
                      <a:lnTo>
                        <a:pt x="26" y="0"/>
                      </a:lnTo>
                      <a:lnTo>
                        <a:pt x="0" y="80"/>
                      </a:lnTo>
                      <a:lnTo>
                        <a:pt x="0" y="80"/>
                      </a:lnTo>
                      <a:close/>
                    </a:path>
                  </a:pathLst>
                </a:custGeom>
                <a:solidFill>
                  <a:schemeClr val="accent2">
                    <a:alpha val="100000"/>
                  </a:schemeClr>
                </a:solidFill>
                <a:ln w="9525">
                  <a:noFill/>
                </a:ln>
              </p:spPr>
              <p:txBody>
                <a:bodyPr/>
                <a:lstStyle/>
                <a:p>
                  <a:endParaRPr lang="zh-CN" altLang="en-US" sz="1800"/>
                </a:p>
              </p:txBody>
            </p:sp>
            <p:sp>
              <p:nvSpPr>
                <p:cNvPr id="1046" name="Freeform 49"/>
                <p:cNvSpPr/>
                <p:nvPr userDrawn="1"/>
              </p:nvSpPr>
              <p:spPr>
                <a:xfrm rot="-3172564">
                  <a:off x="5253" y="805"/>
                  <a:ext cx="181" cy="144"/>
                </a:xfrm>
                <a:custGeom>
                  <a:avLst/>
                  <a:gdLst/>
                  <a:ahLst/>
                  <a:cxnLst>
                    <a:cxn ang="0">
                      <a:pos x="0" y="28"/>
                    </a:cxn>
                    <a:cxn ang="0">
                      <a:pos x="86" y="53"/>
                    </a:cxn>
                    <a:cxn ang="0">
                      <a:pos x="161" y="144"/>
                    </a:cxn>
                    <a:cxn ang="0">
                      <a:pos x="181" y="106"/>
                    </a:cxn>
                    <a:cxn ang="0">
                      <a:pos x="106" y="41"/>
                    </a:cxn>
                    <a:cxn ang="0">
                      <a:pos x="18" y="0"/>
                    </a:cxn>
                    <a:cxn ang="0">
                      <a:pos x="0" y="28"/>
                    </a:cxn>
                    <a:cxn ang="0">
                      <a:pos x="0" y="28"/>
                    </a:cxn>
                  </a:cxnLst>
                  <a:rect l="0" t="0" r="0" b="0"/>
                  <a:pathLst>
                    <a:path w="716" h="403">
                      <a:moveTo>
                        <a:pt x="0" y="78"/>
                      </a:moveTo>
                      <a:lnTo>
                        <a:pt x="340" y="148"/>
                      </a:lnTo>
                      <a:lnTo>
                        <a:pt x="638" y="403"/>
                      </a:lnTo>
                      <a:lnTo>
                        <a:pt x="716" y="296"/>
                      </a:lnTo>
                      <a:lnTo>
                        <a:pt x="420" y="114"/>
                      </a:lnTo>
                      <a:lnTo>
                        <a:pt x="70" y="0"/>
                      </a:lnTo>
                      <a:lnTo>
                        <a:pt x="0" y="78"/>
                      </a:lnTo>
                      <a:lnTo>
                        <a:pt x="0" y="78"/>
                      </a:lnTo>
                      <a:close/>
                    </a:path>
                  </a:pathLst>
                </a:custGeom>
                <a:solidFill>
                  <a:schemeClr val="accent2">
                    <a:alpha val="100000"/>
                  </a:schemeClr>
                </a:solidFill>
                <a:ln w="9525">
                  <a:noFill/>
                </a:ln>
              </p:spPr>
              <p:txBody>
                <a:bodyPr/>
                <a:lstStyle/>
                <a:p>
                  <a:endParaRPr lang="zh-CN" altLang="en-US" sz="1800"/>
                </a:p>
              </p:txBody>
            </p:sp>
            <p:sp>
              <p:nvSpPr>
                <p:cNvPr id="1047" name="Freeform 50"/>
                <p:cNvSpPr/>
                <p:nvPr userDrawn="1"/>
              </p:nvSpPr>
              <p:spPr>
                <a:xfrm rot="-3172564">
                  <a:off x="4985" y="210"/>
                  <a:ext cx="181" cy="147"/>
                </a:xfrm>
                <a:custGeom>
                  <a:avLst/>
                  <a:gdLst/>
                  <a:ahLst/>
                  <a:cxnLst>
                    <a:cxn ang="0">
                      <a:pos x="0" y="28"/>
                    </a:cxn>
                    <a:cxn ang="0">
                      <a:pos x="80" y="50"/>
                    </a:cxn>
                    <a:cxn ang="0">
                      <a:pos x="164" y="147"/>
                    </a:cxn>
                    <a:cxn ang="0">
                      <a:pos x="181" y="112"/>
                    </a:cxn>
                    <a:cxn ang="0">
                      <a:pos x="99" y="31"/>
                    </a:cxn>
                    <a:cxn ang="0">
                      <a:pos x="14" y="0"/>
                    </a:cxn>
                    <a:cxn ang="0">
                      <a:pos x="0" y="28"/>
                    </a:cxn>
                    <a:cxn ang="0">
                      <a:pos x="0" y="28"/>
                    </a:cxn>
                  </a:cxnLst>
                  <a:rect l="0" t="0" r="0" b="0"/>
                  <a:pathLst>
                    <a:path w="717" h="411">
                      <a:moveTo>
                        <a:pt x="0" y="78"/>
                      </a:moveTo>
                      <a:lnTo>
                        <a:pt x="316" y="139"/>
                      </a:lnTo>
                      <a:lnTo>
                        <a:pt x="649" y="411"/>
                      </a:lnTo>
                      <a:lnTo>
                        <a:pt x="717" y="314"/>
                      </a:lnTo>
                      <a:lnTo>
                        <a:pt x="394" y="87"/>
                      </a:lnTo>
                      <a:lnTo>
                        <a:pt x="54" y="0"/>
                      </a:lnTo>
                      <a:lnTo>
                        <a:pt x="0" y="78"/>
                      </a:lnTo>
                      <a:lnTo>
                        <a:pt x="0" y="78"/>
                      </a:lnTo>
                      <a:close/>
                    </a:path>
                  </a:pathLst>
                </a:custGeom>
                <a:solidFill>
                  <a:schemeClr val="accent2">
                    <a:alpha val="100000"/>
                  </a:schemeClr>
                </a:solidFill>
                <a:ln w="9525">
                  <a:noFill/>
                </a:ln>
              </p:spPr>
              <p:txBody>
                <a:bodyPr/>
                <a:lstStyle/>
                <a:p>
                  <a:endParaRPr lang="zh-CN" altLang="en-US" sz="1800"/>
                </a:p>
              </p:txBody>
            </p:sp>
            <p:sp>
              <p:nvSpPr>
                <p:cNvPr id="1048" name="Freeform 51"/>
                <p:cNvSpPr/>
                <p:nvPr userDrawn="1"/>
              </p:nvSpPr>
              <p:spPr>
                <a:xfrm rot="-3172564">
                  <a:off x="4948" y="141"/>
                  <a:ext cx="179" cy="138"/>
                </a:xfrm>
                <a:custGeom>
                  <a:avLst/>
                  <a:gdLst/>
                  <a:ahLst/>
                  <a:cxnLst>
                    <a:cxn ang="0">
                      <a:pos x="0" y="31"/>
                    </a:cxn>
                    <a:cxn ang="0">
                      <a:pos x="69" y="47"/>
                    </a:cxn>
                    <a:cxn ang="0">
                      <a:pos x="168" y="138"/>
                    </a:cxn>
                    <a:cxn ang="0">
                      <a:pos x="179" y="110"/>
                    </a:cxn>
                    <a:cxn ang="0">
                      <a:pos x="77" y="19"/>
                    </a:cxn>
                    <a:cxn ang="0">
                      <a:pos x="11" y="0"/>
                    </a:cxn>
                    <a:cxn ang="0">
                      <a:pos x="0" y="31"/>
                    </a:cxn>
                    <a:cxn ang="0">
                      <a:pos x="0" y="31"/>
                    </a:cxn>
                  </a:cxnLst>
                  <a:rect l="0" t="0" r="0" b="0"/>
                  <a:pathLst>
                    <a:path w="709" h="386">
                      <a:moveTo>
                        <a:pt x="0" y="88"/>
                      </a:moveTo>
                      <a:lnTo>
                        <a:pt x="272" y="131"/>
                      </a:lnTo>
                      <a:lnTo>
                        <a:pt x="665" y="386"/>
                      </a:lnTo>
                      <a:lnTo>
                        <a:pt x="709" y="308"/>
                      </a:lnTo>
                      <a:lnTo>
                        <a:pt x="306" y="53"/>
                      </a:lnTo>
                      <a:lnTo>
                        <a:pt x="43" y="0"/>
                      </a:lnTo>
                      <a:lnTo>
                        <a:pt x="0" y="88"/>
                      </a:lnTo>
                      <a:lnTo>
                        <a:pt x="0" y="88"/>
                      </a:lnTo>
                      <a:close/>
                    </a:path>
                  </a:pathLst>
                </a:custGeom>
                <a:solidFill>
                  <a:schemeClr val="accent2">
                    <a:alpha val="100000"/>
                  </a:schemeClr>
                </a:solidFill>
                <a:ln w="9525">
                  <a:noFill/>
                </a:ln>
              </p:spPr>
              <p:txBody>
                <a:bodyPr/>
                <a:lstStyle/>
                <a:p>
                  <a:endParaRPr lang="zh-CN" altLang="en-US" sz="1800"/>
                </a:p>
              </p:txBody>
            </p:sp>
          </p:grpSp>
        </p:grpSp>
        <p:sp>
          <p:nvSpPr>
            <p:cNvPr id="1038" name="Line 52"/>
            <p:cNvSpPr/>
            <p:nvPr userDrawn="1"/>
          </p:nvSpPr>
          <p:spPr>
            <a:xfrm>
              <a:off x="4870" y="84"/>
              <a:ext cx="42" cy="96"/>
            </a:xfrm>
            <a:prstGeom prst="line">
              <a:avLst/>
            </a:prstGeom>
            <a:ln w="38100" cap="flat" cmpd="sng">
              <a:solidFill>
                <a:schemeClr val="accent2"/>
              </a:solidFill>
              <a:prstDash val="solid"/>
              <a:headEnd type="none" w="med" len="med"/>
              <a:tailEnd type="none" w="med" len="med"/>
            </a:ln>
          </p:spPr>
        </p:sp>
      </p:gr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slide" Target="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1.png"/><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3.png"/><Relationship Id="rId3" Type="http://schemas.openxmlformats.org/officeDocument/2006/relationships/tags" Target="../tags/tag3.xml"/><Relationship Id="rId2" Type="http://schemas.openxmlformats.org/officeDocument/2006/relationships/image" Target="../media/image2.png"/><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4.png"/><Relationship Id="rId3" Type="http://schemas.openxmlformats.org/officeDocument/2006/relationships/tags" Target="../tags/tag5.xml"/><Relationship Id="rId2" Type="http://schemas.openxmlformats.org/officeDocument/2006/relationships/image" Target="../media/image3.png"/><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6.png"/><Relationship Id="rId3" Type="http://schemas.openxmlformats.org/officeDocument/2006/relationships/tags" Target="../tags/tag7.xml"/><Relationship Id="rId2" Type="http://schemas.openxmlformats.org/officeDocument/2006/relationships/image" Target="../media/image5.png"/><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8.png"/><Relationship Id="rId3" Type="http://schemas.openxmlformats.org/officeDocument/2006/relationships/tags" Target="../tags/tag9.xml"/><Relationship Id="rId2" Type="http://schemas.openxmlformats.org/officeDocument/2006/relationships/image" Target="../media/image7.png"/><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10.png"/><Relationship Id="rId3" Type="http://schemas.openxmlformats.org/officeDocument/2006/relationships/tags" Target="../tags/tag11.xml"/><Relationship Id="rId2" Type="http://schemas.openxmlformats.org/officeDocument/2006/relationships/image" Target="../media/image9.png"/><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11.png"/><Relationship Id="rId3" Type="http://schemas.openxmlformats.org/officeDocument/2006/relationships/tags" Target="../tags/tag13.xml"/><Relationship Id="rId2" Type="http://schemas.openxmlformats.org/officeDocument/2006/relationships/image" Target="../media/image9.png"/><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12.png"/><Relationship Id="rId3" Type="http://schemas.openxmlformats.org/officeDocument/2006/relationships/tags" Target="../tags/tag15.xml"/><Relationship Id="rId2" Type="http://schemas.openxmlformats.org/officeDocument/2006/relationships/image" Target="../media/image9.png"/><Relationship Id="rId1" Type="http://schemas.openxmlformats.org/officeDocument/2006/relationships/tags" Target="../tags/tag14.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14.png"/><Relationship Id="rId3" Type="http://schemas.openxmlformats.org/officeDocument/2006/relationships/tags" Target="../tags/tag17.xml"/><Relationship Id="rId2" Type="http://schemas.openxmlformats.org/officeDocument/2006/relationships/image" Target="../media/image13.png"/><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16.png"/><Relationship Id="rId3" Type="http://schemas.openxmlformats.org/officeDocument/2006/relationships/tags" Target="../tags/tag19.xml"/><Relationship Id="rId2" Type="http://schemas.openxmlformats.org/officeDocument/2006/relationships/image" Target="../media/image15.png"/><Relationship Id="rId1" Type="http://schemas.openxmlformats.org/officeDocument/2006/relationships/tags" Target="../tags/tag18.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18.png"/><Relationship Id="rId3" Type="http://schemas.openxmlformats.org/officeDocument/2006/relationships/tags" Target="../tags/tag21.xml"/><Relationship Id="rId2" Type="http://schemas.openxmlformats.org/officeDocument/2006/relationships/image" Target="../media/image17.png"/><Relationship Id="rId1" Type="http://schemas.openxmlformats.org/officeDocument/2006/relationships/tags" Target="../tags/tag20.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20.png"/><Relationship Id="rId3" Type="http://schemas.openxmlformats.org/officeDocument/2006/relationships/tags" Target="../tags/tag23.xml"/><Relationship Id="rId2" Type="http://schemas.openxmlformats.org/officeDocument/2006/relationships/image" Target="../media/image19.png"/><Relationship Id="rId1" Type="http://schemas.openxmlformats.org/officeDocument/2006/relationships/tags" Target="../tags/tag2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25.png"/><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2.xml"/><Relationship Id="rId2" Type="http://schemas.openxmlformats.org/officeDocument/2006/relationships/image" Target="../media/image29.emf"/><Relationship Id="rId1"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2.xml"/><Relationship Id="rId2" Type="http://schemas.openxmlformats.org/officeDocument/2006/relationships/image" Target="../media/image29.emf"/><Relationship Id="rId1" Type="http://schemas.openxmlformats.org/officeDocument/2006/relationships/oleObject" Target="../embeddings/oleObject2.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2.xml"/><Relationship Id="rId1"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2.xml"/><Relationship Id="rId1" Type="http://schemas.openxmlformats.org/officeDocument/2006/relationships/image" Target="../media/image3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34.png"/><Relationship Id="rId1" Type="http://schemas.openxmlformats.org/officeDocument/2006/relationships/image" Target="../media/image33.png"/></Relationships>
</file>

<file path=ppt/slides/_rels/slide28.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image" Target="../media/image38.emf"/><Relationship Id="rId7" Type="http://schemas.openxmlformats.org/officeDocument/2006/relationships/oleObject" Target="../embeddings/oleObject6.bin"/><Relationship Id="rId6" Type="http://schemas.openxmlformats.org/officeDocument/2006/relationships/image" Target="../media/image37.emf"/><Relationship Id="rId5" Type="http://schemas.openxmlformats.org/officeDocument/2006/relationships/oleObject" Target="../embeddings/oleObject5.bin"/><Relationship Id="rId4" Type="http://schemas.openxmlformats.org/officeDocument/2006/relationships/image" Target="../media/image36.emf"/><Relationship Id="rId3" Type="http://schemas.openxmlformats.org/officeDocument/2006/relationships/oleObject" Target="../embeddings/oleObject4.bin"/><Relationship Id="rId2" Type="http://schemas.openxmlformats.org/officeDocument/2006/relationships/image" Target="../media/image35.wmf"/><Relationship Id="rId10" Type="http://schemas.openxmlformats.org/officeDocument/2006/relationships/vmlDrawing" Target="../drawings/vmlDrawing3.vml"/><Relationship Id="rId1" Type="http://schemas.openxmlformats.org/officeDocument/2006/relationships/oleObject" Target="../embeddings/oleObject3.bin"/></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40.png"/><Relationship Id="rId1" Type="http://schemas.openxmlformats.org/officeDocument/2006/relationships/image" Target="../media/image39.png"/></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2.xml"/><Relationship Id="rId2" Type="http://schemas.openxmlformats.org/officeDocument/2006/relationships/image" Target="../media/image41.wmf"/><Relationship Id="rId1" Type="http://schemas.openxmlformats.org/officeDocument/2006/relationships/oleObject" Target="../embeddings/oleObject7.bin"/></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4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43.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45.png"/><Relationship Id="rId1" Type="http://schemas.openxmlformats.org/officeDocument/2006/relationships/image" Target="../media/image44.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47.png"/><Relationship Id="rId1" Type="http://schemas.openxmlformats.org/officeDocument/2006/relationships/image" Target="../media/image46.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48.png"/><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nvSpPr>
        <p:spPr>
          <a:xfrm>
            <a:off x="827267" y="404908"/>
            <a:ext cx="6870080" cy="947738"/>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zh-CN" sz="3200" b="1" dirty="0">
                <a:latin typeface="Arial" panose="020B0604020202020204" pitchFamily="34" charset="0"/>
                <a:ea typeface="微软雅黑" panose="020B0503020204020204" charset="-122"/>
              </a:rPr>
              <a:t>1.2 </a:t>
            </a:r>
            <a:r>
              <a:rPr lang="zh-CN" altLang="en-US" sz="3200" b="1" dirty="0">
                <a:latin typeface="Arial" panose="020B0604020202020204" pitchFamily="34" charset="0"/>
                <a:ea typeface="微软雅黑" panose="020B0503020204020204" charset="-122"/>
              </a:rPr>
              <a:t>电化学过程热力学</a:t>
            </a:r>
            <a:endParaRPr lang="zh-CN" altLang="en-US" sz="3200" b="1" dirty="0">
              <a:latin typeface="Arial" panose="020B0604020202020204" pitchFamily="34" charset="0"/>
              <a:ea typeface="微软雅黑" panose="020B0503020204020204" charset="-122"/>
            </a:endParaRPr>
          </a:p>
        </p:txBody>
      </p:sp>
      <p:sp>
        <p:nvSpPr>
          <p:cNvPr id="4" name="文本框 3"/>
          <p:cNvSpPr txBox="1"/>
          <p:nvPr/>
        </p:nvSpPr>
        <p:spPr>
          <a:xfrm>
            <a:off x="1691640" y="1701165"/>
            <a:ext cx="5486400" cy="2245360"/>
          </a:xfrm>
          <a:prstGeom prst="rect">
            <a:avLst/>
          </a:prstGeom>
          <a:noFill/>
        </p:spPr>
        <p:txBody>
          <a:bodyPr wrap="square" rtlCol="0" anchor="t">
            <a:spAutoFit/>
          </a:bodyPr>
          <a:p>
            <a:pPr lvl="0" algn="l">
              <a:buClrTx/>
              <a:buSzTx/>
              <a:buFontTx/>
            </a:pPr>
            <a:r>
              <a:rPr lang="en-US" altLang="zh-CN" sz="2800" b="1" dirty="0">
                <a:latin typeface="Arial" panose="020B0604020202020204" pitchFamily="34" charset="0"/>
                <a:ea typeface="微软雅黑" panose="020B0503020204020204" charset="-122"/>
                <a:cs typeface="新宋体" panose="02010609030101010101" charset="-122"/>
                <a:sym typeface="+mn-ea"/>
              </a:rPr>
              <a:t>1.2.0 </a:t>
            </a:r>
            <a:r>
              <a:rPr lang="zh-CN" sz="2800" b="1" dirty="0">
                <a:latin typeface="Arial" panose="020B0604020202020204" pitchFamily="34" charset="0"/>
                <a:ea typeface="微软雅黑" panose="020B0503020204020204" charset="-122"/>
                <a:cs typeface="新宋体" panose="02010609030101010101" charset="-122"/>
                <a:sym typeface="+mn-ea"/>
              </a:rPr>
              <a:t>极化与超电势（补充）</a:t>
            </a:r>
            <a:endParaRPr lang="en-US" altLang="zh-CN" sz="2800" b="1" dirty="0">
              <a:latin typeface="Arial" panose="020B0604020202020204" pitchFamily="34" charset="0"/>
              <a:ea typeface="微软雅黑" panose="020B0503020204020204" charset="-122"/>
              <a:cs typeface="新宋体" panose="02010609030101010101" charset="-122"/>
              <a:sym typeface="+mn-ea"/>
            </a:endParaRPr>
          </a:p>
          <a:p>
            <a:pPr lvl="0" algn="l">
              <a:buClrTx/>
              <a:buSzTx/>
              <a:buFontTx/>
            </a:pPr>
            <a:r>
              <a:rPr lang="en-US" altLang="zh-CN" sz="2800" b="1" dirty="0">
                <a:latin typeface="Arial" panose="020B0604020202020204" pitchFamily="34" charset="0"/>
                <a:ea typeface="微软雅黑" panose="020B0503020204020204" charset="-122"/>
                <a:cs typeface="新宋体" panose="02010609030101010101" charset="-122"/>
                <a:sym typeface="+mn-ea"/>
              </a:rPr>
              <a:t>1.2.1 </a:t>
            </a:r>
            <a:r>
              <a:rPr lang="zh-CN" altLang="en-US" sz="2800" b="1" dirty="0">
                <a:latin typeface="Arial" panose="020B0604020202020204" pitchFamily="34" charset="0"/>
                <a:ea typeface="微软雅黑" panose="020B0503020204020204" charset="-122"/>
                <a:cs typeface="新宋体" panose="02010609030101010101" charset="-122"/>
                <a:sym typeface="+mn-ea"/>
              </a:rPr>
              <a:t>可逆电池与不可逆电池</a:t>
            </a:r>
            <a:endParaRPr lang="en-US" altLang="zh-CN" sz="2800" b="1" dirty="0">
              <a:latin typeface="Arial" panose="020B0604020202020204" pitchFamily="34" charset="0"/>
              <a:ea typeface="微软雅黑" panose="020B0503020204020204" charset="-122"/>
              <a:cs typeface="新宋体" panose="02010609030101010101" charset="-122"/>
              <a:sym typeface="+mn-ea"/>
            </a:endParaRPr>
          </a:p>
          <a:p>
            <a:pPr lvl="0" algn="l">
              <a:buClrTx/>
              <a:buSzTx/>
              <a:buFontTx/>
            </a:pPr>
            <a:r>
              <a:rPr lang="en-US" altLang="zh-CN" sz="2800" b="1" dirty="0">
                <a:latin typeface="Arial" panose="020B0604020202020204" pitchFamily="34" charset="0"/>
                <a:ea typeface="微软雅黑" panose="020B0503020204020204" charset="-122"/>
                <a:cs typeface="新宋体" panose="02010609030101010101" charset="-122"/>
                <a:sym typeface="+mn-ea"/>
              </a:rPr>
              <a:t>1.2.2 </a:t>
            </a:r>
            <a:r>
              <a:rPr lang="zh-CN" altLang="en-US" sz="2800" b="1" dirty="0">
                <a:latin typeface="Arial" panose="020B0604020202020204" pitchFamily="34" charset="0"/>
                <a:ea typeface="微软雅黑" panose="020B0503020204020204" charset="-122"/>
                <a:cs typeface="新宋体" panose="02010609030101010101" charset="-122"/>
                <a:sym typeface="+mn-ea"/>
              </a:rPr>
              <a:t>可逆电化学过程的热力学</a:t>
            </a:r>
            <a:endParaRPr lang="zh-CN" altLang="en-US" sz="2800" b="1" dirty="0">
              <a:latin typeface="Arial" panose="020B0604020202020204" pitchFamily="34" charset="0"/>
              <a:ea typeface="微软雅黑" panose="020B0503020204020204" charset="-122"/>
              <a:cs typeface="新宋体" panose="02010609030101010101" charset="-122"/>
              <a:sym typeface="+mn-ea"/>
            </a:endParaRPr>
          </a:p>
          <a:p>
            <a:pPr lvl="0" algn="l">
              <a:buClrTx/>
              <a:buSzTx/>
              <a:buFontTx/>
            </a:pPr>
            <a:r>
              <a:rPr lang="en-US" altLang="zh-CN" sz="2800" b="1" dirty="0">
                <a:latin typeface="Arial" panose="020B0604020202020204" pitchFamily="34" charset="0"/>
                <a:ea typeface="微软雅黑" panose="020B0503020204020204" charset="-122"/>
                <a:cs typeface="新宋体" panose="02010609030101010101" charset="-122"/>
                <a:sym typeface="+mn-ea"/>
              </a:rPr>
              <a:t>1.2.3 </a:t>
            </a:r>
            <a:r>
              <a:rPr lang="zh-CN" altLang="en-US" sz="2800" b="1" dirty="0">
                <a:latin typeface="Arial" panose="020B0604020202020204" pitchFamily="34" charset="0"/>
                <a:ea typeface="微软雅黑" panose="020B0503020204020204" charset="-122"/>
                <a:cs typeface="新宋体" panose="02010609030101010101" charset="-122"/>
                <a:sym typeface="+mn-ea"/>
              </a:rPr>
              <a:t>不可逆电化学过程的热力学</a:t>
            </a:r>
            <a:endParaRPr lang="zh-CN" altLang="en-US" sz="2800" b="1" dirty="0">
              <a:latin typeface="Arial" panose="020B0604020202020204" pitchFamily="34" charset="0"/>
              <a:ea typeface="微软雅黑" panose="020B0503020204020204" charset="-122"/>
              <a:cs typeface="新宋体" panose="02010609030101010101" charset="-122"/>
              <a:sym typeface="+mn-ea"/>
            </a:endParaRPr>
          </a:p>
          <a:p>
            <a:pPr lvl="0" algn="l">
              <a:buClrTx/>
              <a:buSzTx/>
              <a:buFontTx/>
            </a:pPr>
            <a:endParaRPr lang="zh-CN" altLang="en-US" sz="2800" b="1" dirty="0">
              <a:latin typeface="Arial" panose="020B0604020202020204" pitchFamily="34" charset="0"/>
              <a:ea typeface="微软雅黑" panose="020B0503020204020204" charset="-122"/>
              <a:cs typeface="新宋体" panose="02010609030101010101" charset="-122"/>
              <a:sym typeface="+mn-ea"/>
              <a:hlinkClick r:id="rId1" action="ppaction://hlinksldjum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94970" y="692785"/>
            <a:ext cx="4906645" cy="698500"/>
          </a:xfrm>
          <a:prstGeom prst="rect">
            <a:avLst/>
          </a:prstGeom>
          <a:noFill/>
        </p:spPr>
        <p:txBody>
          <a:bodyPr wrap="square" rtlCol="0" anchor="t">
            <a:noAutofit/>
          </a:bodyPr>
          <a:p>
            <a:pPr lvl="0" algn="l">
              <a:buClrTx/>
              <a:buSzTx/>
              <a:buFontTx/>
            </a:pPr>
            <a:r>
              <a:rPr lang="en-US" altLang="zh-CN" sz="2800" b="1" dirty="0">
                <a:latin typeface="Arial" panose="020B0604020202020204" pitchFamily="34" charset="0"/>
                <a:ea typeface="微软雅黑" panose="020B0503020204020204" charset="-122"/>
                <a:cs typeface="新宋体" panose="02010609030101010101" charset="-122"/>
                <a:sym typeface="+mn-ea"/>
              </a:rPr>
              <a:t>1.2.0 </a:t>
            </a:r>
            <a:r>
              <a:rPr lang="zh-CN" sz="2800" b="1" dirty="0">
                <a:latin typeface="Arial" panose="020B0604020202020204" pitchFamily="34" charset="0"/>
                <a:ea typeface="微软雅黑" panose="020B0503020204020204" charset="-122"/>
                <a:cs typeface="新宋体" panose="02010609030101010101" charset="-122"/>
                <a:sym typeface="+mn-ea"/>
              </a:rPr>
              <a:t>极化与超电势（补充）</a:t>
            </a:r>
            <a:endParaRPr lang="en-US" altLang="zh-CN" sz="2800" b="1" dirty="0">
              <a:latin typeface="Arial" panose="020B0604020202020204" pitchFamily="34" charset="0"/>
              <a:ea typeface="微软雅黑" panose="020B0503020204020204" charset="-122"/>
              <a:cs typeface="新宋体" panose="02010609030101010101" charset="-122"/>
              <a:sym typeface="+mn-ea"/>
            </a:endParaRPr>
          </a:p>
        </p:txBody>
      </p:sp>
      <p:pic>
        <p:nvPicPr>
          <p:cNvPr id="5" name="图片 4"/>
          <p:cNvPicPr>
            <a:picLocks noChangeAspect="1"/>
          </p:cNvPicPr>
          <p:nvPr>
            <p:custDataLst>
              <p:tags r:id="rId1"/>
            </p:custDataLst>
          </p:nvPr>
        </p:nvPicPr>
        <p:blipFill>
          <a:blip r:embed="rId2"/>
          <a:stretch>
            <a:fillRect/>
          </a:stretch>
        </p:blipFill>
        <p:spPr>
          <a:xfrm>
            <a:off x="1428750" y="1701165"/>
            <a:ext cx="6286500" cy="41624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299720" y="1343025"/>
            <a:ext cx="8543925" cy="417195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299720" y="260985"/>
            <a:ext cx="3148330" cy="8083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299720" y="260985"/>
            <a:ext cx="3148330" cy="808355"/>
          </a:xfrm>
          <a:prstGeom prst="rect">
            <a:avLst/>
          </a:prstGeom>
        </p:spPr>
      </p:pic>
      <p:pic>
        <p:nvPicPr>
          <p:cNvPr id="2" name="图片 1"/>
          <p:cNvPicPr>
            <a:picLocks noChangeAspect="1"/>
          </p:cNvPicPr>
          <p:nvPr>
            <p:custDataLst>
              <p:tags r:id="rId3"/>
            </p:custDataLst>
          </p:nvPr>
        </p:nvPicPr>
        <p:blipFill>
          <a:blip r:embed="rId4"/>
          <a:stretch>
            <a:fillRect/>
          </a:stretch>
        </p:blipFill>
        <p:spPr>
          <a:xfrm>
            <a:off x="447675" y="1381125"/>
            <a:ext cx="8248650" cy="4095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107315" y="260985"/>
            <a:ext cx="4579620" cy="705485"/>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755015" y="1268730"/>
            <a:ext cx="7277100" cy="46583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94970" y="260985"/>
            <a:ext cx="3162935" cy="755015"/>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461645" y="1404620"/>
            <a:ext cx="8220075" cy="40481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94970" y="260985"/>
            <a:ext cx="4733925" cy="96647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683260" y="1628775"/>
            <a:ext cx="7315200" cy="4133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94970" y="260985"/>
            <a:ext cx="4733925" cy="96647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561975" y="1590675"/>
            <a:ext cx="8020050" cy="36766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94970" y="260985"/>
            <a:ext cx="4733925" cy="96647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461645" y="1328420"/>
            <a:ext cx="8220075" cy="42005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23215" y="188595"/>
            <a:ext cx="3964940" cy="91821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1259205" y="1196975"/>
            <a:ext cx="6788785" cy="52920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251460" y="260985"/>
            <a:ext cx="3378835" cy="809625"/>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1187450" y="1485265"/>
            <a:ext cx="6245225" cy="45427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251460" y="332740"/>
            <a:ext cx="5354955" cy="635000"/>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271145" y="1466850"/>
            <a:ext cx="8601075" cy="39243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323215" y="405130"/>
            <a:ext cx="2590165" cy="650875"/>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400050" y="1461770"/>
            <a:ext cx="8343900" cy="39338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475740" y="260985"/>
            <a:ext cx="6047105" cy="521970"/>
          </a:xfrm>
          <a:prstGeom prst="rect">
            <a:avLst/>
          </a:prstGeom>
          <a:noFill/>
        </p:spPr>
        <p:txBody>
          <a:bodyPr wrap="square" rtlCol="0" anchor="t">
            <a:spAutoFit/>
          </a:bodyPr>
          <a:p>
            <a:pPr lvl="0" algn="l">
              <a:buClrTx/>
              <a:buSzTx/>
              <a:buFontTx/>
            </a:pPr>
            <a:r>
              <a:rPr lang="en-US" altLang="zh-CN" sz="2800" b="1" dirty="0">
                <a:latin typeface="Arial" panose="020B0604020202020204" pitchFamily="34" charset="0"/>
                <a:ea typeface="微软雅黑" panose="020B0503020204020204" charset="-122"/>
                <a:cs typeface="新宋体" panose="02010609030101010101" charset="-122"/>
                <a:sym typeface="+mn-ea"/>
              </a:rPr>
              <a:t>1.2.1 </a:t>
            </a:r>
            <a:r>
              <a:rPr lang="zh-CN" altLang="en-US" sz="2800" b="1" dirty="0">
                <a:latin typeface="Arial" panose="020B0604020202020204" pitchFamily="34" charset="0"/>
                <a:ea typeface="微软雅黑" panose="020B0503020204020204" charset="-122"/>
                <a:cs typeface="新宋体" panose="02010609030101010101" charset="-122"/>
                <a:sym typeface="+mn-ea"/>
              </a:rPr>
              <a:t>可逆电池与不可逆电池</a:t>
            </a:r>
            <a:endParaRPr lang="zh-CN" altLang="en-US" sz="2800" b="1" dirty="0">
              <a:latin typeface="Arial" panose="020B0604020202020204" pitchFamily="34" charset="0"/>
              <a:ea typeface="微软雅黑" panose="020B0503020204020204" charset="-122"/>
              <a:cs typeface="新宋体" panose="02010609030101010101" charset="-122"/>
              <a:sym typeface="+mn-ea"/>
            </a:endParaRPr>
          </a:p>
        </p:txBody>
      </p:sp>
      <p:pic>
        <p:nvPicPr>
          <p:cNvPr id="3" name="图片 2"/>
          <p:cNvPicPr>
            <a:picLocks noChangeAspect="1"/>
          </p:cNvPicPr>
          <p:nvPr/>
        </p:nvPicPr>
        <p:blipFill>
          <a:blip r:embed="rId1"/>
          <a:stretch>
            <a:fillRect/>
          </a:stretch>
        </p:blipFill>
        <p:spPr>
          <a:xfrm>
            <a:off x="683895" y="1125220"/>
            <a:ext cx="2552700" cy="638175"/>
          </a:xfrm>
          <a:prstGeom prst="rect">
            <a:avLst/>
          </a:prstGeom>
        </p:spPr>
      </p:pic>
      <p:pic>
        <p:nvPicPr>
          <p:cNvPr id="5" name="图片 4"/>
          <p:cNvPicPr>
            <a:picLocks noChangeAspect="1"/>
          </p:cNvPicPr>
          <p:nvPr/>
        </p:nvPicPr>
        <p:blipFill>
          <a:blip r:embed="rId2"/>
          <a:stretch>
            <a:fillRect/>
          </a:stretch>
        </p:blipFill>
        <p:spPr>
          <a:xfrm>
            <a:off x="-36830" y="3645535"/>
            <a:ext cx="9154795" cy="2655570"/>
          </a:xfrm>
          <a:prstGeom prst="rect">
            <a:avLst/>
          </a:prstGeom>
        </p:spPr>
      </p:pic>
      <p:pic>
        <p:nvPicPr>
          <p:cNvPr id="4" name="图片 3"/>
          <p:cNvPicPr>
            <a:picLocks noChangeAspect="1"/>
          </p:cNvPicPr>
          <p:nvPr/>
        </p:nvPicPr>
        <p:blipFill>
          <a:blip r:embed="rId3"/>
          <a:srcRect l="34645" b="50464"/>
          <a:stretch>
            <a:fillRect/>
          </a:stretch>
        </p:blipFill>
        <p:spPr>
          <a:xfrm>
            <a:off x="3131820" y="1557020"/>
            <a:ext cx="5840730" cy="23044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97155" y="1341120"/>
            <a:ext cx="9046845" cy="4532630"/>
          </a:xfrm>
          <a:prstGeom prst="rect">
            <a:avLst/>
          </a:prstGeom>
        </p:spPr>
      </p:pic>
      <p:pic>
        <p:nvPicPr>
          <p:cNvPr id="5" name="图片 4"/>
          <p:cNvPicPr>
            <a:picLocks noChangeAspect="1"/>
          </p:cNvPicPr>
          <p:nvPr/>
        </p:nvPicPr>
        <p:blipFill>
          <a:blip r:embed="rId2"/>
          <a:stretch>
            <a:fillRect/>
          </a:stretch>
        </p:blipFill>
        <p:spPr>
          <a:xfrm>
            <a:off x="179070" y="260985"/>
            <a:ext cx="4448175" cy="838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252730" y="-27305"/>
            <a:ext cx="9364345" cy="56743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07315" y="45085"/>
            <a:ext cx="9052560" cy="504761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0" y="-27305"/>
            <a:ext cx="9107170" cy="4927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971550" y="692785"/>
            <a:ext cx="6833870" cy="4461510"/>
          </a:xfrm>
          <a:prstGeom prst="rect">
            <a:avLst/>
          </a:prstGeom>
        </p:spPr>
        <p:txBody>
          <a:bodyPr wrap="square">
            <a:spAutoFit/>
          </a:bodyPr>
          <a:p>
            <a:r>
              <a:rPr lang="zh-CN" altLang="en-US" sz="3200">
                <a:solidFill>
                  <a:srgbClr val="000000"/>
                </a:solidFill>
                <a:latin typeface="Arial" panose="020B0604020202020204" pitchFamily="34" charset="0"/>
                <a:ea typeface="微软雅黑" panose="020B0503020204020204" charset="-122"/>
              </a:rPr>
              <a:t>讨论</a:t>
            </a:r>
            <a:endParaRPr lang="zh-CN" altLang="en-US" sz="3200">
              <a:solidFill>
                <a:srgbClr val="000000"/>
              </a:solidFill>
              <a:latin typeface="Arial" panose="020B0604020202020204" pitchFamily="34" charset="0"/>
              <a:ea typeface="微软雅黑" panose="020B0503020204020204" charset="-122"/>
            </a:endParaRPr>
          </a:p>
          <a:p>
            <a:r>
              <a:rPr lang="zh-CN" altLang="en-US" sz="2800">
                <a:solidFill>
                  <a:srgbClr val="000000"/>
                </a:solidFill>
                <a:latin typeface="Arial" panose="020B0604020202020204" pitchFamily="34" charset="0"/>
                <a:ea typeface="微软雅黑" panose="020B0503020204020204" charset="-122"/>
              </a:rPr>
              <a:t>在等温可逆膨胀过程中系统对环境做最大功，在等温可逆压缩过程中环境对系统做最小功。</a:t>
            </a:r>
            <a:endParaRPr lang="zh-CN" altLang="en-US" sz="2800">
              <a:solidFill>
                <a:srgbClr val="000000"/>
              </a:solidFill>
              <a:latin typeface="Arial" panose="020B0604020202020204" pitchFamily="34" charset="0"/>
              <a:ea typeface="微软雅黑" panose="020B0503020204020204" charset="-122"/>
            </a:endParaRPr>
          </a:p>
          <a:p>
            <a:endParaRPr lang="zh-CN" altLang="en-US" sz="2800">
              <a:solidFill>
                <a:srgbClr val="000000"/>
              </a:solidFill>
              <a:latin typeface="Arial" panose="020B0604020202020204" pitchFamily="34" charset="0"/>
              <a:ea typeface="微软雅黑" panose="020B0503020204020204" charset="-122"/>
            </a:endParaRPr>
          </a:p>
          <a:p>
            <a:r>
              <a:rPr lang="zh-CN" altLang="en-US" sz="2800">
                <a:solidFill>
                  <a:srgbClr val="000000"/>
                </a:solidFill>
                <a:latin typeface="Arial" panose="020B0604020202020204" pitchFamily="34" charset="0"/>
                <a:ea typeface="微软雅黑" panose="020B0503020204020204" charset="-122"/>
              </a:rPr>
              <a:t>那么可逆电池放电时对环境所做的电功与不可逆电池相比哪个更大一些？</a:t>
            </a:r>
            <a:endParaRPr lang="zh-CN" altLang="en-US" sz="2800">
              <a:solidFill>
                <a:srgbClr val="000000"/>
              </a:solidFill>
              <a:latin typeface="Arial" panose="020B0604020202020204" pitchFamily="34" charset="0"/>
              <a:ea typeface="微软雅黑" panose="020B0503020204020204" charset="-122"/>
            </a:endParaRPr>
          </a:p>
          <a:p>
            <a:endParaRPr lang="zh-CN" altLang="en-US" sz="2800">
              <a:solidFill>
                <a:srgbClr val="000000"/>
              </a:solidFill>
              <a:latin typeface="Arial" panose="020B0604020202020204" pitchFamily="34" charset="0"/>
              <a:ea typeface="微软雅黑" panose="020B0503020204020204" charset="-122"/>
            </a:endParaRPr>
          </a:p>
          <a:p>
            <a:r>
              <a:rPr lang="zh-CN" altLang="en-US" sz="2800">
                <a:solidFill>
                  <a:srgbClr val="000000"/>
                </a:solidFill>
                <a:latin typeface="Arial" panose="020B0604020202020204" pitchFamily="34" charset="0"/>
                <a:ea typeface="微软雅黑" panose="020B0503020204020204" charset="-122"/>
              </a:rPr>
              <a:t>可逆电池的功率和不可逆电池的功率哪个更大一些？</a:t>
            </a:r>
            <a:endParaRPr lang="zh-CN" altLang="en-US" sz="2800">
              <a:solidFill>
                <a:srgbClr val="000000"/>
              </a:solidFill>
              <a:latin typeface="Arial" panose="020B0604020202020204" pitchFamily="34" charset="0"/>
              <a:ea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nvSpPr>
        <p:spPr>
          <a:xfrm>
            <a:off x="827267" y="764953"/>
            <a:ext cx="6870080" cy="947738"/>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zh-CN" sz="3200" b="1" dirty="0">
                <a:latin typeface="Arial" panose="020B0604020202020204" pitchFamily="34" charset="0"/>
                <a:ea typeface="微软雅黑" panose="020B0503020204020204" charset="-122"/>
              </a:rPr>
              <a:t>1.2.2 </a:t>
            </a:r>
            <a:r>
              <a:rPr lang="zh-CN" altLang="en-US" sz="3200" b="1" dirty="0">
                <a:latin typeface="Arial" panose="020B0604020202020204" pitchFamily="34" charset="0"/>
                <a:ea typeface="微软雅黑" panose="020B0503020204020204" charset="-122"/>
              </a:rPr>
              <a:t>可逆电化学过程的热效应</a:t>
            </a:r>
            <a:endParaRPr lang="en-US" altLang="zh-CN" sz="3200" b="1" dirty="0">
              <a:latin typeface="Arial" panose="020B0604020202020204" pitchFamily="34" charset="0"/>
              <a:ea typeface="微软雅黑" panose="020B0503020204020204" charset="-122"/>
            </a:endParaRPr>
          </a:p>
        </p:txBody>
      </p:sp>
      <p:sp>
        <p:nvSpPr>
          <p:cNvPr id="97283" name="Rectangle 3"/>
          <p:cNvSpPr>
            <a:spLocks noGrp="1" noChangeArrowheads="1"/>
          </p:cNvSpPr>
          <p:nvPr/>
        </p:nvSpPr>
        <p:spPr>
          <a:xfrm>
            <a:off x="834887" y="2773760"/>
            <a:ext cx="7886700" cy="2879976"/>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None/>
            </a:pPr>
            <a:r>
              <a:rPr lang="en-US" altLang="zh-CN" sz="2800" b="1" dirty="0">
                <a:latin typeface="Arial" panose="020B0604020202020204" pitchFamily="34" charset="0"/>
                <a:ea typeface="微软雅黑" panose="020B0503020204020204" charset="-122"/>
              </a:rPr>
              <a:t>(1)</a:t>
            </a:r>
            <a:r>
              <a:rPr lang="zh-CN" altLang="en-US" sz="2800" b="1" dirty="0">
                <a:latin typeface="Arial" panose="020B0604020202020204" pitchFamily="34" charset="0"/>
                <a:ea typeface="微软雅黑" panose="020B0503020204020204" charset="-122"/>
              </a:rPr>
              <a:t>原电池的两个电极必须是可逆电极。可逆电极是指</a:t>
            </a:r>
            <a:r>
              <a:rPr lang="zh-CN" altLang="en-US" sz="2800" b="1" dirty="0">
                <a:solidFill>
                  <a:srgbClr val="FF0000"/>
                </a:solidFill>
                <a:latin typeface="Arial" panose="020B0604020202020204" pitchFamily="34" charset="0"/>
                <a:ea typeface="微软雅黑" panose="020B0503020204020204" charset="-122"/>
              </a:rPr>
              <a:t>电极反应是可逆的</a:t>
            </a:r>
            <a:r>
              <a:rPr lang="zh-CN" altLang="en-US" sz="2800" b="1" dirty="0">
                <a:latin typeface="Arial" panose="020B0604020202020204" pitchFamily="34" charset="0"/>
                <a:ea typeface="微软雅黑" panose="020B0503020204020204" charset="-122"/>
              </a:rPr>
              <a:t>。</a:t>
            </a:r>
            <a:endParaRPr lang="zh-CN" altLang="en-US" sz="2800" b="1" dirty="0">
              <a:latin typeface="Arial" panose="020B0604020202020204" pitchFamily="34" charset="0"/>
              <a:ea typeface="微软雅黑" panose="020B0503020204020204" charset="-122"/>
            </a:endParaRPr>
          </a:p>
          <a:p>
            <a:pPr marL="0" indent="0">
              <a:lnSpc>
                <a:spcPct val="150000"/>
              </a:lnSpc>
              <a:buNone/>
            </a:pPr>
            <a:r>
              <a:rPr lang="en-US" altLang="zh-CN" sz="2800" b="1" dirty="0">
                <a:latin typeface="Arial" panose="020B0604020202020204" pitchFamily="34" charset="0"/>
                <a:ea typeface="微软雅黑" panose="020B0503020204020204" charset="-122"/>
              </a:rPr>
              <a:t>(2)</a:t>
            </a:r>
            <a:r>
              <a:rPr lang="zh-CN" altLang="en-US" sz="2800" b="1" dirty="0">
                <a:latin typeface="Arial" panose="020B0604020202020204" pitchFamily="34" charset="0"/>
                <a:ea typeface="微软雅黑" panose="020B0503020204020204" charset="-122"/>
              </a:rPr>
              <a:t>电极上通过的电流无限小，电极反应均在平衡电势下进行，</a:t>
            </a:r>
            <a:r>
              <a:rPr lang="zh-CN" altLang="en-US" sz="2800" b="1" dirty="0">
                <a:solidFill>
                  <a:srgbClr val="FF0000"/>
                </a:solidFill>
                <a:latin typeface="Arial" panose="020B0604020202020204" pitchFamily="34" charset="0"/>
                <a:ea typeface="微软雅黑" panose="020B0503020204020204" charset="-122"/>
              </a:rPr>
              <a:t>电池的能量转换是可逆的</a:t>
            </a:r>
            <a:r>
              <a:rPr lang="zh-CN" altLang="en-US" sz="2800" b="1" dirty="0">
                <a:latin typeface="Arial" panose="020B0604020202020204" pitchFamily="34" charset="0"/>
                <a:ea typeface="微软雅黑" panose="020B0503020204020204" charset="-122"/>
              </a:rPr>
              <a:t>。 </a:t>
            </a:r>
            <a:endParaRPr lang="zh-CN" altLang="en-US" sz="2800" b="1" dirty="0">
              <a:latin typeface="Arial" panose="020B0604020202020204" pitchFamily="34" charset="0"/>
              <a:ea typeface="微软雅黑" panose="020B0503020204020204" charset="-122"/>
            </a:endParaRPr>
          </a:p>
        </p:txBody>
      </p:sp>
      <p:sp>
        <p:nvSpPr>
          <p:cNvPr id="2" name="文本框 1"/>
          <p:cNvSpPr txBox="1"/>
          <p:nvPr/>
        </p:nvSpPr>
        <p:spPr>
          <a:xfrm>
            <a:off x="421170" y="2016223"/>
            <a:ext cx="8502098" cy="521970"/>
          </a:xfrm>
          <a:prstGeom prst="rect">
            <a:avLst/>
          </a:prstGeom>
          <a:noFill/>
        </p:spPr>
        <p:txBody>
          <a:bodyPr wrap="square" rtlCol="0">
            <a:spAutoFit/>
          </a:bodyPr>
          <a:lstStyle/>
          <a:p>
            <a:r>
              <a:rPr lang="zh-CN" altLang="en-US" sz="2800" b="1" dirty="0">
                <a:latin typeface="Arial" panose="020B0604020202020204" pitchFamily="34" charset="0"/>
                <a:ea typeface="微软雅黑" panose="020B0503020204020204" charset="-122"/>
              </a:rPr>
              <a:t>我们首先看可逆电池，可逆电池要满足下列三个条件：</a:t>
            </a:r>
            <a:endParaRPr lang="zh-CN" altLang="en-US" sz="2800" b="1" dirty="0">
              <a:latin typeface="Arial" panose="020B0604020202020204" pitchFamily="34" charset="0"/>
              <a:ea typeface="微软雅黑" panose="020B0503020204020204" charset="-122"/>
            </a:endParaRPr>
          </a:p>
        </p:txBody>
      </p:sp>
      <p:sp>
        <p:nvSpPr>
          <p:cNvPr id="6" name="矩形 5"/>
          <p:cNvSpPr/>
          <p:nvPr/>
        </p:nvSpPr>
        <p:spPr>
          <a:xfrm>
            <a:off x="834887" y="5551550"/>
            <a:ext cx="7417905" cy="737235"/>
          </a:xfrm>
          <a:prstGeom prst="rect">
            <a:avLst/>
          </a:prstGeom>
        </p:spPr>
        <p:txBody>
          <a:bodyPr wrap="square">
            <a:spAutoFit/>
          </a:bodyPr>
          <a:lstStyle/>
          <a:p>
            <a:pPr>
              <a:lnSpc>
                <a:spcPct val="150000"/>
              </a:lnSpc>
            </a:pPr>
            <a:r>
              <a:rPr lang="en-US" altLang="zh-CN" sz="2800" b="1" dirty="0">
                <a:solidFill>
                  <a:srgbClr val="FF0000"/>
                </a:solidFill>
                <a:latin typeface="Arial" panose="020B0604020202020204" pitchFamily="34" charset="0"/>
                <a:ea typeface="微软雅黑" panose="020B0503020204020204" charset="-122"/>
              </a:rPr>
              <a:t>(3)</a:t>
            </a:r>
            <a:r>
              <a:rPr lang="zh-CN" altLang="en-US" sz="2800" b="1" dirty="0">
                <a:solidFill>
                  <a:srgbClr val="FF0000"/>
                </a:solidFill>
                <a:latin typeface="Arial" panose="020B0604020202020204" pitchFamily="34" charset="0"/>
                <a:ea typeface="微软雅黑" panose="020B0503020204020204" charset="-122"/>
              </a:rPr>
              <a:t>电池中所进行的其他过程也必须可逆</a:t>
            </a:r>
            <a:r>
              <a:rPr lang="zh-CN" altLang="en-US" sz="2800" b="1" dirty="0">
                <a:solidFill>
                  <a:prstClr val="black"/>
                </a:solidFill>
                <a:latin typeface="Arial" panose="020B0604020202020204" pitchFamily="34" charset="0"/>
                <a:ea typeface="微软雅黑" panose="020B0503020204020204" charset="-122"/>
              </a:rPr>
              <a:t>。</a:t>
            </a:r>
            <a:endParaRPr lang="zh-CN" altLang="en-US" sz="1800" dirty="0">
              <a:latin typeface="Arial" panose="020B0604020202020204" pitchFamily="34" charset="0"/>
              <a:ea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963238" y="1422065"/>
            <a:ext cx="6592957" cy="275976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zh-CN" altLang="en-US" sz="3600" b="1" dirty="0">
                <a:latin typeface="Arial" panose="020B0604020202020204" pitchFamily="34" charset="0"/>
                <a:ea typeface="微软雅黑" panose="020B0503020204020204" charset="-122"/>
              </a:rPr>
              <a:t>可逆电化学装置</a:t>
            </a:r>
            <a:endParaRPr lang="zh-CN" altLang="en-US" sz="3600" b="1" dirty="0">
              <a:latin typeface="Arial" panose="020B0604020202020204" pitchFamily="34" charset="0"/>
              <a:ea typeface="微软雅黑" panose="020B0503020204020204" charset="-122"/>
            </a:endParaRPr>
          </a:p>
          <a:p>
            <a:pPr lvl="1">
              <a:lnSpc>
                <a:spcPct val="150000"/>
              </a:lnSpc>
            </a:pPr>
            <a:r>
              <a:rPr lang="en-US" altLang="zh-CN" sz="2800" b="1" dirty="0">
                <a:latin typeface="Arial" panose="020B0604020202020204" pitchFamily="34" charset="0"/>
                <a:ea typeface="微软雅黑" panose="020B0503020204020204" charset="-122"/>
              </a:rPr>
              <a:t>1.</a:t>
            </a:r>
            <a:r>
              <a:rPr lang="zh-CN" altLang="en-US" sz="2800" b="1" dirty="0">
                <a:latin typeface="Arial" panose="020B0604020202020204" pitchFamily="34" charset="0"/>
                <a:ea typeface="微软雅黑" panose="020B0503020204020204" charset="-122"/>
              </a:rPr>
              <a:t>电极反应可逆</a:t>
            </a:r>
            <a:endParaRPr lang="zh-CN" altLang="en-US" sz="2800" b="1" dirty="0">
              <a:latin typeface="Arial" panose="020B0604020202020204" pitchFamily="34" charset="0"/>
              <a:ea typeface="微软雅黑" panose="020B0503020204020204" charset="-122"/>
            </a:endParaRPr>
          </a:p>
          <a:p>
            <a:pPr lvl="1">
              <a:lnSpc>
                <a:spcPct val="150000"/>
              </a:lnSpc>
            </a:pPr>
            <a:r>
              <a:rPr lang="en-US" altLang="zh-CN" sz="2800" b="1" dirty="0">
                <a:latin typeface="Arial" panose="020B0604020202020204" pitchFamily="34" charset="0"/>
                <a:ea typeface="微软雅黑" panose="020B0503020204020204" charset="-122"/>
              </a:rPr>
              <a:t>2.</a:t>
            </a:r>
            <a:r>
              <a:rPr lang="zh-CN" altLang="en-US" sz="2800" b="1" dirty="0">
                <a:latin typeface="Arial" panose="020B0604020202020204" pitchFamily="34" charset="0"/>
                <a:ea typeface="微软雅黑" panose="020B0503020204020204" charset="-122"/>
              </a:rPr>
              <a:t>能量转移可逆（</a:t>
            </a:r>
            <a:r>
              <a:rPr lang="en-US" altLang="zh-CN" sz="2800" b="1" dirty="0">
                <a:latin typeface="Arial" panose="020B0604020202020204" pitchFamily="34" charset="0"/>
                <a:ea typeface="微软雅黑" panose="020B0503020204020204" charset="-122"/>
              </a:rPr>
              <a:t>I=0</a:t>
            </a:r>
            <a:r>
              <a:rPr lang="zh-CN" altLang="en-US" sz="2800" b="1" dirty="0">
                <a:latin typeface="Arial" panose="020B0604020202020204" pitchFamily="34" charset="0"/>
                <a:ea typeface="微软雅黑" panose="020B0503020204020204" charset="-122"/>
              </a:rPr>
              <a:t>）</a:t>
            </a:r>
            <a:endParaRPr lang="zh-CN" altLang="en-US" sz="2800" b="1" dirty="0">
              <a:latin typeface="Arial" panose="020B0604020202020204" pitchFamily="34" charset="0"/>
              <a:ea typeface="微软雅黑" panose="020B0503020204020204" charset="-122"/>
            </a:endParaRPr>
          </a:p>
          <a:p>
            <a:pPr lvl="1">
              <a:lnSpc>
                <a:spcPct val="150000"/>
              </a:lnSpc>
            </a:pPr>
            <a:r>
              <a:rPr lang="en-US" altLang="zh-CN" sz="2800" b="1" dirty="0">
                <a:latin typeface="Arial" panose="020B0604020202020204" pitchFamily="34" charset="0"/>
                <a:ea typeface="微软雅黑" panose="020B0503020204020204" charset="-122"/>
              </a:rPr>
              <a:t>3.</a:t>
            </a:r>
            <a:r>
              <a:rPr lang="zh-CN" altLang="en-US" sz="2800" b="1" dirty="0">
                <a:latin typeface="Arial" panose="020B0604020202020204" pitchFamily="34" charset="0"/>
                <a:ea typeface="微软雅黑" panose="020B0503020204020204" charset="-122"/>
              </a:rPr>
              <a:t>无其他不可逆过程</a:t>
            </a:r>
            <a:endParaRPr lang="zh-CN" altLang="en-US" sz="2800" b="1" dirty="0">
              <a:latin typeface="Arial" panose="020B0604020202020204" pitchFamily="34" charset="0"/>
              <a:ea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4"/>
          <p:cNvSpPr>
            <a:spLocks noGrp="1" noChangeArrowheads="1"/>
          </p:cNvSpPr>
          <p:nvPr/>
        </p:nvSpPr>
        <p:spPr bwMode="auto">
          <a:xfrm>
            <a:off x="538978" y="908686"/>
            <a:ext cx="3162989"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b" anchorCtr="0" compatLnSpc="1">
            <a:normAutofit fontScale="9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zh-CN" altLang="en-US" sz="3600" b="1" dirty="0">
                <a:latin typeface="Arial" panose="020B0604020202020204" pitchFamily="34" charset="0"/>
                <a:ea typeface="微软雅黑" panose="020B0503020204020204" charset="-122"/>
              </a:rPr>
              <a:t>原电池电动势 </a:t>
            </a:r>
            <a:endParaRPr lang="zh-CN" altLang="en-US" sz="3600" b="1" dirty="0">
              <a:latin typeface="Arial" panose="020B0604020202020204" pitchFamily="34" charset="0"/>
              <a:ea typeface="微软雅黑" panose="020B0503020204020204" charset="-122"/>
            </a:endParaRPr>
          </a:p>
        </p:txBody>
      </p:sp>
      <p:sp>
        <p:nvSpPr>
          <p:cNvPr id="17412" name="Rectangle 5"/>
          <p:cNvSpPr>
            <a:spLocks noGrp="1" noChangeArrowheads="1"/>
          </p:cNvSpPr>
          <p:nvPr/>
        </p:nvSpPr>
        <p:spPr bwMode="auto">
          <a:xfrm>
            <a:off x="793115" y="1969135"/>
            <a:ext cx="7772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eaLnBrk="1" hangingPunct="1"/>
            <a:r>
              <a:rPr lang="zh-CN" altLang="en-US" sz="2800" b="1" dirty="0">
                <a:latin typeface="Arial" panose="020B0604020202020204" pitchFamily="34" charset="0"/>
                <a:ea typeface="微软雅黑" panose="020B0503020204020204" charset="-122"/>
              </a:rPr>
              <a:t>定义：原电池短路时的端电压（即两电极相对电位差）。</a:t>
            </a:r>
            <a:endParaRPr lang="zh-CN" altLang="en-US" sz="2800" b="1" dirty="0">
              <a:latin typeface="Arial" panose="020B0604020202020204" pitchFamily="34" charset="0"/>
              <a:ea typeface="微软雅黑" panose="020B0503020204020204" charset="-122"/>
            </a:endParaRPr>
          </a:p>
          <a:p>
            <a:pPr marL="0" indent="0" eaLnBrk="1" hangingPunct="1"/>
            <a:endParaRPr lang="zh-CN" altLang="en-US" sz="2800" b="1" dirty="0">
              <a:latin typeface="Arial" panose="020B0604020202020204" pitchFamily="34" charset="0"/>
              <a:ea typeface="微软雅黑" panose="020B0503020204020204" charset="-122"/>
            </a:endParaRPr>
          </a:p>
          <a:p>
            <a:pPr marL="0" indent="0" eaLnBrk="1" hangingPunct="1"/>
            <a:endParaRPr lang="zh-CN" altLang="en-US" sz="2800" b="1" dirty="0">
              <a:latin typeface="Arial" panose="020B0604020202020204" pitchFamily="34" charset="0"/>
              <a:ea typeface="微软雅黑" panose="020B0503020204020204" charset="-122"/>
            </a:endParaRPr>
          </a:p>
          <a:p>
            <a:pPr marL="0" indent="0" eaLnBrk="1" hangingPunct="1"/>
            <a:r>
              <a:rPr lang="zh-CN" altLang="en-US" sz="2800" b="1" dirty="0">
                <a:latin typeface="Arial" panose="020B0604020202020204" pitchFamily="34" charset="0"/>
                <a:ea typeface="微软雅黑" panose="020B0503020204020204" charset="-122"/>
              </a:rPr>
              <a:t>注意：只有可逆电池有</a:t>
            </a:r>
            <a:r>
              <a:rPr lang="en-US" altLang="zh-CN" sz="2800" b="1" dirty="0">
                <a:latin typeface="Arial" panose="020B0604020202020204" pitchFamily="34" charset="0"/>
                <a:ea typeface="微软雅黑" panose="020B0503020204020204" charset="-122"/>
              </a:rPr>
              <a:t>E</a:t>
            </a:r>
            <a:r>
              <a:rPr lang="zh-CN" altLang="en-US" sz="2800" b="1" dirty="0">
                <a:latin typeface="Arial" panose="020B0604020202020204" pitchFamily="34" charset="0"/>
                <a:ea typeface="微软雅黑" panose="020B0503020204020204" charset="-122"/>
              </a:rPr>
              <a:t>，电池不可逆时只能测到</a:t>
            </a:r>
            <a:r>
              <a:rPr lang="en-US" altLang="zh-CN" sz="2800" b="1" dirty="0">
                <a:latin typeface="Arial" panose="020B0604020202020204" pitchFamily="34" charset="0"/>
                <a:ea typeface="微软雅黑" panose="020B0503020204020204" charset="-122"/>
              </a:rPr>
              <a:t>V</a:t>
            </a:r>
            <a:r>
              <a:rPr lang="zh-CN" altLang="en-US" sz="2800" b="1" dirty="0">
                <a:latin typeface="Arial" panose="020B0604020202020204" pitchFamily="34" charset="0"/>
                <a:ea typeface="微软雅黑" panose="020B0503020204020204" charset="-122"/>
              </a:rPr>
              <a:t>。</a:t>
            </a:r>
            <a:endParaRPr lang="zh-CN" altLang="en-US" sz="2800" b="1" dirty="0">
              <a:latin typeface="Arial" panose="020B0604020202020204" pitchFamily="34" charset="0"/>
              <a:ea typeface="微软雅黑" panose="020B0503020204020204" charset="-122"/>
            </a:endParaRPr>
          </a:p>
        </p:txBody>
      </p:sp>
      <p:sp>
        <p:nvSpPr>
          <p:cNvPr id="17413" name="Rectangle 6"/>
          <p:cNvSpPr>
            <a:spLocks noChangeArrowheads="1"/>
          </p:cNvSpPr>
          <p:nvPr/>
        </p:nvSpPr>
        <p:spPr bwMode="auto">
          <a:xfrm>
            <a:off x="-970598" y="3040698"/>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a typeface="微软雅黑" panose="020B0503020204020204" charset="-122"/>
            </a:endParaRPr>
          </a:p>
        </p:txBody>
      </p:sp>
      <p:graphicFrame>
        <p:nvGraphicFramePr>
          <p:cNvPr id="17410" name="Object 7"/>
          <p:cNvGraphicFramePr>
            <a:graphicFrameLocks noChangeAspect="1"/>
          </p:cNvGraphicFramePr>
          <p:nvPr/>
        </p:nvGraphicFramePr>
        <p:xfrm>
          <a:off x="1643395" y="2906553"/>
          <a:ext cx="2663825" cy="728663"/>
        </p:xfrm>
        <a:graphic>
          <a:graphicData uri="http://schemas.openxmlformats.org/presentationml/2006/ole">
            <mc:AlternateContent xmlns:mc="http://schemas.openxmlformats.org/markup-compatibility/2006">
              <mc:Choice xmlns:v="urn:schemas-microsoft-com:vml" Requires="v">
                <p:oleObj spid="_x0000_s2" name="公式" r:id="rId1" imgW="726440" imgH="206375" progId="Equation.3">
                  <p:embed/>
                </p:oleObj>
              </mc:Choice>
              <mc:Fallback>
                <p:oleObj name="公式" r:id="rId1" imgW="726440" imgH="206375"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395" y="2906553"/>
                        <a:ext cx="2663825" cy="728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4"/>
          <p:cNvSpPr>
            <a:spLocks noGrp="1" noChangeArrowheads="1"/>
          </p:cNvSpPr>
          <p:nvPr/>
        </p:nvSpPr>
        <p:spPr bwMode="auto">
          <a:xfrm>
            <a:off x="538978" y="836931"/>
            <a:ext cx="3162989" cy="609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b" anchorCtr="0" compatLnSpc="1">
            <a:normAutofit fontScale="9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eaLnBrk="1" hangingPunct="1"/>
            <a:r>
              <a:rPr lang="zh-CN" altLang="en-US" sz="3600" b="1" dirty="0">
                <a:latin typeface="Arial" panose="020B0604020202020204" pitchFamily="34" charset="0"/>
                <a:ea typeface="微软雅黑" panose="020B0503020204020204" charset="-122"/>
              </a:rPr>
              <a:t>原电池电动势 </a:t>
            </a:r>
            <a:endParaRPr lang="zh-CN" altLang="en-US" sz="3600" b="1" dirty="0">
              <a:latin typeface="Arial" panose="020B0604020202020204" pitchFamily="34" charset="0"/>
              <a:ea typeface="微软雅黑" panose="020B0503020204020204" charset="-122"/>
            </a:endParaRPr>
          </a:p>
        </p:txBody>
      </p:sp>
      <p:sp>
        <p:nvSpPr>
          <p:cNvPr id="17412" name="Rectangle 5"/>
          <p:cNvSpPr>
            <a:spLocks noGrp="1" noChangeArrowheads="1"/>
          </p:cNvSpPr>
          <p:nvPr/>
        </p:nvSpPr>
        <p:spPr bwMode="auto">
          <a:xfrm>
            <a:off x="793115" y="1897380"/>
            <a:ext cx="7772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eaLnBrk="1" hangingPunct="1"/>
            <a:r>
              <a:rPr lang="zh-CN" altLang="en-US" sz="2800" b="1" dirty="0">
                <a:latin typeface="Arial" panose="020B0604020202020204" pitchFamily="34" charset="0"/>
                <a:ea typeface="微软雅黑" panose="020B0503020204020204" charset="-122"/>
              </a:rPr>
              <a:t>定义：原电池短路时的端电压（即两电极相对电位差）。</a:t>
            </a:r>
            <a:endParaRPr lang="zh-CN" altLang="en-US" sz="2800" b="1" dirty="0">
              <a:latin typeface="Arial" panose="020B0604020202020204" pitchFamily="34" charset="0"/>
              <a:ea typeface="微软雅黑" panose="020B0503020204020204" charset="-122"/>
            </a:endParaRPr>
          </a:p>
          <a:p>
            <a:pPr marL="0" indent="0" eaLnBrk="1" hangingPunct="1"/>
            <a:endParaRPr lang="zh-CN" altLang="en-US" sz="2800" b="1" dirty="0">
              <a:latin typeface="Arial" panose="020B0604020202020204" pitchFamily="34" charset="0"/>
              <a:ea typeface="微软雅黑" panose="020B0503020204020204" charset="-122"/>
            </a:endParaRPr>
          </a:p>
          <a:p>
            <a:pPr marL="0" indent="0" eaLnBrk="1" hangingPunct="1"/>
            <a:endParaRPr lang="zh-CN" altLang="en-US" sz="2800" b="1" dirty="0">
              <a:latin typeface="Arial" panose="020B0604020202020204" pitchFamily="34" charset="0"/>
              <a:ea typeface="微软雅黑" panose="020B0503020204020204" charset="-122"/>
            </a:endParaRPr>
          </a:p>
          <a:p>
            <a:pPr marL="0" indent="0" eaLnBrk="1" hangingPunct="1"/>
            <a:r>
              <a:rPr lang="zh-CN" altLang="en-US" sz="2800" b="1" dirty="0">
                <a:latin typeface="Arial" panose="020B0604020202020204" pitchFamily="34" charset="0"/>
                <a:ea typeface="微软雅黑" panose="020B0503020204020204" charset="-122"/>
              </a:rPr>
              <a:t>注意：只有可逆电池有</a:t>
            </a:r>
            <a:r>
              <a:rPr lang="en-US" altLang="zh-CN" sz="2800" b="1" dirty="0">
                <a:latin typeface="Arial" panose="020B0604020202020204" pitchFamily="34" charset="0"/>
                <a:ea typeface="微软雅黑" panose="020B0503020204020204" charset="-122"/>
              </a:rPr>
              <a:t>E</a:t>
            </a:r>
            <a:r>
              <a:rPr lang="zh-CN" altLang="en-US" sz="2800" b="1" dirty="0">
                <a:latin typeface="Arial" panose="020B0604020202020204" pitchFamily="34" charset="0"/>
                <a:ea typeface="微软雅黑" panose="020B0503020204020204" charset="-122"/>
              </a:rPr>
              <a:t>，电池不可逆时只能测到</a:t>
            </a:r>
            <a:r>
              <a:rPr lang="en-US" altLang="zh-CN" sz="2800" b="1" dirty="0">
                <a:latin typeface="Arial" panose="020B0604020202020204" pitchFamily="34" charset="0"/>
                <a:ea typeface="微软雅黑" panose="020B0503020204020204" charset="-122"/>
              </a:rPr>
              <a:t>V</a:t>
            </a:r>
            <a:r>
              <a:rPr lang="zh-CN" altLang="en-US" sz="2800" b="1" dirty="0">
                <a:latin typeface="Arial" panose="020B0604020202020204" pitchFamily="34" charset="0"/>
                <a:ea typeface="微软雅黑" panose="020B0503020204020204" charset="-122"/>
              </a:rPr>
              <a:t>。</a:t>
            </a:r>
            <a:endParaRPr lang="zh-CN" altLang="en-US" sz="2800" b="1" dirty="0">
              <a:latin typeface="Arial" panose="020B0604020202020204" pitchFamily="34" charset="0"/>
              <a:ea typeface="微软雅黑" panose="020B0503020204020204" charset="-122"/>
            </a:endParaRPr>
          </a:p>
        </p:txBody>
      </p:sp>
      <p:sp>
        <p:nvSpPr>
          <p:cNvPr id="17413" name="Rectangle 6"/>
          <p:cNvSpPr>
            <a:spLocks noChangeArrowheads="1"/>
          </p:cNvSpPr>
          <p:nvPr/>
        </p:nvSpPr>
        <p:spPr bwMode="auto">
          <a:xfrm>
            <a:off x="-970598" y="2968943"/>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a typeface="微软雅黑" panose="020B0503020204020204" charset="-122"/>
            </a:endParaRPr>
          </a:p>
        </p:txBody>
      </p:sp>
      <p:graphicFrame>
        <p:nvGraphicFramePr>
          <p:cNvPr id="17410" name="Object 7"/>
          <p:cNvGraphicFramePr>
            <a:graphicFrameLocks noChangeAspect="1"/>
          </p:cNvGraphicFramePr>
          <p:nvPr/>
        </p:nvGraphicFramePr>
        <p:xfrm>
          <a:off x="1643395" y="2834798"/>
          <a:ext cx="2663825" cy="728663"/>
        </p:xfrm>
        <a:graphic>
          <a:graphicData uri="http://schemas.openxmlformats.org/presentationml/2006/ole">
            <mc:AlternateContent xmlns:mc="http://schemas.openxmlformats.org/markup-compatibility/2006">
              <mc:Choice xmlns:v="urn:schemas-microsoft-com:vml" Requires="v">
                <p:oleObj spid="_x0000_s2" name="公式" r:id="rId1" imgW="726440" imgH="206375" progId="Equation.3">
                  <p:embed/>
                </p:oleObj>
              </mc:Choice>
              <mc:Fallback>
                <p:oleObj name="公式" r:id="rId1" imgW="726440" imgH="206375"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395" y="2834798"/>
                        <a:ext cx="2663825" cy="728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4157" y="1701316"/>
            <a:ext cx="7955936" cy="3791985"/>
          </a:xfrm>
          <a:prstGeom prst="rect">
            <a:avLst/>
          </a:prstGeom>
        </p:spPr>
      </p:pic>
      <p:sp>
        <p:nvSpPr>
          <p:cNvPr id="4" name="文本框 3"/>
          <p:cNvSpPr txBox="1"/>
          <p:nvPr/>
        </p:nvSpPr>
        <p:spPr>
          <a:xfrm>
            <a:off x="816803" y="815285"/>
            <a:ext cx="5669280" cy="645160"/>
          </a:xfrm>
          <a:prstGeom prst="rect">
            <a:avLst/>
          </a:prstGeom>
          <a:noFill/>
        </p:spPr>
        <p:txBody>
          <a:bodyPr wrap="none" rtlCol="0">
            <a:spAutoFit/>
          </a:bodyPr>
          <a:lstStyle/>
          <a:p>
            <a:r>
              <a:rPr lang="zh-CN" altLang="en-US" sz="3600" b="1" dirty="0">
                <a:latin typeface="Arial" panose="020B0604020202020204" pitchFamily="34" charset="0"/>
                <a:ea typeface="微软雅黑" panose="020B0503020204020204" charset="-122"/>
              </a:rPr>
              <a:t>可逆电化学过程中的热力学</a:t>
            </a:r>
            <a:endParaRPr lang="zh-CN" altLang="en-US" sz="3600" b="1" dirty="0">
              <a:latin typeface="Arial" panose="020B0604020202020204" pitchFamily="34" charset="0"/>
              <a:ea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19564" y="1088127"/>
            <a:ext cx="7711254" cy="415973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7585" y="1538080"/>
            <a:ext cx="8268829" cy="329896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5970" y="911500"/>
            <a:ext cx="6743137" cy="771526"/>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0941" y="1816376"/>
            <a:ext cx="5888165" cy="392544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4"/>
          <p:cNvSpPr>
            <a:spLocks noGrp="1" noChangeArrowheads="1"/>
          </p:cNvSpPr>
          <p:nvPr/>
        </p:nvSpPr>
        <p:spPr bwMode="auto">
          <a:xfrm>
            <a:off x="1089025" y="620713"/>
            <a:ext cx="8054975" cy="51847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rmAutofit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eaLnBrk="1" hangingPunct="1">
              <a:lnSpc>
                <a:spcPct val="120000"/>
              </a:lnSpc>
            </a:pPr>
            <a:r>
              <a:rPr lang="en-US" altLang="zh-CN" sz="2800" b="1" dirty="0">
                <a:latin typeface="Arial" panose="020B0604020202020204" pitchFamily="34" charset="0"/>
                <a:ea typeface="微软雅黑" panose="020B0503020204020204" charset="-122"/>
              </a:rPr>
              <a:t>Gibbs-</a:t>
            </a:r>
            <a:r>
              <a:rPr lang="en-US" altLang="zh-CN" sz="2800" b="1" dirty="0" err="1">
                <a:latin typeface="Arial" panose="020B0604020202020204" pitchFamily="34" charset="0"/>
                <a:ea typeface="微软雅黑" panose="020B0503020204020204" charset="-122"/>
              </a:rPr>
              <a:t>Helmohelt</a:t>
            </a:r>
            <a:r>
              <a:rPr lang="zh-CN" altLang="en-US" sz="2800" b="1" dirty="0">
                <a:latin typeface="Arial" panose="020B0604020202020204" pitchFamily="34" charset="0"/>
                <a:ea typeface="微软雅黑" panose="020B0503020204020204" charset="-122"/>
              </a:rPr>
              <a:t>公式：</a:t>
            </a:r>
            <a:endParaRPr lang="zh-CN" altLang="en-US" sz="2800" b="1" dirty="0">
              <a:latin typeface="Arial" panose="020B0604020202020204" pitchFamily="34" charset="0"/>
              <a:ea typeface="微软雅黑" panose="020B0503020204020204" charset="-122"/>
            </a:endParaRPr>
          </a:p>
          <a:p>
            <a:pPr eaLnBrk="1" hangingPunct="1">
              <a:lnSpc>
                <a:spcPct val="120000"/>
              </a:lnSpc>
            </a:pPr>
            <a:endParaRPr lang="zh-CN" altLang="en-US" sz="2800" b="1" dirty="0">
              <a:latin typeface="Arial" panose="020B0604020202020204" pitchFamily="34" charset="0"/>
              <a:ea typeface="微软雅黑" panose="020B0503020204020204" charset="-122"/>
            </a:endParaRPr>
          </a:p>
          <a:p>
            <a:pPr eaLnBrk="1" hangingPunct="1">
              <a:lnSpc>
                <a:spcPct val="120000"/>
              </a:lnSpc>
            </a:pPr>
            <a:endParaRPr lang="zh-CN" altLang="en-US" sz="2800" b="1" dirty="0">
              <a:latin typeface="Arial" panose="020B0604020202020204" pitchFamily="34" charset="0"/>
              <a:ea typeface="微软雅黑" panose="020B0503020204020204" charset="-122"/>
            </a:endParaRPr>
          </a:p>
          <a:p>
            <a:pPr eaLnBrk="1" hangingPunct="1">
              <a:lnSpc>
                <a:spcPct val="120000"/>
              </a:lnSpc>
            </a:pPr>
            <a:r>
              <a:rPr lang="zh-CN" altLang="en-US" sz="2800" dirty="0">
                <a:latin typeface="Arial" panose="020B0604020202020204" pitchFamily="34" charset="0"/>
                <a:ea typeface="微软雅黑" panose="020B0503020204020204" charset="-122"/>
              </a:rPr>
              <a:t>          </a:t>
            </a:r>
            <a:r>
              <a:rPr lang="zh-CN" altLang="en-US" sz="2800" b="1" dirty="0">
                <a:latin typeface="Arial" panose="020B0604020202020204" pitchFamily="34" charset="0"/>
                <a:ea typeface="微软雅黑" panose="020B0503020204020204" charset="-122"/>
              </a:rPr>
              <a:t>称原电池电动势的温度系数。</a:t>
            </a:r>
            <a:endParaRPr lang="zh-CN" altLang="en-US" sz="2800" b="1" dirty="0">
              <a:latin typeface="Arial" panose="020B0604020202020204" pitchFamily="34" charset="0"/>
              <a:ea typeface="微软雅黑" panose="020B0503020204020204" charset="-122"/>
            </a:endParaRPr>
          </a:p>
          <a:p>
            <a:pPr eaLnBrk="1" hangingPunct="1">
              <a:lnSpc>
                <a:spcPct val="120000"/>
              </a:lnSpc>
            </a:pPr>
            <a:endParaRPr lang="zh-CN" altLang="en-US" sz="2800" b="1" dirty="0">
              <a:latin typeface="Arial" panose="020B0604020202020204" pitchFamily="34" charset="0"/>
              <a:ea typeface="微软雅黑" panose="020B0503020204020204" charset="-122"/>
            </a:endParaRPr>
          </a:p>
          <a:p>
            <a:pPr eaLnBrk="1" hangingPunct="1">
              <a:lnSpc>
                <a:spcPct val="120000"/>
              </a:lnSpc>
            </a:pPr>
            <a:r>
              <a:rPr lang="zh-CN" altLang="en-US" sz="2800" dirty="0">
                <a:latin typeface="Arial" panose="020B0604020202020204" pitchFamily="34" charset="0"/>
                <a:ea typeface="微软雅黑" panose="020B0503020204020204" charset="-122"/>
              </a:rPr>
              <a:t>              </a:t>
            </a:r>
            <a:r>
              <a:rPr lang="zh-CN" altLang="en-US" sz="2800" b="1" dirty="0">
                <a:latin typeface="Arial" panose="020B0604020202020204" pitchFamily="34" charset="0"/>
                <a:ea typeface="微软雅黑" panose="020B0503020204020204" charset="-122"/>
              </a:rPr>
              <a:t>一部分化学能转变为热能，绝热体系中电池会慢慢变热；</a:t>
            </a:r>
            <a:endParaRPr lang="zh-CN" altLang="en-US" sz="2800" b="1" dirty="0">
              <a:latin typeface="Arial" panose="020B0604020202020204" pitchFamily="34" charset="0"/>
              <a:ea typeface="微软雅黑" panose="020B0503020204020204" charset="-122"/>
            </a:endParaRPr>
          </a:p>
          <a:p>
            <a:pPr eaLnBrk="1" hangingPunct="1">
              <a:lnSpc>
                <a:spcPct val="120000"/>
              </a:lnSpc>
            </a:pPr>
            <a:endParaRPr lang="zh-CN" altLang="en-US" sz="2800" b="1" dirty="0">
              <a:latin typeface="Arial" panose="020B0604020202020204" pitchFamily="34" charset="0"/>
              <a:ea typeface="微软雅黑" panose="020B0503020204020204" charset="-122"/>
            </a:endParaRPr>
          </a:p>
          <a:p>
            <a:pPr eaLnBrk="1" hangingPunct="1">
              <a:lnSpc>
                <a:spcPct val="120000"/>
              </a:lnSpc>
            </a:pPr>
            <a:r>
              <a:rPr lang="zh-CN" altLang="en-US" sz="2800" b="1" dirty="0">
                <a:latin typeface="Arial" panose="020B0604020202020204" pitchFamily="34" charset="0"/>
                <a:ea typeface="微软雅黑" panose="020B0503020204020204" charset="-122"/>
              </a:rPr>
              <a:t>       电池工作时从环境吸热以保持温度不变。</a:t>
            </a:r>
            <a:endParaRPr lang="zh-CN" altLang="en-US" sz="2800" b="1" dirty="0">
              <a:latin typeface="Arial" panose="020B0604020202020204" pitchFamily="34" charset="0"/>
              <a:ea typeface="微软雅黑" panose="020B0503020204020204" charset="-122"/>
            </a:endParaRPr>
          </a:p>
          <a:p>
            <a:pPr eaLnBrk="1" hangingPunct="1">
              <a:lnSpc>
                <a:spcPct val="120000"/>
              </a:lnSpc>
            </a:pPr>
            <a:endParaRPr lang="zh-CN" altLang="en-US" sz="2800" b="1" dirty="0">
              <a:latin typeface="Arial" panose="020B0604020202020204" pitchFamily="34" charset="0"/>
              <a:ea typeface="微软雅黑" panose="020B0503020204020204" charset="-122"/>
            </a:endParaRPr>
          </a:p>
          <a:p>
            <a:pPr eaLnBrk="1" hangingPunct="1">
              <a:lnSpc>
                <a:spcPct val="120000"/>
              </a:lnSpc>
              <a:buFontTx/>
              <a:buNone/>
            </a:pPr>
            <a:endParaRPr lang="en-US" altLang="zh-CN" sz="2800" b="1" dirty="0">
              <a:solidFill>
                <a:srgbClr val="0000CC"/>
              </a:solidFill>
              <a:latin typeface="Arial" panose="020B0604020202020204" pitchFamily="34" charset="0"/>
              <a:ea typeface="微软雅黑" panose="020B0503020204020204" charset="-122"/>
            </a:endParaRPr>
          </a:p>
        </p:txBody>
      </p:sp>
      <p:sp>
        <p:nvSpPr>
          <p:cNvPr id="19463" name="Rectangle 5"/>
          <p:cNvSpPr>
            <a:spLocks noChangeArrowheads="1"/>
          </p:cNvSpPr>
          <p:nvPr/>
        </p:nvSpPr>
        <p:spPr bwMode="auto">
          <a:xfrm>
            <a:off x="0" y="2327276"/>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a typeface="微软雅黑" panose="020B0503020204020204" charset="-122"/>
            </a:endParaRPr>
          </a:p>
        </p:txBody>
      </p:sp>
      <p:graphicFrame>
        <p:nvGraphicFramePr>
          <p:cNvPr id="19458" name="Object 6"/>
          <p:cNvGraphicFramePr>
            <a:graphicFrameLocks noChangeAspect="1"/>
          </p:cNvGraphicFramePr>
          <p:nvPr/>
        </p:nvGraphicFramePr>
        <p:xfrm>
          <a:off x="2020611" y="1072357"/>
          <a:ext cx="3686175" cy="1076325"/>
        </p:xfrm>
        <a:graphic>
          <a:graphicData uri="http://schemas.openxmlformats.org/presentationml/2006/ole">
            <mc:AlternateContent xmlns:mc="http://schemas.openxmlformats.org/markup-compatibility/2006">
              <mc:Choice xmlns:v="urn:schemas-microsoft-com:vml" Requires="v">
                <p:oleObj spid="_x0000_s2" name="Equation" r:id="rId1" imgW="39014400" imgH="11277600" progId="Equation.DSMT4">
                  <p:embed/>
                </p:oleObj>
              </mc:Choice>
              <mc:Fallback>
                <p:oleObj name="Equation" r:id="rId1" imgW="39014400" imgH="11277600" progId="Equation.DSMT4">
                  <p:embed/>
                  <p:pic>
                    <p:nvPicPr>
                      <p:cNvPr id="0" name="Object 6"/>
                      <p:cNvPicPr>
                        <a:picLocks noChangeAspect="1" noChangeArrowheads="1"/>
                      </p:cNvPicPr>
                      <p:nvPr/>
                    </p:nvPicPr>
                    <p:blipFill>
                      <a:blip r:embed="rId2"/>
                      <a:srcRect/>
                      <a:stretch>
                        <a:fillRect/>
                      </a:stretch>
                    </p:blipFill>
                    <p:spPr bwMode="auto">
                      <a:xfrm>
                        <a:off x="2020611" y="1072357"/>
                        <a:ext cx="3686175" cy="1076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4" name="Rectangle 7"/>
          <p:cNvSpPr>
            <a:spLocks noChangeArrowheads="1"/>
          </p:cNvSpPr>
          <p:nvPr/>
        </p:nvSpPr>
        <p:spPr bwMode="auto">
          <a:xfrm>
            <a:off x="0" y="2774951"/>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a typeface="微软雅黑" panose="020B0503020204020204" charset="-122"/>
            </a:endParaRPr>
          </a:p>
        </p:txBody>
      </p:sp>
      <p:sp>
        <p:nvSpPr>
          <p:cNvPr id="19465" name="Rectangle 8"/>
          <p:cNvSpPr>
            <a:spLocks noChangeArrowheads="1"/>
          </p:cNvSpPr>
          <p:nvPr/>
        </p:nvSpPr>
        <p:spPr bwMode="auto">
          <a:xfrm>
            <a:off x="127000" y="2454276"/>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a typeface="微软雅黑" panose="020B0503020204020204" charset="-122"/>
            </a:endParaRPr>
          </a:p>
        </p:txBody>
      </p:sp>
      <p:graphicFrame>
        <p:nvGraphicFramePr>
          <p:cNvPr id="19459" name="Object 9"/>
          <p:cNvGraphicFramePr>
            <a:graphicFrameLocks noChangeAspect="1"/>
          </p:cNvGraphicFramePr>
          <p:nvPr/>
        </p:nvGraphicFramePr>
        <p:xfrm>
          <a:off x="1259530" y="1959115"/>
          <a:ext cx="1152525" cy="828675"/>
        </p:xfrm>
        <a:graphic>
          <a:graphicData uri="http://schemas.openxmlformats.org/presentationml/2006/ole">
            <mc:AlternateContent xmlns:mc="http://schemas.openxmlformats.org/markup-compatibility/2006">
              <mc:Choice xmlns:v="urn:schemas-microsoft-com:vml" Requires="v">
                <p:oleObj spid="_x0000_s3" name="公式" r:id="rId3" imgW="439420" imgH="421640" progId="Equation.3">
                  <p:embed/>
                </p:oleObj>
              </mc:Choice>
              <mc:Fallback>
                <p:oleObj name="公式" r:id="rId3" imgW="439420" imgH="42164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530" y="1959115"/>
                        <a:ext cx="1152525"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6" name="Rectangle 10"/>
          <p:cNvSpPr>
            <a:spLocks noChangeArrowheads="1"/>
          </p:cNvSpPr>
          <p:nvPr/>
        </p:nvSpPr>
        <p:spPr bwMode="auto">
          <a:xfrm>
            <a:off x="254000" y="2581276"/>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a typeface="微软雅黑" panose="020B0503020204020204" charset="-122"/>
            </a:endParaRPr>
          </a:p>
        </p:txBody>
      </p:sp>
      <p:graphicFrame>
        <p:nvGraphicFramePr>
          <p:cNvPr id="19460" name="Object 11"/>
          <p:cNvGraphicFramePr>
            <a:graphicFrameLocks noChangeAspect="1"/>
          </p:cNvGraphicFramePr>
          <p:nvPr/>
        </p:nvGraphicFramePr>
        <p:xfrm>
          <a:off x="1263975" y="2997200"/>
          <a:ext cx="1439862" cy="814388"/>
        </p:xfrm>
        <a:graphic>
          <a:graphicData uri="http://schemas.openxmlformats.org/presentationml/2006/ole">
            <mc:AlternateContent xmlns:mc="http://schemas.openxmlformats.org/markup-compatibility/2006">
              <mc:Choice xmlns:v="urn:schemas-microsoft-com:vml" Requires="v">
                <p:oleObj spid="_x0000_s4" name="公式" r:id="rId5" imgW="672465" imgH="421640" progId="Equation.3">
                  <p:embed/>
                </p:oleObj>
              </mc:Choice>
              <mc:Fallback>
                <p:oleObj name="公式" r:id="rId5" imgW="672465" imgH="42164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3975" y="2997200"/>
                        <a:ext cx="1439862" cy="814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7" name="Rectangle 12"/>
          <p:cNvSpPr>
            <a:spLocks noChangeArrowheads="1"/>
          </p:cNvSpPr>
          <p:nvPr/>
        </p:nvSpPr>
        <p:spPr bwMode="auto">
          <a:xfrm>
            <a:off x="127000" y="2901951"/>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a typeface="微软雅黑" panose="020B0503020204020204" charset="-122"/>
            </a:endParaRPr>
          </a:p>
        </p:txBody>
      </p:sp>
      <p:sp>
        <p:nvSpPr>
          <p:cNvPr id="19468" name="Rectangle 13"/>
          <p:cNvSpPr>
            <a:spLocks noChangeArrowheads="1"/>
          </p:cNvSpPr>
          <p:nvPr/>
        </p:nvSpPr>
        <p:spPr bwMode="auto">
          <a:xfrm>
            <a:off x="381000" y="2708276"/>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a typeface="微软雅黑" panose="020B0503020204020204" charset="-122"/>
            </a:endParaRPr>
          </a:p>
        </p:txBody>
      </p:sp>
      <p:graphicFrame>
        <p:nvGraphicFramePr>
          <p:cNvPr id="19461" name="Object 14"/>
          <p:cNvGraphicFramePr>
            <a:graphicFrameLocks noChangeAspect="1"/>
          </p:cNvGraphicFramePr>
          <p:nvPr/>
        </p:nvGraphicFramePr>
        <p:xfrm>
          <a:off x="971433" y="4652963"/>
          <a:ext cx="1512887" cy="787400"/>
        </p:xfrm>
        <a:graphic>
          <a:graphicData uri="http://schemas.openxmlformats.org/presentationml/2006/ole">
            <mc:AlternateContent xmlns:mc="http://schemas.openxmlformats.org/markup-compatibility/2006">
              <mc:Choice xmlns:v="urn:schemas-microsoft-com:vml" Requires="v">
                <p:oleObj spid="_x0000_s5" name="公式" r:id="rId7" imgW="681355" imgH="421640" progId="Equation.3">
                  <p:embed/>
                </p:oleObj>
              </mc:Choice>
              <mc:Fallback>
                <p:oleObj name="公式" r:id="rId7" imgW="681355" imgH="42164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433" y="4652963"/>
                        <a:ext cx="1512887"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9" name="Rectangle 15"/>
          <p:cNvSpPr>
            <a:spLocks noChangeArrowheads="1"/>
          </p:cNvSpPr>
          <p:nvPr/>
        </p:nvSpPr>
        <p:spPr bwMode="auto">
          <a:xfrm>
            <a:off x="179705" y="3194051"/>
            <a:ext cx="309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Arial" panose="020B0604020202020204" pitchFamily="34" charset="0"/>
              <a:ea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27482" y="758272"/>
            <a:ext cx="5992646" cy="765727"/>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6751" y="3429000"/>
            <a:ext cx="7415054" cy="2770947"/>
          </a:xfrm>
          <a:prstGeom prst="rect">
            <a:avLst/>
          </a:prstGeom>
        </p:spPr>
      </p:pic>
      <p:sp>
        <p:nvSpPr>
          <p:cNvPr id="6" name="Rectangle 4"/>
          <p:cNvSpPr txBox="1">
            <a:spLocks noChangeArrowheads="1"/>
          </p:cNvSpPr>
          <p:nvPr/>
        </p:nvSpPr>
        <p:spPr bwMode="auto">
          <a:xfrm>
            <a:off x="805068" y="1457252"/>
            <a:ext cx="7984437" cy="197174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50000"/>
              </a:lnSpc>
              <a:buFontTx/>
              <a:buNone/>
            </a:pPr>
            <a:r>
              <a:rPr lang="zh-CN" altLang="en-US" sz="2800" b="1" dirty="0">
                <a:latin typeface="Arial" panose="020B0604020202020204" pitchFamily="34" charset="0"/>
                <a:ea typeface="微软雅黑" panose="020B0503020204020204" charset="-122"/>
              </a:rPr>
              <a:t>实际发生的电化学过程都有一定电流通过，因而破环电池反应的平衡状态，导致实际反应的电化学过程基本上是不可逆的过程</a:t>
            </a:r>
            <a:endParaRPr lang="zh-CN" altLang="en-US" sz="2800" b="1" dirty="0">
              <a:latin typeface="Arial" panose="020B0604020202020204" pitchFamily="34" charset="0"/>
              <a:ea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8"/>
          <p:cNvSpPr>
            <a:spLocks noChangeArrowheads="1"/>
          </p:cNvSpPr>
          <p:nvPr/>
        </p:nvSpPr>
        <p:spPr bwMode="auto">
          <a:xfrm>
            <a:off x="622852" y="1524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sz="1800"/>
          </a:p>
        </p:txBody>
      </p:sp>
      <p:graphicFrame>
        <p:nvGraphicFramePr>
          <p:cNvPr id="29" name="对象 28"/>
          <p:cNvGraphicFramePr>
            <a:graphicFrameLocks noChangeAspect="1"/>
          </p:cNvGraphicFramePr>
          <p:nvPr/>
        </p:nvGraphicFramePr>
        <p:xfrm>
          <a:off x="921450" y="1855303"/>
          <a:ext cx="6820648" cy="715609"/>
        </p:xfrm>
        <a:graphic>
          <a:graphicData uri="http://schemas.openxmlformats.org/presentationml/2006/ole">
            <mc:AlternateContent xmlns:mc="http://schemas.openxmlformats.org/markup-compatibility/2006">
              <mc:Choice xmlns:v="urn:schemas-microsoft-com:vml" Requires="v">
                <p:oleObj spid="_x0000_s2" name="Equation" r:id="rId1" imgW="2908300" imgH="304800" progId="Equation.DSMT4">
                  <p:embed/>
                </p:oleObj>
              </mc:Choice>
              <mc:Fallback>
                <p:oleObj name="Equation" r:id="rId1" imgW="2908300" imgH="304800" progId="Equation.DSMT4">
                  <p:embed/>
                  <p:pic>
                    <p:nvPicPr>
                      <p:cNvPr id="0" name="Object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1450" y="1855303"/>
                        <a:ext cx="6820648" cy="715609"/>
                      </a:xfrm>
                      <a:prstGeom prst="rect">
                        <a:avLst/>
                      </a:prstGeom>
                      <a:noFill/>
                    </p:spPr>
                  </p:pic>
                </p:oleObj>
              </mc:Fallback>
            </mc:AlternateContent>
          </a:graphicData>
        </a:graphic>
      </p:graphicFrame>
      <p:sp>
        <p:nvSpPr>
          <p:cNvPr id="30" name="文本框 29"/>
          <p:cNvSpPr txBox="1"/>
          <p:nvPr/>
        </p:nvSpPr>
        <p:spPr>
          <a:xfrm>
            <a:off x="773222" y="904822"/>
            <a:ext cx="5516880" cy="521970"/>
          </a:xfrm>
          <a:prstGeom prst="rect">
            <a:avLst/>
          </a:prstGeom>
          <a:noFill/>
        </p:spPr>
        <p:txBody>
          <a:bodyPr wrap="none" rtlCol="0">
            <a:spAutoFit/>
          </a:bodyPr>
          <a:lstStyle/>
          <a:p>
            <a:r>
              <a:rPr lang="zh-CN" altLang="en-US" sz="2800" b="1" dirty="0">
                <a:latin typeface="Arial" panose="020B0604020202020204" pitchFamily="34" charset="0"/>
                <a:ea typeface="微软雅黑" panose="020B0503020204020204" charset="-122"/>
              </a:rPr>
              <a:t>电池不可逆过程放电的热效应为：</a:t>
            </a:r>
            <a:endParaRPr lang="zh-CN" altLang="en-US" sz="2800" b="1" dirty="0">
              <a:latin typeface="Arial" panose="020B0604020202020204" pitchFamily="34" charset="0"/>
              <a:ea typeface="微软雅黑" panose="020B0503020204020204" charset="-122"/>
            </a:endParaRPr>
          </a:p>
        </p:txBody>
      </p:sp>
      <p:sp>
        <p:nvSpPr>
          <p:cNvPr id="31" name="文本框 30"/>
          <p:cNvSpPr txBox="1"/>
          <p:nvPr/>
        </p:nvSpPr>
        <p:spPr>
          <a:xfrm>
            <a:off x="3758014" y="2733369"/>
            <a:ext cx="2585085" cy="521970"/>
          </a:xfrm>
          <a:prstGeom prst="rect">
            <a:avLst/>
          </a:prstGeom>
          <a:noFill/>
        </p:spPr>
        <p:txBody>
          <a:bodyPr wrap="none" rtlCol="0">
            <a:spAutoFit/>
          </a:bodyPr>
          <a:lstStyle/>
          <a:p>
            <a:r>
              <a:rPr lang="zh-CN" altLang="en-US" sz="2800" b="1" dirty="0">
                <a:latin typeface="Arial" panose="020B0604020202020204" pitchFamily="34" charset="0"/>
                <a:ea typeface="微软雅黑" panose="020B0503020204020204" charset="-122"/>
              </a:rPr>
              <a:t>（此时</a:t>
            </a:r>
            <a:r>
              <a:rPr lang="en-US" altLang="zh-CN" sz="2800" b="1" i="1" dirty="0">
                <a:latin typeface="Arial" panose="020B0604020202020204" pitchFamily="34" charset="0"/>
                <a:ea typeface="微软雅黑" panose="020B0503020204020204" charset="-122"/>
              </a:rPr>
              <a:t>V </a:t>
            </a:r>
            <a:r>
              <a:rPr lang="en-US" altLang="zh-CN" sz="2800" b="1" dirty="0">
                <a:latin typeface="Arial" panose="020B0604020202020204" pitchFamily="34" charset="0"/>
                <a:ea typeface="微软雅黑" panose="020B0503020204020204" charset="-122"/>
              </a:rPr>
              <a:t>&lt; </a:t>
            </a:r>
            <a:r>
              <a:rPr lang="en-US" altLang="zh-CN" sz="2800" b="1" i="1" dirty="0">
                <a:latin typeface="Arial" panose="020B0604020202020204" pitchFamily="34" charset="0"/>
                <a:ea typeface="微软雅黑" panose="020B0503020204020204" charset="-122"/>
              </a:rPr>
              <a:t>E </a:t>
            </a:r>
            <a:r>
              <a:rPr lang="zh-CN" altLang="en-US" sz="2800" b="1" dirty="0">
                <a:latin typeface="Arial" panose="020B0604020202020204" pitchFamily="34" charset="0"/>
                <a:ea typeface="微软雅黑" panose="020B0503020204020204" charset="-122"/>
              </a:rPr>
              <a:t>）</a:t>
            </a:r>
            <a:endParaRPr lang="zh-CN" altLang="en-US" sz="2800" b="1" dirty="0">
              <a:latin typeface="Arial" panose="020B0604020202020204" pitchFamily="34" charset="0"/>
              <a:ea typeface="微软雅黑" panose="020B0503020204020204" charset="-122"/>
            </a:endParaRPr>
          </a:p>
        </p:txBody>
      </p:sp>
      <p:sp>
        <p:nvSpPr>
          <p:cNvPr id="32" name="文本框 31"/>
          <p:cNvSpPr txBox="1"/>
          <p:nvPr/>
        </p:nvSpPr>
        <p:spPr>
          <a:xfrm>
            <a:off x="1026745" y="3419046"/>
            <a:ext cx="7547412" cy="2306955"/>
          </a:xfrm>
          <a:prstGeom prst="rect">
            <a:avLst/>
          </a:prstGeom>
          <a:noFill/>
        </p:spPr>
        <p:txBody>
          <a:bodyPr wrap="square" rtlCol="0">
            <a:spAutoFit/>
          </a:bodyPr>
          <a:lstStyle/>
          <a:p>
            <a:pPr>
              <a:lnSpc>
                <a:spcPct val="150000"/>
              </a:lnSpc>
            </a:pPr>
            <a:r>
              <a:rPr lang="zh-CN" altLang="en-US" sz="2400" b="1" dirty="0">
                <a:latin typeface="Arial" panose="020B0604020202020204" pitchFamily="34" charset="0"/>
                <a:ea typeface="微软雅黑" panose="020B0503020204020204" charset="-122"/>
              </a:rPr>
              <a:t>此公式右边第一项</a:t>
            </a:r>
            <a:r>
              <a:rPr lang="zh-CN" altLang="zh-CN" sz="2400" b="1" dirty="0">
                <a:latin typeface="Arial" panose="020B0604020202020204" pitchFamily="34" charset="0"/>
                <a:ea typeface="微软雅黑" panose="020B0503020204020204" charset="-122"/>
              </a:rPr>
              <a:t>为电池可逆放电时产生的热效应</a:t>
            </a:r>
            <a:r>
              <a:rPr lang="zh-CN" altLang="en-US" sz="2400" b="1" dirty="0">
                <a:latin typeface="Arial" panose="020B0604020202020204" pitchFamily="34" charset="0"/>
                <a:ea typeface="微软雅黑" panose="020B0503020204020204" charset="-122"/>
              </a:rPr>
              <a:t>，第二项</a:t>
            </a:r>
            <a:r>
              <a:rPr lang="zh-CN" altLang="zh-CN" sz="2400" b="1" dirty="0">
                <a:latin typeface="Arial" panose="020B0604020202020204" pitchFamily="34" charset="0"/>
                <a:ea typeface="微软雅黑" panose="020B0503020204020204" charset="-122"/>
              </a:rPr>
              <a:t>为电化学极化、浓差极化、电极和溶液电阻引起的电压降，克服电池内各种阻力放出的热量。</a:t>
            </a:r>
            <a:r>
              <a:rPr lang="zh-CN" altLang="en-US" sz="2400" b="1" dirty="0">
                <a:latin typeface="Arial" panose="020B0604020202020204" pitchFamily="34" charset="0"/>
                <a:ea typeface="微软雅黑" panose="020B0503020204020204" charset="-122"/>
              </a:rPr>
              <a:t>所以电池放热要保证放出的热量不至于引起电池性质的显著变化。</a:t>
            </a:r>
            <a:endParaRPr lang="zh-CN" altLang="en-US" sz="2400" b="1" dirty="0">
              <a:latin typeface="Arial" panose="020B0604020202020204" pitchFamily="34" charset="0"/>
              <a:ea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22927" y="1604134"/>
            <a:ext cx="7343334" cy="278233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7566" y="424035"/>
            <a:ext cx="7810467" cy="4338017"/>
          </a:xfrm>
          <a:prstGeom prst="rect">
            <a:avLst/>
          </a:prstGeom>
        </p:spPr>
      </p:pic>
      <p:sp>
        <p:nvSpPr>
          <p:cNvPr id="4" name="矩形 3"/>
          <p:cNvSpPr/>
          <p:nvPr/>
        </p:nvSpPr>
        <p:spPr>
          <a:xfrm>
            <a:off x="467566" y="4868868"/>
            <a:ext cx="8715169" cy="829945"/>
          </a:xfrm>
          <a:prstGeom prst="rect">
            <a:avLst/>
          </a:prstGeom>
        </p:spPr>
        <p:txBody>
          <a:bodyPr wrap="square">
            <a:spAutoFit/>
          </a:bodyPr>
          <a:lstStyle/>
          <a:p>
            <a:pPr indent="228600"/>
            <a:r>
              <a:rPr lang="zh-CN" altLang="en-US" sz="2400" b="1" kern="100" dirty="0">
                <a:latin typeface="Arial" panose="020B0604020202020204" pitchFamily="34" charset="0"/>
                <a:ea typeface="微软雅黑" panose="020B0503020204020204" charset="-122"/>
              </a:rPr>
              <a:t>上式右边第一项表示可逆电解时体系吸收的热量，第二项表示为克服电解过程阻力而放出的热量。</a:t>
            </a:r>
            <a:endParaRPr lang="zh-CN" altLang="en-US" sz="2400" b="1" kern="100" dirty="0">
              <a:latin typeface="Arial" panose="020B0604020202020204" pitchFamily="34" charset="0"/>
              <a:ea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18362" y="967614"/>
            <a:ext cx="7107276" cy="622646"/>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362" y="1762124"/>
            <a:ext cx="7004010" cy="360500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1427" y="861598"/>
            <a:ext cx="6653465" cy="582889"/>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153" y="1758604"/>
            <a:ext cx="7789694" cy="39000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stretch>
            <a:fillRect/>
          </a:stretch>
        </p:blipFill>
        <p:spPr>
          <a:xfrm>
            <a:off x="683260" y="1124585"/>
            <a:ext cx="7598410" cy="4051935"/>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PP_MARK_KEY" val="501aeaa4-d200-42a5-b726-68e8e8b733bf"/>
  <p:tag name="COMMONDATA" val="eyJoZGlkIjoiODIyZGQ3MzI3NDI1MDU1N2YyZWRhMDJkZThkMjhmMDYifQ=="/>
  <p:tag name="FULLTEXTBEAUTIFYED" val="1"/>
  <p:tag name="resource_record_key" val="{&quot;13&quot;:[4650186]}"/>
</p:tagLst>
</file>

<file path=ppt/theme/theme1.xml><?xml version="1.0" encoding="utf-8"?>
<a:theme xmlns:a="http://schemas.openxmlformats.org/drawingml/2006/main" name="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Crayons</Template>
  <TotalTime>0</TotalTime>
  <Words>831</Words>
  <Application>WPS 演示</Application>
  <PresentationFormat>全屏显示(4:3)</PresentationFormat>
  <Paragraphs>70</Paragraphs>
  <Slides>35</Slides>
  <Notes>0</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7</vt:i4>
      </vt:variant>
      <vt:variant>
        <vt:lpstr>幻灯片标题</vt:lpstr>
      </vt:variant>
      <vt:variant>
        <vt:i4>35</vt:i4>
      </vt:variant>
    </vt:vector>
  </HeadingPairs>
  <TitlesOfParts>
    <vt:vector size="56" baseType="lpstr">
      <vt:lpstr>Arial</vt:lpstr>
      <vt:lpstr>宋体</vt:lpstr>
      <vt:lpstr>Wingdings</vt:lpstr>
      <vt:lpstr>Comic Sans MS</vt:lpstr>
      <vt:lpstr>Calibri</vt:lpstr>
      <vt:lpstr>微软雅黑</vt:lpstr>
      <vt:lpstr>Times New Roman</vt:lpstr>
      <vt:lpstr>Arial Unicode MS</vt:lpstr>
      <vt:lpstr>新宋体</vt:lpstr>
      <vt:lpstr>寰蒋闆呴粦</vt:lpstr>
      <vt:lpstr>瀹嬩綋</vt:lpstr>
      <vt:lpstr>Segoe Print</vt:lpstr>
      <vt:lpstr>Crayons</vt:lpstr>
      <vt:lpstr>1_Crayons</vt:lpstr>
      <vt:lpstr>Equation.3</vt:lpstr>
      <vt:lpstr>Equation.3</vt:lpstr>
      <vt:lpstr>Equation.DSMT4</vt:lpstr>
      <vt:lpstr>Equation.3</vt:lpstr>
      <vt:lpstr>Equation.3</vt:lpstr>
      <vt:lpstr>Equation.3</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电化学研究方法及实验</dc:title>
  <dc:creator>a</dc:creator>
  <cp:lastModifiedBy>无际</cp:lastModifiedBy>
  <cp:revision>130</cp:revision>
  <dcterms:created xsi:type="dcterms:W3CDTF">2008-04-21T01:26:00Z</dcterms:created>
  <dcterms:modified xsi:type="dcterms:W3CDTF">2025-10-10T01:52:35Z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14B357D0E8084C92B5E221E751F3CBCF</vt:lpwstr>
  </property>
  <property fmtid="{D5CDD505-2E9C-101B-9397-08002B2CF9AE}" pid="3" name="KSOProductBuildVer">
    <vt:lpwstr>2052-12.1.0.22529</vt:lpwstr>
  </property>
</Properties>
</file>