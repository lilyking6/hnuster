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961" r:id="rId4"/>
    <p:sldId id="706" r:id="rId5"/>
    <p:sldId id="707" r:id="rId6"/>
    <p:sldId id="774" r:id="rId7"/>
    <p:sldId id="783" r:id="rId8"/>
    <p:sldId id="708" r:id="rId9"/>
    <p:sldId id="770" r:id="rId10"/>
    <p:sldId id="721" r:id="rId11"/>
    <p:sldId id="779" r:id="rId12"/>
    <p:sldId id="716" r:id="rId13"/>
    <p:sldId id="887" r:id="rId14"/>
    <p:sldId id="1075" r:id="rId15"/>
    <p:sldId id="1076" r:id="rId16"/>
    <p:sldId id="1077" r:id="rId17"/>
    <p:sldId id="1078" r:id="rId18"/>
    <p:sldId id="888" r:id="rId19"/>
    <p:sldId id="962" r:id="rId20"/>
    <p:sldId id="963" r:id="rId21"/>
    <p:sldId id="964" r:id="rId22"/>
    <p:sldId id="889" r:id="rId23"/>
    <p:sldId id="890" r:id="rId24"/>
    <p:sldId id="891" r:id="rId25"/>
    <p:sldId id="967" r:id="rId26"/>
    <p:sldId id="398" r:id="rId27"/>
    <p:sldId id="965" r:id="rId28"/>
    <p:sldId id="966" r:id="rId29"/>
  </p:sldIdLst>
  <p:sldSz cx="9144000" cy="6858000" type="screen4x3"/>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j" initials="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586" autoAdjust="0"/>
  </p:normalViewPr>
  <p:slideViewPr>
    <p:cSldViewPr snapToGrid="0">
      <p:cViewPr varScale="1">
        <p:scale>
          <a:sx n="81" d="100"/>
          <a:sy n="81" d="100"/>
        </p:scale>
        <p:origin x="1296"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4" Type="http://schemas.openxmlformats.org/officeDocument/2006/relationships/tags" Target="tags/tag2.xml"/><Relationship Id="rId33" Type="http://schemas.openxmlformats.org/officeDocument/2006/relationships/commentAuthors" Target="commentAuthors.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F29C9B-8CE5-43BC-A8ED-373B412DCA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DC82C3-01F7-4B45-9202-42784281006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5335"/>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135"/>
            </a:lvl1pPr>
            <a:lvl2pPr marL="406400" indent="0" algn="ctr">
              <a:buNone/>
              <a:defRPr sz="1780"/>
            </a:lvl2pPr>
            <a:lvl3pPr marL="812800" indent="0" algn="ctr">
              <a:buNone/>
              <a:defRPr sz="1600"/>
            </a:lvl3pPr>
            <a:lvl4pPr marL="1219200" indent="0" algn="ctr">
              <a:buNone/>
              <a:defRPr sz="1420"/>
            </a:lvl4pPr>
            <a:lvl5pPr marL="1625600" indent="0" algn="ctr">
              <a:buNone/>
              <a:defRPr sz="1420"/>
            </a:lvl5pPr>
            <a:lvl6pPr marL="2032000" indent="0" algn="ctr">
              <a:buNone/>
              <a:defRPr sz="1420"/>
            </a:lvl6pPr>
            <a:lvl7pPr marL="2438400" indent="0" algn="ctr">
              <a:buNone/>
              <a:defRPr sz="1420"/>
            </a:lvl7pPr>
            <a:lvl8pPr marL="2844800" indent="0" algn="ctr">
              <a:buNone/>
              <a:defRPr sz="1420"/>
            </a:lvl8pPr>
            <a:lvl9pPr marL="3251200" indent="0" algn="ctr">
              <a:buNone/>
              <a:defRPr sz="1420"/>
            </a:lvl9pPr>
          </a:lstStyle>
          <a:p>
            <a:r>
              <a:rPr lang="zh-CN" altLang="en-US"/>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2E5CA3A9-AA34-461B-A2FE-A31999C7E8EB}" type="slidenum">
              <a:rPr lang="zh-CN" altLang="en-US"/>
            </a:fld>
            <a:r>
              <a:rPr lang="en-US" altLang="zh-CN"/>
              <a:t> of 109 </a:t>
            </a: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灯片编号占位符 3"/>
          <p:cNvSpPr>
            <a:spLocks noGrp="1"/>
          </p:cNvSpPr>
          <p:nvPr>
            <p:ph type="sldNum" sz="quarter" idx="10"/>
          </p:nvPr>
        </p:nvSpPr>
        <p:spPr/>
        <p:txBody>
          <a:bodyPr/>
          <a:lstStyle>
            <a:lvl1pPr>
              <a:defRPr/>
            </a:lvl1pPr>
          </a:lstStyle>
          <a:p>
            <a:fld id="{4719874D-E5BB-4418-84F9-FDDB8765DF78}" type="slidenum">
              <a:rPr lang="zh-CN" altLang="en-US"/>
            </a:fld>
            <a:r>
              <a:rPr lang="en-US" altLang="zh-CN"/>
              <a:t> of 109 </a:t>
            </a: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711" y="1709739"/>
            <a:ext cx="7886700" cy="2852737"/>
          </a:xfrm>
        </p:spPr>
        <p:txBody>
          <a:bodyPr anchor="b"/>
          <a:lstStyle>
            <a:lvl1pPr>
              <a:defRPr sz="5335"/>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711" y="4589464"/>
            <a:ext cx="7886700" cy="1500187"/>
          </a:xfrm>
        </p:spPr>
        <p:txBody>
          <a:bodyPr/>
          <a:lstStyle>
            <a:lvl1pPr marL="0" indent="0">
              <a:buNone/>
              <a:defRPr sz="2135"/>
            </a:lvl1pPr>
            <a:lvl2pPr marL="406400" indent="0">
              <a:buNone/>
              <a:defRPr sz="1780"/>
            </a:lvl2pPr>
            <a:lvl3pPr marL="812800" indent="0">
              <a:buNone/>
              <a:defRPr sz="1600"/>
            </a:lvl3pPr>
            <a:lvl4pPr marL="1219200" indent="0">
              <a:buNone/>
              <a:defRPr sz="1420"/>
            </a:lvl4pPr>
            <a:lvl5pPr marL="1625600" indent="0">
              <a:buNone/>
              <a:defRPr sz="1420"/>
            </a:lvl5pPr>
            <a:lvl6pPr marL="2032000" indent="0">
              <a:buNone/>
              <a:defRPr sz="1420"/>
            </a:lvl6pPr>
            <a:lvl7pPr marL="2438400" indent="0">
              <a:buNone/>
              <a:defRPr sz="1420"/>
            </a:lvl7pPr>
            <a:lvl8pPr marL="2844800" indent="0">
              <a:buNone/>
              <a:defRPr sz="1420"/>
            </a:lvl8pPr>
            <a:lvl9pPr marL="3251200" indent="0">
              <a:buNone/>
              <a:defRPr sz="1420"/>
            </a:lvl9pPr>
          </a:lstStyle>
          <a:p>
            <a:pPr lvl="0"/>
            <a:r>
              <a:rPr lang="zh-CN" altLang="en-US"/>
              <a:t>单击此处编辑母版文本样式</a:t>
            </a:r>
            <a:endParaRPr lang="zh-CN" altLang="en-US"/>
          </a:p>
        </p:txBody>
      </p:sp>
      <p:sp>
        <p:nvSpPr>
          <p:cNvPr id="4" name="灯片编号占位符 3"/>
          <p:cNvSpPr>
            <a:spLocks noGrp="1"/>
          </p:cNvSpPr>
          <p:nvPr>
            <p:ph type="sldNum" sz="quarter" idx="10"/>
          </p:nvPr>
        </p:nvSpPr>
        <p:spPr/>
        <p:txBody>
          <a:bodyPr/>
          <a:lstStyle>
            <a:lvl1pPr>
              <a:defRPr/>
            </a:lvl1pPr>
          </a:lstStyle>
          <a:p>
            <a:fld id="{E650C09A-E02F-46C8-A9F7-9B8461D07FF8}" type="slidenum">
              <a:rPr lang="zh-CN" altLang="en-US"/>
            </a:fld>
            <a:r>
              <a:rPr lang="en-US" altLang="zh-CN"/>
              <a:t> of 109 </a:t>
            </a: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05656"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5002390"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灯片编号占位符 4"/>
          <p:cNvSpPr>
            <a:spLocks noGrp="1"/>
          </p:cNvSpPr>
          <p:nvPr>
            <p:ph type="sldNum" sz="quarter" idx="10"/>
          </p:nvPr>
        </p:nvSpPr>
        <p:spPr/>
        <p:txBody>
          <a:bodyPr/>
          <a:lstStyle>
            <a:lvl1pPr>
              <a:defRPr/>
            </a:lvl1pPr>
          </a:lstStyle>
          <a:p>
            <a:fld id="{18654E2F-258C-44C8-AF6B-764BE5AD42E5}" type="slidenum">
              <a:rPr lang="zh-CN" altLang="en-US"/>
            </a:fld>
            <a:r>
              <a:rPr lang="en-US" altLang="zh-CN"/>
              <a:t> of 109 </a:t>
            </a: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356" y="365126"/>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356" y="1681163"/>
            <a:ext cx="3869267" cy="823912"/>
          </a:xfrm>
        </p:spPr>
        <p:txBody>
          <a:bodyPr anchor="b"/>
          <a:lstStyle>
            <a:lvl1pPr marL="0" indent="0">
              <a:buNone/>
              <a:defRPr sz="2135" b="1"/>
            </a:lvl1pPr>
            <a:lvl2pPr marL="406400" indent="0">
              <a:buNone/>
              <a:defRPr sz="1780" b="1"/>
            </a:lvl2pPr>
            <a:lvl3pPr marL="812800" indent="0">
              <a:buNone/>
              <a:defRPr sz="1600" b="1"/>
            </a:lvl3pPr>
            <a:lvl4pPr marL="1219200" indent="0">
              <a:buNone/>
              <a:defRPr sz="1420" b="1"/>
            </a:lvl4pPr>
            <a:lvl5pPr marL="1625600" indent="0">
              <a:buNone/>
              <a:defRPr sz="1420" b="1"/>
            </a:lvl5pPr>
            <a:lvl6pPr marL="2032000" indent="0">
              <a:buNone/>
              <a:defRPr sz="1420" b="1"/>
            </a:lvl6pPr>
            <a:lvl7pPr marL="2438400" indent="0">
              <a:buNone/>
              <a:defRPr sz="1420" b="1"/>
            </a:lvl7pPr>
            <a:lvl8pPr marL="2844800" indent="0">
              <a:buNone/>
              <a:defRPr sz="1420" b="1"/>
            </a:lvl8pPr>
            <a:lvl9pPr marL="3251200" indent="0">
              <a:buNone/>
              <a:defRPr sz="142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356" y="2505075"/>
            <a:ext cx="386926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856" y="1681163"/>
            <a:ext cx="3886200" cy="823912"/>
          </a:xfrm>
        </p:spPr>
        <p:txBody>
          <a:bodyPr anchor="b"/>
          <a:lstStyle>
            <a:lvl1pPr marL="0" indent="0">
              <a:buNone/>
              <a:defRPr sz="2135" b="1"/>
            </a:lvl1pPr>
            <a:lvl2pPr marL="406400" indent="0">
              <a:buNone/>
              <a:defRPr sz="1780" b="1"/>
            </a:lvl2pPr>
            <a:lvl3pPr marL="812800" indent="0">
              <a:buNone/>
              <a:defRPr sz="1600" b="1"/>
            </a:lvl3pPr>
            <a:lvl4pPr marL="1219200" indent="0">
              <a:buNone/>
              <a:defRPr sz="1420" b="1"/>
            </a:lvl4pPr>
            <a:lvl5pPr marL="1625600" indent="0">
              <a:buNone/>
              <a:defRPr sz="1420" b="1"/>
            </a:lvl5pPr>
            <a:lvl6pPr marL="2032000" indent="0">
              <a:buNone/>
              <a:defRPr sz="1420" b="1"/>
            </a:lvl6pPr>
            <a:lvl7pPr marL="2438400" indent="0">
              <a:buNone/>
              <a:defRPr sz="1420" b="1"/>
            </a:lvl7pPr>
            <a:lvl8pPr marL="2844800" indent="0">
              <a:buNone/>
              <a:defRPr sz="1420" b="1"/>
            </a:lvl8pPr>
            <a:lvl9pPr marL="3251200" indent="0">
              <a:buNone/>
              <a:defRPr sz="142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856" y="2505075"/>
            <a:ext cx="388620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灯片编号占位符 6"/>
          <p:cNvSpPr>
            <a:spLocks noGrp="1"/>
          </p:cNvSpPr>
          <p:nvPr>
            <p:ph type="sldNum" sz="quarter" idx="10"/>
          </p:nvPr>
        </p:nvSpPr>
        <p:spPr/>
        <p:txBody>
          <a:bodyPr/>
          <a:lstStyle>
            <a:lvl1pPr>
              <a:defRPr/>
            </a:lvl1pPr>
          </a:lstStyle>
          <a:p>
            <a:fld id="{9BDF555C-49C4-4825-8AA5-65587520C102}" type="slidenum">
              <a:rPr lang="zh-CN" altLang="en-US"/>
            </a:fld>
            <a:r>
              <a:rPr lang="en-US" altLang="zh-CN"/>
              <a:t> of 109 </a:t>
            </a: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fld id="{135C9B21-2C28-47DE-8E0A-0C154416C1E9}" type="slidenum">
              <a:rPr lang="zh-CN" altLang="en-US"/>
            </a:fld>
            <a:r>
              <a:rPr lang="en-US" altLang="zh-CN"/>
              <a:t> of 109 </a:t>
            </a: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fld id="{2C1AD398-3F62-4EC2-9308-65F899E6DB1A}" type="slidenum">
              <a:rPr lang="zh-CN" altLang="en-US"/>
            </a:fld>
            <a:r>
              <a:rPr lang="en-US" altLang="zh-CN"/>
              <a:t> of 109 </a:t>
            </a:r>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356" y="457200"/>
            <a:ext cx="2949222" cy="1600200"/>
          </a:xfrm>
        </p:spPr>
        <p:txBody>
          <a:bodyPr anchor="b"/>
          <a:lstStyle>
            <a:lvl1pPr>
              <a:defRPr sz="2845"/>
            </a:lvl1pPr>
          </a:lstStyle>
          <a:p>
            <a:r>
              <a:rPr lang="zh-CN" altLang="en-US"/>
              <a:t>单击此处编辑母版标题样式</a:t>
            </a:r>
            <a:endParaRPr lang="zh-CN" altLang="en-US"/>
          </a:p>
        </p:txBody>
      </p:sp>
      <p:sp>
        <p:nvSpPr>
          <p:cNvPr id="3" name="内容占位符 2"/>
          <p:cNvSpPr>
            <a:spLocks noGrp="1"/>
          </p:cNvSpPr>
          <p:nvPr>
            <p:ph idx="1"/>
          </p:nvPr>
        </p:nvSpPr>
        <p:spPr>
          <a:xfrm>
            <a:off x="3887612" y="987426"/>
            <a:ext cx="4628444" cy="4873625"/>
          </a:xfrm>
        </p:spPr>
        <p:txBody>
          <a:bodyPr/>
          <a:lstStyle>
            <a:lvl1pPr>
              <a:defRPr sz="2845"/>
            </a:lvl1pPr>
            <a:lvl2pPr>
              <a:defRPr sz="2490"/>
            </a:lvl2pPr>
            <a:lvl3pPr>
              <a:defRPr sz="2135"/>
            </a:lvl3pPr>
            <a:lvl4pPr>
              <a:defRPr sz="1780"/>
            </a:lvl4pPr>
            <a:lvl5pPr>
              <a:defRPr sz="1780"/>
            </a:lvl5pPr>
            <a:lvl6pPr>
              <a:defRPr sz="1780"/>
            </a:lvl6pPr>
            <a:lvl7pPr>
              <a:defRPr sz="1780"/>
            </a:lvl7pPr>
            <a:lvl8pPr>
              <a:defRPr sz="1780"/>
            </a:lvl8pPr>
            <a:lvl9pPr>
              <a:defRPr sz="178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356" y="2057400"/>
            <a:ext cx="2949222" cy="3811588"/>
          </a:xfrm>
        </p:spPr>
        <p:txBody>
          <a:bodyPr/>
          <a:lstStyle>
            <a:lvl1pPr marL="0" indent="0">
              <a:buNone/>
              <a:defRPr sz="1420"/>
            </a:lvl1pPr>
            <a:lvl2pPr marL="406400" indent="0">
              <a:buNone/>
              <a:defRPr sz="1245"/>
            </a:lvl2pPr>
            <a:lvl3pPr marL="812800" indent="0">
              <a:buNone/>
              <a:defRPr sz="1065"/>
            </a:lvl3pPr>
            <a:lvl4pPr marL="1219200" indent="0">
              <a:buNone/>
              <a:defRPr sz="890"/>
            </a:lvl4pPr>
            <a:lvl5pPr marL="1625600" indent="0">
              <a:buNone/>
              <a:defRPr sz="890"/>
            </a:lvl5pPr>
            <a:lvl6pPr marL="2032000" indent="0">
              <a:buNone/>
              <a:defRPr sz="890"/>
            </a:lvl6pPr>
            <a:lvl7pPr marL="2438400" indent="0">
              <a:buNone/>
              <a:defRPr sz="890"/>
            </a:lvl7pPr>
            <a:lvl8pPr marL="2844800" indent="0">
              <a:buNone/>
              <a:defRPr sz="890"/>
            </a:lvl8pPr>
            <a:lvl9pPr marL="3251200" indent="0">
              <a:buNone/>
              <a:defRPr sz="89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lvl1pPr>
              <a:defRPr/>
            </a:lvl1pPr>
          </a:lstStyle>
          <a:p>
            <a:fld id="{D3656374-4376-4BD4-9B9A-6E90B7D02300}" type="slidenum">
              <a:rPr lang="zh-CN" altLang="en-US"/>
            </a:fld>
            <a:r>
              <a:rPr lang="en-US" altLang="zh-CN"/>
              <a:t> of 109 </a:t>
            </a:r>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356" y="457200"/>
            <a:ext cx="2949222" cy="1600200"/>
          </a:xfrm>
        </p:spPr>
        <p:txBody>
          <a:bodyPr anchor="b"/>
          <a:lstStyle>
            <a:lvl1pPr>
              <a:defRPr sz="2845"/>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612" y="987426"/>
            <a:ext cx="4628444" cy="4873625"/>
          </a:xfrm>
        </p:spPr>
        <p:txBody>
          <a:bodyPr/>
          <a:lstStyle>
            <a:lvl1pPr marL="0" indent="0">
              <a:buNone/>
              <a:defRPr sz="2845"/>
            </a:lvl1pPr>
            <a:lvl2pPr marL="406400" indent="0">
              <a:buNone/>
              <a:defRPr sz="2490"/>
            </a:lvl2pPr>
            <a:lvl3pPr marL="812800" indent="0">
              <a:buNone/>
              <a:defRPr sz="2135"/>
            </a:lvl3pPr>
            <a:lvl4pPr marL="1219200" indent="0">
              <a:buNone/>
              <a:defRPr sz="1780"/>
            </a:lvl4pPr>
            <a:lvl5pPr marL="1625600" indent="0">
              <a:buNone/>
              <a:defRPr sz="1780"/>
            </a:lvl5pPr>
            <a:lvl6pPr marL="2032000" indent="0">
              <a:buNone/>
              <a:defRPr sz="1780"/>
            </a:lvl6pPr>
            <a:lvl7pPr marL="2438400" indent="0">
              <a:buNone/>
              <a:defRPr sz="1780"/>
            </a:lvl7pPr>
            <a:lvl8pPr marL="2844800" indent="0">
              <a:buNone/>
              <a:defRPr sz="1780"/>
            </a:lvl8pPr>
            <a:lvl9pPr marL="3251200" indent="0">
              <a:buNone/>
              <a:defRPr sz="1780"/>
            </a:lvl9pPr>
          </a:lstStyle>
          <a:p>
            <a:endParaRPr lang="zh-CN" altLang="en-US"/>
          </a:p>
        </p:txBody>
      </p:sp>
      <p:sp>
        <p:nvSpPr>
          <p:cNvPr id="4" name="文本占位符 3"/>
          <p:cNvSpPr>
            <a:spLocks noGrp="1"/>
          </p:cNvSpPr>
          <p:nvPr>
            <p:ph type="body" sz="half" idx="2"/>
          </p:nvPr>
        </p:nvSpPr>
        <p:spPr>
          <a:xfrm>
            <a:off x="629356" y="2057400"/>
            <a:ext cx="2949222" cy="3811588"/>
          </a:xfrm>
        </p:spPr>
        <p:txBody>
          <a:bodyPr/>
          <a:lstStyle>
            <a:lvl1pPr marL="0" indent="0">
              <a:buNone/>
              <a:defRPr sz="1420"/>
            </a:lvl1pPr>
            <a:lvl2pPr marL="406400" indent="0">
              <a:buNone/>
              <a:defRPr sz="1245"/>
            </a:lvl2pPr>
            <a:lvl3pPr marL="812800" indent="0">
              <a:buNone/>
              <a:defRPr sz="1065"/>
            </a:lvl3pPr>
            <a:lvl4pPr marL="1219200" indent="0">
              <a:buNone/>
              <a:defRPr sz="890"/>
            </a:lvl4pPr>
            <a:lvl5pPr marL="1625600" indent="0">
              <a:buNone/>
              <a:defRPr sz="890"/>
            </a:lvl5pPr>
            <a:lvl6pPr marL="2032000" indent="0">
              <a:buNone/>
              <a:defRPr sz="890"/>
            </a:lvl6pPr>
            <a:lvl7pPr marL="2438400" indent="0">
              <a:buNone/>
              <a:defRPr sz="890"/>
            </a:lvl7pPr>
            <a:lvl8pPr marL="2844800" indent="0">
              <a:buNone/>
              <a:defRPr sz="890"/>
            </a:lvl8pPr>
            <a:lvl9pPr marL="3251200" indent="0">
              <a:buNone/>
              <a:defRPr sz="890"/>
            </a:lvl9pPr>
          </a:lstStyle>
          <a:p>
            <a:pPr lvl="0"/>
            <a:r>
              <a:rPr lang="zh-CN" altLang="en-US"/>
              <a:t>单击此处编辑母版文本样式</a:t>
            </a:r>
            <a:endParaRPr lang="zh-CN" altLang="en-US"/>
          </a:p>
        </p:txBody>
      </p:sp>
      <p:sp>
        <p:nvSpPr>
          <p:cNvPr id="5" name="灯片编号占位符 4"/>
          <p:cNvSpPr>
            <a:spLocks noGrp="1"/>
          </p:cNvSpPr>
          <p:nvPr>
            <p:ph type="sldNum" sz="quarter" idx="10"/>
          </p:nvPr>
        </p:nvSpPr>
        <p:spPr/>
        <p:txBody>
          <a:bodyPr/>
          <a:lstStyle>
            <a:lvl1pPr>
              <a:defRPr/>
            </a:lvl1pPr>
          </a:lstStyle>
          <a:p>
            <a:fld id="{360032B6-D9C9-4FDC-AD22-AC2458BF0F80}" type="slidenum">
              <a:rPr lang="zh-CN" altLang="en-US"/>
            </a:fld>
            <a:r>
              <a:rPr lang="en-US" altLang="zh-CN"/>
              <a:t> of 109 </a:t>
            </a:r>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灯片编号占位符 3"/>
          <p:cNvSpPr>
            <a:spLocks noGrp="1"/>
          </p:cNvSpPr>
          <p:nvPr>
            <p:ph type="sldNum" sz="quarter" idx="10"/>
          </p:nvPr>
        </p:nvSpPr>
        <p:spPr/>
        <p:txBody>
          <a:bodyPr/>
          <a:lstStyle>
            <a:lvl1pPr>
              <a:defRPr/>
            </a:lvl1pPr>
          </a:lstStyle>
          <a:p>
            <a:fld id="{E96CF5BA-D58A-444F-BAE7-639CB6EC056B}" type="slidenum">
              <a:rPr lang="zh-CN" altLang="en-US"/>
            </a:fld>
            <a:r>
              <a:rPr lang="en-US" altLang="zh-CN"/>
              <a:t> of 109 </a:t>
            </a:r>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99956" y="427039"/>
            <a:ext cx="1730022" cy="55530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05656" y="427039"/>
            <a:ext cx="5058833" cy="555307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灯片编号占位符 3"/>
          <p:cNvSpPr>
            <a:spLocks noGrp="1"/>
          </p:cNvSpPr>
          <p:nvPr>
            <p:ph type="sldNum" sz="quarter" idx="10"/>
          </p:nvPr>
        </p:nvSpPr>
        <p:spPr/>
        <p:txBody>
          <a:bodyPr/>
          <a:lstStyle>
            <a:lvl1pPr>
              <a:defRPr/>
            </a:lvl1pPr>
          </a:lstStyle>
          <a:p>
            <a:fld id="{0F8B4202-7ADB-4D67-A997-9DF5A2D2F685}" type="slidenum">
              <a:rPr lang="zh-CN" altLang="en-US"/>
            </a:fld>
            <a:r>
              <a:rPr lang="en-US" altLang="zh-CN"/>
              <a:t> of 109 </a:t>
            </a:r>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47990" y="427038"/>
            <a:ext cx="6881988"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505656"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5002390" y="1865313"/>
            <a:ext cx="3361267" cy="4114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灯片编号占位符 4"/>
          <p:cNvSpPr>
            <a:spLocks noGrp="1"/>
          </p:cNvSpPr>
          <p:nvPr>
            <p:ph type="sldNum" sz="quarter" idx="10"/>
          </p:nvPr>
        </p:nvSpPr>
        <p:spPr>
          <a:xfrm>
            <a:off x="7239000" y="6572250"/>
            <a:ext cx="1905000" cy="457200"/>
          </a:xfrm>
        </p:spPr>
        <p:txBody>
          <a:bodyPr/>
          <a:lstStyle>
            <a:lvl1pPr>
              <a:defRPr/>
            </a:lvl1pPr>
          </a:lstStyle>
          <a:p>
            <a:fld id="{DD0F7A18-F61B-4351-A603-EB5084247D40}" type="slidenum">
              <a:rPr lang="zh-CN" altLang="en-US"/>
            </a:fld>
            <a:r>
              <a:rPr lang="en-US" altLang="zh-CN"/>
              <a:t> of 109 </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image" Target="../media/image7.png"/><Relationship Id="rId18" Type="http://schemas.openxmlformats.org/officeDocument/2006/relationships/image" Target="../media/image6.png"/><Relationship Id="rId17" Type="http://schemas.openxmlformats.org/officeDocument/2006/relationships/image" Target="../media/image5.png"/><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F29C9B-8CE5-43BC-A8ED-373B412DCAE6}"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DC82C3-01F7-4B45-9202-42784281006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title"/>
          </p:nvPr>
        </p:nvSpPr>
        <p:spPr bwMode="auto">
          <a:xfrm>
            <a:off x="1547990" y="427038"/>
            <a:ext cx="688198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a:t>Click to edit Master title style</a:t>
            </a:r>
            <a:endParaRPr lang="en-US" altLang="zh-CN"/>
          </a:p>
        </p:txBody>
      </p:sp>
      <p:sp>
        <p:nvSpPr>
          <p:cNvPr id="1028" name="Rectangle 4"/>
          <p:cNvSpPr>
            <a:spLocks noGrp="1" noChangeArrowheads="1"/>
          </p:cNvSpPr>
          <p:nvPr>
            <p:ph type="body" idx="1"/>
          </p:nvPr>
        </p:nvSpPr>
        <p:spPr bwMode="auto">
          <a:xfrm>
            <a:off x="1505656" y="1865313"/>
            <a:ext cx="6858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32" name="Rectangle 8"/>
          <p:cNvSpPr>
            <a:spLocks noGrp="1" noChangeArrowheads="1"/>
          </p:cNvSpPr>
          <p:nvPr>
            <p:ph type="sldNum" sz="quarter" idx="4"/>
          </p:nvPr>
        </p:nvSpPr>
        <p:spPr bwMode="auto">
          <a:xfrm>
            <a:off x="7239000" y="65722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45" b="1">
                <a:solidFill>
                  <a:schemeClr val="bg1"/>
                </a:solidFill>
                <a:ea typeface="宋体" panose="02010600030101010101" pitchFamily="2" charset="-122"/>
              </a:defRPr>
            </a:lvl1pPr>
          </a:lstStyle>
          <a:p>
            <a:fld id="{DB926631-E03F-49E0-B3C1-DB0DB725F966}" type="slidenum">
              <a:rPr lang="zh-CN" altLang="en-US"/>
            </a:fld>
            <a:r>
              <a:rPr lang="en-US" altLang="zh-CN"/>
              <a:t> of 109 </a:t>
            </a:r>
            <a:endParaRPr lang="en-US" altLang="zh-CN"/>
          </a:p>
        </p:txBody>
      </p:sp>
      <p:pic>
        <p:nvPicPr>
          <p:cNvPr id="10" name="Picture 2" descr="下边框"/>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5688014"/>
            <a:ext cx="914400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descr="后退">
            <a:hlinkClick r:id="" action="ppaction://hlinkshowjump?jump=lastslideviewed" highlightClick="1"/>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6916738"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目录">
            <a:hlinkClick r:id="" action="ppaction://noaction" highlightClick="1"/>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3603625" y="6364288"/>
            <a:ext cx="10398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上一页">
            <a:hlinkClick r:id="" action="ppaction://hlinkshowjump?jump=previousslide" highlightClick="1"/>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684713"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退出">
            <a:hlinkClick r:id="" action="ppaction://hlinkshowjump?jump=endshow" highlightClick="1"/>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027988"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下一页">
            <a:hlinkClick r:id="" action="ppaction://hlinkshowjump?jump=nextslide" highlightClick="1"/>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5795963" y="6364288"/>
            <a:ext cx="10398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8" descr="主页">
            <a:hlinkClick r:id="" action="ppaction://hlinkshowjump?jump=firstslide" highlightClick="1"/>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2522538" y="6364288"/>
            <a:ext cx="10414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ctr" rtl="0" eaLnBrk="0" fontAlgn="base" hangingPunct="0">
        <a:spcBef>
          <a:spcPct val="0"/>
        </a:spcBef>
        <a:spcAft>
          <a:spcPct val="0"/>
        </a:spcAft>
        <a:defRPr sz="3555" b="1" kern="1200">
          <a:solidFill>
            <a:schemeClr val="tx1"/>
          </a:solidFill>
          <a:latin typeface="+mj-lt"/>
          <a:ea typeface="+mj-ea"/>
          <a:cs typeface="+mj-cs"/>
        </a:defRPr>
      </a:lvl1pPr>
      <a:lvl2pPr algn="ctr" rtl="0" eaLnBrk="0" fontAlgn="base" hangingPunct="0">
        <a:spcBef>
          <a:spcPct val="0"/>
        </a:spcBef>
        <a:spcAft>
          <a:spcPct val="0"/>
        </a:spcAft>
        <a:defRPr sz="3555" b="1">
          <a:solidFill>
            <a:schemeClr val="tx1"/>
          </a:solidFill>
          <a:latin typeface="Times New Roman" panose="02020603050405020304" pitchFamily="18" charset="0"/>
        </a:defRPr>
      </a:lvl2pPr>
      <a:lvl3pPr algn="ctr" rtl="0" eaLnBrk="0" fontAlgn="base" hangingPunct="0">
        <a:spcBef>
          <a:spcPct val="0"/>
        </a:spcBef>
        <a:spcAft>
          <a:spcPct val="0"/>
        </a:spcAft>
        <a:defRPr sz="3555" b="1">
          <a:solidFill>
            <a:schemeClr val="tx1"/>
          </a:solidFill>
          <a:latin typeface="Times New Roman" panose="02020603050405020304" pitchFamily="18" charset="0"/>
        </a:defRPr>
      </a:lvl3pPr>
      <a:lvl4pPr algn="ctr" rtl="0" eaLnBrk="0" fontAlgn="base" hangingPunct="0">
        <a:spcBef>
          <a:spcPct val="0"/>
        </a:spcBef>
        <a:spcAft>
          <a:spcPct val="0"/>
        </a:spcAft>
        <a:defRPr sz="3555" b="1">
          <a:solidFill>
            <a:schemeClr val="tx1"/>
          </a:solidFill>
          <a:latin typeface="Times New Roman" panose="02020603050405020304" pitchFamily="18" charset="0"/>
        </a:defRPr>
      </a:lvl4pPr>
      <a:lvl5pPr algn="ctr" rtl="0" eaLnBrk="0" fontAlgn="base" hangingPunct="0">
        <a:spcBef>
          <a:spcPct val="0"/>
        </a:spcBef>
        <a:spcAft>
          <a:spcPct val="0"/>
        </a:spcAft>
        <a:defRPr sz="3555" b="1">
          <a:solidFill>
            <a:schemeClr val="tx1"/>
          </a:solidFill>
          <a:latin typeface="Times New Roman" panose="02020603050405020304" pitchFamily="18" charset="0"/>
        </a:defRPr>
      </a:lvl5pPr>
      <a:lvl6pPr marL="406400" algn="ctr" rtl="0" eaLnBrk="0" fontAlgn="base" hangingPunct="0">
        <a:spcBef>
          <a:spcPct val="0"/>
        </a:spcBef>
        <a:spcAft>
          <a:spcPct val="0"/>
        </a:spcAft>
        <a:defRPr sz="3555" b="1">
          <a:solidFill>
            <a:schemeClr val="tx1"/>
          </a:solidFill>
          <a:latin typeface="Times New Roman" panose="02020603050405020304" pitchFamily="18" charset="0"/>
        </a:defRPr>
      </a:lvl6pPr>
      <a:lvl7pPr marL="812800" algn="ctr" rtl="0" eaLnBrk="0" fontAlgn="base" hangingPunct="0">
        <a:spcBef>
          <a:spcPct val="0"/>
        </a:spcBef>
        <a:spcAft>
          <a:spcPct val="0"/>
        </a:spcAft>
        <a:defRPr sz="3555" b="1">
          <a:solidFill>
            <a:schemeClr val="tx1"/>
          </a:solidFill>
          <a:latin typeface="Times New Roman" panose="02020603050405020304" pitchFamily="18" charset="0"/>
        </a:defRPr>
      </a:lvl7pPr>
      <a:lvl8pPr marL="1219200" algn="ctr" rtl="0" eaLnBrk="0" fontAlgn="base" hangingPunct="0">
        <a:spcBef>
          <a:spcPct val="0"/>
        </a:spcBef>
        <a:spcAft>
          <a:spcPct val="0"/>
        </a:spcAft>
        <a:defRPr sz="3555" b="1">
          <a:solidFill>
            <a:schemeClr val="tx1"/>
          </a:solidFill>
          <a:latin typeface="Times New Roman" panose="02020603050405020304" pitchFamily="18" charset="0"/>
        </a:defRPr>
      </a:lvl8pPr>
      <a:lvl9pPr marL="1625600" algn="ctr" rtl="0" eaLnBrk="0" fontAlgn="base" hangingPunct="0">
        <a:spcBef>
          <a:spcPct val="0"/>
        </a:spcBef>
        <a:spcAft>
          <a:spcPct val="0"/>
        </a:spcAft>
        <a:defRPr sz="3555" b="1">
          <a:solidFill>
            <a:schemeClr val="tx1"/>
          </a:solidFill>
          <a:latin typeface="Times New Roman" panose="02020603050405020304" pitchFamily="18" charset="0"/>
        </a:defRPr>
      </a:lvl9pPr>
    </p:titleStyle>
    <p:body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p:bodyStyle>
    <p:otherStyle>
      <a:defPPr>
        <a:defRPr lang="zh-CN"/>
      </a:defPPr>
      <a:lvl1pPr marL="0" algn="l" defTabSz="812800" rtl="0" eaLnBrk="1" latinLnBrk="0" hangingPunct="1">
        <a:defRPr sz="1600" kern="1200">
          <a:solidFill>
            <a:schemeClr val="tx1"/>
          </a:solidFill>
          <a:latin typeface="+mn-lt"/>
          <a:ea typeface="+mn-ea"/>
          <a:cs typeface="+mn-cs"/>
        </a:defRPr>
      </a:lvl1pPr>
      <a:lvl2pPr marL="406400" algn="l" defTabSz="812800" rtl="0" eaLnBrk="1" latinLnBrk="0" hangingPunct="1">
        <a:defRPr sz="1600" kern="1200">
          <a:solidFill>
            <a:schemeClr val="tx1"/>
          </a:solidFill>
          <a:latin typeface="+mn-lt"/>
          <a:ea typeface="+mn-ea"/>
          <a:cs typeface="+mn-cs"/>
        </a:defRPr>
      </a:lvl2pPr>
      <a:lvl3pPr marL="812800" algn="l" defTabSz="812800" rtl="0" eaLnBrk="1" latinLnBrk="0" hangingPunct="1">
        <a:defRPr sz="1600" kern="1200">
          <a:solidFill>
            <a:schemeClr val="tx1"/>
          </a:solidFill>
          <a:latin typeface="+mn-lt"/>
          <a:ea typeface="+mn-ea"/>
          <a:cs typeface="+mn-cs"/>
        </a:defRPr>
      </a:lvl3pPr>
      <a:lvl4pPr marL="1219200" algn="l" defTabSz="812800" rtl="0" eaLnBrk="1" latinLnBrk="0" hangingPunct="1">
        <a:defRPr sz="1600" kern="1200">
          <a:solidFill>
            <a:schemeClr val="tx1"/>
          </a:solidFill>
          <a:latin typeface="+mn-lt"/>
          <a:ea typeface="+mn-ea"/>
          <a:cs typeface="+mn-cs"/>
        </a:defRPr>
      </a:lvl4pPr>
      <a:lvl5pPr marL="1625600" algn="l" defTabSz="812800" rtl="0" eaLnBrk="1" latinLnBrk="0" hangingPunct="1">
        <a:defRPr sz="1600" kern="1200">
          <a:solidFill>
            <a:schemeClr val="tx1"/>
          </a:solidFill>
          <a:latin typeface="+mn-lt"/>
          <a:ea typeface="+mn-ea"/>
          <a:cs typeface="+mn-cs"/>
        </a:defRPr>
      </a:lvl5pPr>
      <a:lvl6pPr marL="2032000" algn="l" defTabSz="812800" rtl="0" eaLnBrk="1" latinLnBrk="0" hangingPunct="1">
        <a:defRPr sz="1600" kern="1200">
          <a:solidFill>
            <a:schemeClr val="tx1"/>
          </a:solidFill>
          <a:latin typeface="+mn-lt"/>
          <a:ea typeface="+mn-ea"/>
          <a:cs typeface="+mn-cs"/>
        </a:defRPr>
      </a:lvl6pPr>
      <a:lvl7pPr marL="2438400" algn="l" defTabSz="812800" rtl="0" eaLnBrk="1" latinLnBrk="0" hangingPunct="1">
        <a:defRPr sz="1600" kern="1200">
          <a:solidFill>
            <a:schemeClr val="tx1"/>
          </a:solidFill>
          <a:latin typeface="+mn-lt"/>
          <a:ea typeface="+mn-ea"/>
          <a:cs typeface="+mn-cs"/>
        </a:defRPr>
      </a:lvl7pPr>
      <a:lvl8pPr marL="2844800" algn="l" defTabSz="812800" rtl="0" eaLnBrk="1" latinLnBrk="0" hangingPunct="1">
        <a:defRPr sz="1600" kern="1200">
          <a:solidFill>
            <a:schemeClr val="tx1"/>
          </a:solidFill>
          <a:latin typeface="+mn-lt"/>
          <a:ea typeface="+mn-ea"/>
          <a:cs typeface="+mn-cs"/>
        </a:defRPr>
      </a:lvl8pPr>
      <a:lvl9pPr marL="3251200" algn="l" defTabSz="81280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jpeg"/><Relationship Id="rId1"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0.png"/><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2.png"/><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4.png"/><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sp>
        <p:nvSpPr>
          <p:cNvPr id="5" name="文本框 4"/>
          <p:cNvSpPr txBox="1"/>
          <p:nvPr/>
        </p:nvSpPr>
        <p:spPr>
          <a:xfrm>
            <a:off x="1722783" y="1424609"/>
            <a:ext cx="6029738" cy="830997"/>
          </a:xfrm>
          <a:prstGeom prst="rect">
            <a:avLst/>
          </a:prstGeom>
          <a:noFill/>
        </p:spPr>
        <p:txBody>
          <a:bodyPr wrap="square" rtlCol="0">
            <a:spAutoFit/>
          </a:bodyPr>
          <a:lstStyle/>
          <a:p>
            <a:r>
              <a:rPr lang="zh-CN" altLang="en-US" sz="4800" b="1" dirty="0"/>
              <a:t>第四章 金属表面精饰</a:t>
            </a:r>
            <a:endParaRPr lang="zh-CN" altLang="en-US" sz="4800" b="1" dirty="0"/>
          </a:p>
        </p:txBody>
      </p:sp>
      <p:sp>
        <p:nvSpPr>
          <p:cNvPr id="6" name="Rectangle 5"/>
          <p:cNvSpPr txBox="1">
            <a:spLocks noChangeArrowheads="1"/>
          </p:cNvSpPr>
          <p:nvPr/>
        </p:nvSpPr>
        <p:spPr bwMode="auto">
          <a:xfrm>
            <a:off x="2039178" y="2480893"/>
            <a:ext cx="5713343" cy="3138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本章主要内容</a:t>
            </a:r>
            <a:r>
              <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1.   </a:t>
            </a:r>
            <a:r>
              <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金属电沉积和电镀原理</a:t>
            </a:r>
            <a:endPar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2.   </a:t>
            </a:r>
            <a:r>
              <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电镀过程</a:t>
            </a:r>
            <a:endPar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3.  </a:t>
            </a:r>
            <a:r>
              <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金属的阳极氧化</a:t>
            </a:r>
            <a:endParaRPr kumimoji="1" lang="en-US" altLang="zh-CN" sz="3200" b="0"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buClrTx/>
              <a:buSzTx/>
              <a:buFontTx/>
              <a:buNone/>
              <a:defRPr/>
            </a:pPr>
            <a:r>
              <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rPr>
              <a:t>4.  电泳涂装技术</a:t>
            </a:r>
            <a:endParaRPr kumimoji="1" lang="en-US" altLang="zh-CN"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defTabSz="812800" eaLnBrk="0" fontAlgn="base" hangingPunct="0">
              <a:spcBef>
                <a:spcPct val="0"/>
              </a:spcBef>
              <a:spcAft>
                <a:spcPct val="0"/>
              </a:spcAft>
            </a:pPr>
            <a:fld id="{4D89A038-0962-42C7-91BA-C5619C012C4C}"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3074" name="Rectangle 2"/>
          <p:cNvSpPr>
            <a:spLocks noGrp="1" noChangeArrowheads="1"/>
          </p:cNvSpPr>
          <p:nvPr>
            <p:ph type="ctrTitle"/>
          </p:nvPr>
        </p:nvSpPr>
        <p:spPr>
          <a:xfrm>
            <a:off x="1176867" y="869245"/>
            <a:ext cx="6443133" cy="818444"/>
          </a:xfrm>
        </p:spPr>
        <p:txBody>
          <a:bodyPr anchor="ctr"/>
          <a:lstStyle/>
          <a:p>
            <a:r>
              <a:rPr lang="en-US" altLang="zh-CN" sz="3555" dirty="0">
                <a:ea typeface="楷体_GB2312" pitchFamily="49" charset="-122"/>
              </a:rPr>
              <a:t>4.0</a:t>
            </a:r>
            <a:r>
              <a:rPr lang="zh-CN" altLang="en-US" sz="3555" dirty="0">
                <a:ea typeface="楷体_GB2312" pitchFamily="49" charset="-122"/>
              </a:rPr>
              <a:t>  电镀概述</a:t>
            </a:r>
            <a:endParaRPr lang="en-US" altLang="zh-CN" sz="3555" dirty="0">
              <a:ea typeface="楷体_GB2312" pitchFamily="49" charset="-122"/>
            </a:endParaRPr>
          </a:p>
        </p:txBody>
      </p:sp>
      <p:sp>
        <p:nvSpPr>
          <p:cNvPr id="3075" name="Text Box 3"/>
          <p:cNvSpPr txBox="1">
            <a:spLocks noChangeArrowheads="1"/>
          </p:cNvSpPr>
          <p:nvPr/>
        </p:nvSpPr>
        <p:spPr bwMode="auto">
          <a:xfrm>
            <a:off x="1006123" y="1629834"/>
            <a:ext cx="7006166" cy="530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812800" eaLnBrk="0" fontAlgn="base" hangingPunct="0">
              <a:spcBef>
                <a:spcPct val="50000"/>
              </a:spcBef>
              <a:spcAft>
                <a:spcPct val="0"/>
              </a:spcAft>
            </a:pPr>
            <a:r>
              <a:rPr lang="en-US" altLang="zh-CN" sz="2845" b="1">
                <a:solidFill>
                  <a:srgbClr val="000000"/>
                </a:solidFill>
                <a:latin typeface="Times New Roman" panose="02020603050405020304" pitchFamily="18" charset="0"/>
                <a:ea typeface="宋体" panose="02010600030101010101" pitchFamily="2" charset="-122"/>
              </a:rPr>
              <a:t>Electroplating</a:t>
            </a:r>
            <a:endParaRPr lang="zh-CN" altLang="en-US" sz="2845" b="1">
              <a:solidFill>
                <a:srgbClr val="000000"/>
              </a:solidFill>
              <a:latin typeface="Times New Roman" panose="02020603050405020304" pitchFamily="18" charset="0"/>
              <a:ea typeface="宋体" panose="02010600030101010101" pitchFamily="2" charset="-122"/>
            </a:endParaRPr>
          </a:p>
        </p:txBody>
      </p:sp>
      <p:pic>
        <p:nvPicPr>
          <p:cNvPr id="307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55800" y="2142067"/>
            <a:ext cx="5561189" cy="3522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defTabSz="812800" eaLnBrk="0" fontAlgn="base" hangingPunct="0">
              <a:spcBef>
                <a:spcPct val="0"/>
              </a:spcBef>
              <a:spcAft>
                <a:spcPct val="0"/>
              </a:spcAft>
            </a:pPr>
            <a:fld id="{F7F55921-32A6-47BD-9D17-6576B1BA9D2A}"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4099" name="Rectangle 3"/>
          <p:cNvSpPr>
            <a:spLocks noGrp="1" noChangeArrowheads="1"/>
          </p:cNvSpPr>
          <p:nvPr>
            <p:ph type="body" idx="1"/>
          </p:nvPr>
        </p:nvSpPr>
        <p:spPr>
          <a:xfrm>
            <a:off x="194733" y="2253546"/>
            <a:ext cx="4377267" cy="2781298"/>
          </a:xfrm>
        </p:spPr>
        <p:txBody>
          <a:bodyPr/>
          <a:lstStyle/>
          <a:p>
            <a:pPr algn="just">
              <a:lnSpc>
                <a:spcPct val="150000"/>
              </a:lnSpc>
              <a:buFontTx/>
              <a:buNone/>
            </a:pPr>
            <a:r>
              <a:rPr lang="zh-CN" altLang="en-US" sz="2400" b="1" dirty="0">
                <a:solidFill>
                  <a:srgbClr val="000000"/>
                </a:solidFill>
                <a:latin typeface="黑体" panose="02010609060101010101" pitchFamily="49" charset="-122"/>
                <a:ea typeface="黑体" panose="02010609060101010101" pitchFamily="49" charset="-122"/>
              </a:rPr>
              <a:t>  将被镀制品连接外电源的阴极上，在电流通过时，金属层沉积在阴极表面。</a:t>
            </a:r>
            <a:r>
              <a:rPr lang="zh-CN" altLang="en-US" sz="2400" b="1" dirty="0">
                <a:latin typeface="黑体" panose="02010609060101010101" pitchFamily="49" charset="-122"/>
                <a:ea typeface="黑体" panose="02010609060101010101" pitchFamily="49" charset="-122"/>
              </a:rPr>
              <a:t>形成均匀、致密、结合力良好的金属层。</a:t>
            </a:r>
            <a:endParaRPr lang="zh-CN" altLang="en-US" sz="2400" b="1" dirty="0">
              <a:latin typeface="黑体" panose="02010609060101010101" pitchFamily="49" charset="-122"/>
              <a:ea typeface="黑体" panose="02010609060101010101" pitchFamily="49" charset="-122"/>
            </a:endParaRPr>
          </a:p>
          <a:p>
            <a:pPr algn="just">
              <a:lnSpc>
                <a:spcPct val="150000"/>
              </a:lnSpc>
              <a:buFontTx/>
              <a:buNone/>
            </a:pPr>
            <a:r>
              <a:rPr lang="zh-CN" altLang="en-US" sz="2400" b="1" dirty="0">
                <a:solidFill>
                  <a:srgbClr val="000000"/>
                </a:solidFill>
                <a:latin typeface="黑体" panose="02010609060101010101" pitchFamily="49" charset="-122"/>
                <a:ea typeface="黑体" panose="02010609060101010101" pitchFamily="49" charset="-122"/>
              </a:rPr>
              <a:t>            </a:t>
            </a:r>
            <a:endParaRPr lang="zh-CN" altLang="en-US" sz="2400" b="1" dirty="0">
              <a:solidFill>
                <a:srgbClr val="000000"/>
              </a:solidFill>
              <a:latin typeface="黑体" panose="02010609060101010101" pitchFamily="49" charset="-122"/>
              <a:ea typeface="黑体" panose="02010609060101010101" pitchFamily="49" charset="-122"/>
            </a:endParaRPr>
          </a:p>
        </p:txBody>
      </p:sp>
      <p:sp>
        <p:nvSpPr>
          <p:cNvPr id="4100" name="Text Box 4"/>
          <p:cNvSpPr txBox="1">
            <a:spLocks noChangeArrowheads="1"/>
          </p:cNvSpPr>
          <p:nvPr/>
        </p:nvSpPr>
        <p:spPr bwMode="auto">
          <a:xfrm>
            <a:off x="606778" y="1800578"/>
            <a:ext cx="416701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en-US" altLang="zh-CN" sz="2800" b="1" dirty="0">
                <a:solidFill>
                  <a:srgbClr val="000000"/>
                </a:solidFill>
                <a:latin typeface="楷体_GB2312" pitchFamily="49" charset="-122"/>
                <a:ea typeface="楷体_GB2312" pitchFamily="49" charset="-122"/>
              </a:rPr>
              <a:t>4.0.1   </a:t>
            </a:r>
            <a:r>
              <a:rPr lang="zh-CN" altLang="en-US" sz="2800" b="1" dirty="0">
                <a:solidFill>
                  <a:srgbClr val="000000"/>
                </a:solidFill>
                <a:latin typeface="楷体_GB2312" pitchFamily="49" charset="-122"/>
                <a:ea typeface="楷体_GB2312" pitchFamily="49" charset="-122"/>
              </a:rPr>
              <a:t>电镀的定义</a:t>
            </a:r>
            <a:endParaRPr lang="en-US" altLang="zh-CN" sz="2800" b="1" dirty="0">
              <a:solidFill>
                <a:srgbClr val="000000"/>
              </a:solidFill>
              <a:latin typeface="楷体_GB2312" pitchFamily="49" charset="-122"/>
              <a:ea typeface="楷体_GB2312" pitchFamily="49" charset="-122"/>
            </a:endParaRPr>
          </a:p>
        </p:txBody>
      </p:sp>
      <p:pic>
        <p:nvPicPr>
          <p:cNvPr id="410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67124" y="1466401"/>
            <a:ext cx="4535311" cy="3256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defTabSz="812800" eaLnBrk="0" fontAlgn="base" hangingPunct="0">
              <a:spcBef>
                <a:spcPct val="0"/>
              </a:spcBef>
              <a:spcAft>
                <a:spcPct val="0"/>
              </a:spcAft>
            </a:pPr>
            <a:fld id="{CDAB4662-334C-4D38-AA04-103A61CD01F1}"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5122" name="Rectangle 2"/>
          <p:cNvSpPr>
            <a:spLocks noGrp="1" noChangeArrowheads="1"/>
          </p:cNvSpPr>
          <p:nvPr>
            <p:ph type="body" idx="1"/>
          </p:nvPr>
        </p:nvSpPr>
        <p:spPr>
          <a:xfrm>
            <a:off x="180623" y="996245"/>
            <a:ext cx="8001000" cy="1126067"/>
          </a:xfrm>
        </p:spPr>
        <p:txBody>
          <a:bodyPr/>
          <a:lstStyle/>
          <a:p>
            <a:pPr algn="just">
              <a:lnSpc>
                <a:spcPct val="90000"/>
              </a:lnSpc>
              <a:buFontTx/>
              <a:buNone/>
            </a:pPr>
            <a:r>
              <a:rPr lang="en-US" altLang="zh-CN" b="1" dirty="0">
                <a:solidFill>
                  <a:schemeClr val="tx2"/>
                </a:solidFill>
                <a:ea typeface="楷体_GB2312" pitchFamily="49" charset="-122"/>
              </a:rPr>
              <a:t>4</a:t>
            </a:r>
            <a:r>
              <a:rPr lang="zh-CN" altLang="en-US" b="1" dirty="0">
                <a:solidFill>
                  <a:schemeClr val="tx2"/>
                </a:solidFill>
                <a:ea typeface="楷体_GB2312" pitchFamily="49" charset="-122"/>
              </a:rPr>
              <a:t>.</a:t>
            </a:r>
            <a:r>
              <a:rPr lang="en-US" altLang="zh-CN" b="1" dirty="0">
                <a:solidFill>
                  <a:schemeClr val="tx2"/>
                </a:solidFill>
                <a:ea typeface="楷体_GB2312" pitchFamily="49" charset="-122"/>
              </a:rPr>
              <a:t>0</a:t>
            </a:r>
            <a:r>
              <a:rPr lang="zh-CN" altLang="en-US" b="1" dirty="0">
                <a:solidFill>
                  <a:schemeClr val="tx2"/>
                </a:solidFill>
                <a:ea typeface="楷体_GB2312" pitchFamily="49" charset="-122"/>
              </a:rPr>
              <a:t>.2  电镀的目的</a:t>
            </a:r>
            <a:endParaRPr lang="zh-CN" altLang="en-US" b="1" dirty="0">
              <a:solidFill>
                <a:schemeClr val="tx2"/>
              </a:solidFill>
              <a:ea typeface="楷体_GB2312" pitchFamily="49" charset="-122"/>
            </a:endParaRPr>
          </a:p>
          <a:p>
            <a:pPr>
              <a:lnSpc>
                <a:spcPct val="150000"/>
              </a:lnSpc>
              <a:buFontTx/>
              <a:buNone/>
            </a:pPr>
            <a:r>
              <a:rPr lang="zh-CN" altLang="en-US" dirty="0">
                <a:latin typeface="楷体_GB2312" pitchFamily="49" charset="-122"/>
                <a:ea typeface="楷体_GB2312" pitchFamily="49" charset="-122"/>
              </a:rPr>
              <a:t>(1).提高材料的表面性能，增加美观。</a:t>
            </a:r>
            <a:endParaRPr lang="zh-CN" altLang="en-US" dirty="0">
              <a:latin typeface="楷体_GB2312" pitchFamily="49" charset="-122"/>
              <a:ea typeface="楷体_GB2312" pitchFamily="49" charset="-122"/>
            </a:endParaRPr>
          </a:p>
        </p:txBody>
      </p:sp>
      <p:pic>
        <p:nvPicPr>
          <p:cNvPr id="51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012" y="2744612"/>
            <a:ext cx="4573411" cy="217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4"/>
          <p:cNvSpPr txBox="1">
            <a:spLocks noChangeArrowheads="1"/>
          </p:cNvSpPr>
          <p:nvPr/>
        </p:nvSpPr>
        <p:spPr bwMode="auto">
          <a:xfrm>
            <a:off x="1214968" y="4943123"/>
            <a:ext cx="2829277"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0"/>
              </a:spcBef>
              <a:spcAft>
                <a:spcPct val="0"/>
              </a:spcAft>
            </a:pPr>
            <a:r>
              <a:rPr lang="en-US" altLang="zh-CN" sz="2135" b="1">
                <a:solidFill>
                  <a:srgbClr val="000000"/>
                </a:solidFill>
                <a:latin typeface="Arial" panose="020B0604020202020204" pitchFamily="34" charset="0"/>
                <a:ea typeface="宋体" panose="02010600030101010101" pitchFamily="2" charset="-122"/>
              </a:rPr>
              <a:t>1860</a:t>
            </a:r>
            <a:r>
              <a:rPr lang="zh-CN" altLang="en-US" sz="2135" b="1">
                <a:solidFill>
                  <a:srgbClr val="000000"/>
                </a:solidFill>
                <a:latin typeface="Arial" panose="020B0604020202020204" pitchFamily="34" charset="0"/>
                <a:ea typeface="宋体" panose="02010600030101010101" pitchFamily="2" charset="-122"/>
              </a:rPr>
              <a:t>年，金的装饰</a:t>
            </a:r>
            <a:endParaRPr lang="zh-CN" altLang="en-US" sz="2135" b="1">
              <a:solidFill>
                <a:srgbClr val="000000"/>
              </a:solidFill>
              <a:latin typeface="Arial" panose="020B0604020202020204" pitchFamily="34" charset="0"/>
              <a:ea typeface="宋体" panose="02010600030101010101" pitchFamily="2" charset="-122"/>
            </a:endParaRPr>
          </a:p>
        </p:txBody>
      </p:sp>
      <p:sp>
        <p:nvSpPr>
          <p:cNvPr id="5125" name="Text Box 5"/>
          <p:cNvSpPr txBox="1">
            <a:spLocks noChangeArrowheads="1"/>
          </p:cNvSpPr>
          <p:nvPr/>
        </p:nvSpPr>
        <p:spPr bwMode="auto">
          <a:xfrm>
            <a:off x="5864578" y="4927600"/>
            <a:ext cx="2315634"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早期的电镀设备</a:t>
            </a:r>
            <a:endParaRPr lang="zh-CN" altLang="en-US" sz="2135">
              <a:solidFill>
                <a:srgbClr val="000000"/>
              </a:solidFill>
              <a:latin typeface="Times New Roman" panose="02020603050405020304" pitchFamily="18" charset="0"/>
              <a:ea typeface="楷体_GB2312" pitchFamily="49" charset="-122"/>
            </a:endParaRPr>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0423" y="2733323"/>
            <a:ext cx="3671711" cy="2147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0"/>
          </p:nvPr>
        </p:nvSpPr>
        <p:spPr/>
        <p:txBody>
          <a:bodyPr/>
          <a:lstStyle/>
          <a:p>
            <a:pPr defTabSz="812800" eaLnBrk="0" fontAlgn="base" hangingPunct="0">
              <a:spcBef>
                <a:spcPct val="0"/>
              </a:spcBef>
              <a:spcAft>
                <a:spcPct val="0"/>
              </a:spcAft>
            </a:pPr>
            <a:fld id="{02BDB61E-A26D-4A72-A1EE-CD52FBDFD70F}"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6146" name="Rectangle 2"/>
          <p:cNvSpPr>
            <a:spLocks noGrp="1" noChangeArrowheads="1"/>
          </p:cNvSpPr>
          <p:nvPr>
            <p:ph type="body" idx="1"/>
          </p:nvPr>
        </p:nvSpPr>
        <p:spPr>
          <a:xfrm>
            <a:off x="180623" y="996245"/>
            <a:ext cx="8001000" cy="1126067"/>
          </a:xfrm>
        </p:spPr>
        <p:txBody>
          <a:bodyPr/>
          <a:lstStyle/>
          <a:p>
            <a:pPr algn="just">
              <a:lnSpc>
                <a:spcPct val="90000"/>
              </a:lnSpc>
              <a:buFontTx/>
              <a:buNone/>
            </a:pPr>
            <a:r>
              <a:rPr lang="en-US" altLang="zh-CN" b="1" dirty="0">
                <a:solidFill>
                  <a:schemeClr val="tx2"/>
                </a:solidFill>
                <a:ea typeface="楷体_GB2312" pitchFamily="49" charset="-122"/>
              </a:rPr>
              <a:t>4</a:t>
            </a:r>
            <a:r>
              <a:rPr lang="zh-CN" altLang="en-US" b="1" dirty="0">
                <a:solidFill>
                  <a:schemeClr val="tx2"/>
                </a:solidFill>
                <a:ea typeface="楷体_GB2312" pitchFamily="49" charset="-122"/>
              </a:rPr>
              <a:t>.</a:t>
            </a:r>
            <a:r>
              <a:rPr lang="en-US" altLang="zh-CN" b="1" dirty="0">
                <a:solidFill>
                  <a:schemeClr val="tx2"/>
                </a:solidFill>
                <a:ea typeface="楷体_GB2312" pitchFamily="49" charset="-122"/>
              </a:rPr>
              <a:t>0</a:t>
            </a:r>
            <a:r>
              <a:rPr lang="zh-CN" altLang="en-US" b="1" dirty="0">
                <a:solidFill>
                  <a:schemeClr val="tx2"/>
                </a:solidFill>
                <a:ea typeface="楷体_GB2312" pitchFamily="49" charset="-122"/>
              </a:rPr>
              <a:t>.2  电镀的目的</a:t>
            </a:r>
            <a:endParaRPr lang="zh-CN" altLang="en-US" b="1" dirty="0">
              <a:solidFill>
                <a:schemeClr val="tx2"/>
              </a:solidFill>
              <a:ea typeface="楷体_GB2312" pitchFamily="49" charset="-122"/>
            </a:endParaRPr>
          </a:p>
          <a:p>
            <a:pPr>
              <a:lnSpc>
                <a:spcPct val="150000"/>
              </a:lnSpc>
              <a:buFontTx/>
              <a:buNone/>
            </a:pPr>
            <a:r>
              <a:rPr lang="zh-CN" altLang="en-US" dirty="0">
                <a:latin typeface="楷体_GB2312" pitchFamily="49" charset="-122"/>
                <a:ea typeface="楷体_GB2312" pitchFamily="49" charset="-122"/>
              </a:rPr>
              <a:t>(1).提高材料的表面性能，增加美观。</a:t>
            </a:r>
            <a:endParaRPr lang="zh-CN" altLang="en-US" dirty="0">
              <a:latin typeface="楷体_GB2312" pitchFamily="49" charset="-122"/>
              <a:ea typeface="楷体_GB2312" pitchFamily="49" charset="-122"/>
            </a:endParaRPr>
          </a:p>
        </p:txBody>
      </p:sp>
      <p:sp>
        <p:nvSpPr>
          <p:cNvPr id="6147" name="Text Box 3"/>
          <p:cNvSpPr txBox="1">
            <a:spLocks noChangeArrowheads="1"/>
          </p:cNvSpPr>
          <p:nvPr/>
        </p:nvSpPr>
        <p:spPr bwMode="auto">
          <a:xfrm>
            <a:off x="884768" y="5293078"/>
            <a:ext cx="3941233"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0"/>
              </a:spcBef>
              <a:spcAft>
                <a:spcPct val="0"/>
              </a:spcAft>
            </a:pPr>
            <a:endParaRPr lang="zh-CN" altLang="en-US" sz="2135" b="1">
              <a:solidFill>
                <a:srgbClr val="000000"/>
              </a:solidFill>
              <a:latin typeface="Arial" panose="020B0604020202020204" pitchFamily="34" charset="0"/>
              <a:ea typeface="宋体" panose="02010600030101010101" pitchFamily="2" charset="-122"/>
            </a:endParaRPr>
          </a:p>
        </p:txBody>
      </p:sp>
      <p:sp>
        <p:nvSpPr>
          <p:cNvPr id="6148" name="Text Box 4"/>
          <p:cNvSpPr txBox="1">
            <a:spLocks noChangeArrowheads="1"/>
          </p:cNvSpPr>
          <p:nvPr/>
        </p:nvSpPr>
        <p:spPr bwMode="auto">
          <a:xfrm>
            <a:off x="6220178" y="5369278"/>
            <a:ext cx="1521178" cy="748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水龙头电镀</a:t>
            </a:r>
            <a:endParaRPr lang="zh-CN" altLang="en-US" sz="2135">
              <a:solidFill>
                <a:srgbClr val="000000"/>
              </a:solidFill>
              <a:latin typeface="Times New Roman" panose="02020603050405020304" pitchFamily="18" charset="0"/>
              <a:ea typeface="楷体_GB2312" pitchFamily="49" charset="-122"/>
            </a:endParaRPr>
          </a:p>
        </p:txBody>
      </p:sp>
      <p:pic>
        <p:nvPicPr>
          <p:cNvPr id="614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3657" y="2225323"/>
            <a:ext cx="3845277" cy="2884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0" name="Text Box 6"/>
          <p:cNvSpPr txBox="1">
            <a:spLocks noChangeArrowheads="1"/>
          </p:cNvSpPr>
          <p:nvPr/>
        </p:nvSpPr>
        <p:spPr bwMode="auto">
          <a:xfrm>
            <a:off x="2051756" y="5232400"/>
            <a:ext cx="1587500"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电镀餐具</a:t>
            </a:r>
            <a:endParaRPr lang="en-US" altLang="zh-CN" sz="2135">
              <a:solidFill>
                <a:srgbClr val="000000"/>
              </a:solidFill>
              <a:latin typeface="Times New Roman" panose="02020603050405020304" pitchFamily="18" charset="0"/>
              <a:ea typeface="楷体_GB2312" pitchFamily="49" charset="-122"/>
            </a:endParaRPr>
          </a:p>
        </p:txBody>
      </p:sp>
      <p:pic>
        <p:nvPicPr>
          <p:cNvPr id="615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2667" y="1309511"/>
            <a:ext cx="2276123" cy="399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0"/>
          </p:nvPr>
        </p:nvSpPr>
        <p:spPr/>
        <p:txBody>
          <a:bodyPr/>
          <a:lstStyle/>
          <a:p>
            <a:pPr defTabSz="812800" eaLnBrk="0" fontAlgn="base" hangingPunct="0">
              <a:spcBef>
                <a:spcPct val="0"/>
              </a:spcBef>
              <a:spcAft>
                <a:spcPct val="0"/>
              </a:spcAft>
            </a:pPr>
            <a:fld id="{81FA172F-B65F-4864-A4D9-38E32D86C287}"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7170" name="Rectangle 2"/>
          <p:cNvSpPr>
            <a:spLocks noGrp="1" noChangeArrowheads="1"/>
          </p:cNvSpPr>
          <p:nvPr>
            <p:ph type="body" idx="1"/>
          </p:nvPr>
        </p:nvSpPr>
        <p:spPr>
          <a:xfrm>
            <a:off x="55420" y="687212"/>
            <a:ext cx="8001000" cy="2016477"/>
          </a:xfrm>
        </p:spPr>
        <p:txBody>
          <a:bodyPr/>
          <a:lstStyle/>
          <a:p>
            <a:pPr algn="just">
              <a:lnSpc>
                <a:spcPct val="90000"/>
              </a:lnSpc>
              <a:buFontTx/>
              <a:buNone/>
            </a:pPr>
            <a:r>
              <a:rPr lang="en-US" altLang="zh-CN" b="1" dirty="0">
                <a:solidFill>
                  <a:schemeClr val="tx2"/>
                </a:solidFill>
                <a:ea typeface="楷体_GB2312" pitchFamily="49" charset="-122"/>
              </a:rPr>
              <a:t>4</a:t>
            </a:r>
            <a:r>
              <a:rPr lang="zh-CN" altLang="en-US" b="1" dirty="0">
                <a:solidFill>
                  <a:schemeClr val="tx2"/>
                </a:solidFill>
                <a:ea typeface="楷体_GB2312" pitchFamily="49" charset="-122"/>
              </a:rPr>
              <a:t>.</a:t>
            </a:r>
            <a:r>
              <a:rPr lang="en-US" altLang="zh-CN" b="1" dirty="0">
                <a:solidFill>
                  <a:schemeClr val="tx2"/>
                </a:solidFill>
                <a:ea typeface="楷体_GB2312" pitchFamily="49" charset="-122"/>
              </a:rPr>
              <a:t>0</a:t>
            </a:r>
            <a:r>
              <a:rPr lang="zh-CN" altLang="en-US" b="1" dirty="0">
                <a:solidFill>
                  <a:schemeClr val="tx2"/>
                </a:solidFill>
                <a:ea typeface="楷体_GB2312" pitchFamily="49" charset="-122"/>
              </a:rPr>
              <a:t>.2  电镀的目的</a:t>
            </a:r>
            <a:endParaRPr lang="zh-CN" altLang="en-US" b="1" dirty="0">
              <a:solidFill>
                <a:schemeClr val="tx2"/>
              </a:solidFill>
              <a:ea typeface="楷体_GB2312" pitchFamily="49" charset="-122"/>
            </a:endParaRPr>
          </a:p>
          <a:p>
            <a:pPr>
              <a:lnSpc>
                <a:spcPct val="150000"/>
              </a:lnSpc>
              <a:buFontTx/>
              <a:buNone/>
            </a:pPr>
            <a:r>
              <a:rPr lang="zh-CN" altLang="en-US" dirty="0">
                <a:latin typeface="楷体_GB2312" pitchFamily="49" charset="-122"/>
                <a:ea typeface="楷体_GB2312" pitchFamily="49" charset="-122"/>
              </a:rPr>
              <a:t>(2).提高金属的耐蚀性。</a:t>
            </a:r>
            <a:endParaRPr lang="zh-CN" altLang="en-US" dirty="0">
              <a:latin typeface="楷体_GB2312" pitchFamily="49" charset="-122"/>
              <a:ea typeface="楷体_GB2312" pitchFamily="49" charset="-122"/>
            </a:endParaRPr>
          </a:p>
          <a:p>
            <a:pPr>
              <a:lnSpc>
                <a:spcPct val="150000"/>
              </a:lnSpc>
              <a:buFontTx/>
              <a:buNone/>
            </a:pPr>
            <a:r>
              <a:rPr lang="zh-CN" altLang="en-US" dirty="0">
                <a:latin typeface="楷体_GB2312" pitchFamily="49" charset="-122"/>
                <a:ea typeface="楷体_GB2312" pitchFamily="49" charset="-122"/>
              </a:rPr>
              <a:t>(3).提高材料的功能，例如防止磨耗、提高导电性、润滑性、强度、耐热性等。</a:t>
            </a:r>
            <a:endParaRPr lang="zh-CN" altLang="en-US" dirty="0">
              <a:latin typeface="楷体_GB2312" pitchFamily="49" charset="-122"/>
              <a:ea typeface="楷体_GB2312" pitchFamily="49" charset="-122"/>
            </a:endParaRPr>
          </a:p>
        </p:txBody>
      </p:sp>
      <p:pic>
        <p:nvPicPr>
          <p:cNvPr id="717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46511" y="2602089"/>
            <a:ext cx="3527778" cy="2645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2" name="Text Box 4"/>
          <p:cNvSpPr txBox="1">
            <a:spLocks noChangeArrowheads="1"/>
          </p:cNvSpPr>
          <p:nvPr/>
        </p:nvSpPr>
        <p:spPr bwMode="auto">
          <a:xfrm>
            <a:off x="5277556" y="5324123"/>
            <a:ext cx="2902656"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镁合金电镀：防止腐蚀</a:t>
            </a:r>
            <a:endParaRPr lang="en-US" altLang="zh-CN" sz="2135">
              <a:solidFill>
                <a:srgbClr val="000000"/>
              </a:solidFill>
              <a:latin typeface="Times New Roman" panose="02020603050405020304" pitchFamily="18" charset="0"/>
              <a:ea typeface="楷体_GB2312" pitchFamily="49" charset="-122"/>
            </a:endParaRPr>
          </a:p>
        </p:txBody>
      </p:sp>
      <p:pic>
        <p:nvPicPr>
          <p:cNvPr id="71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167" y="2678289"/>
            <a:ext cx="4570588" cy="256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4" name="Rectangle 6"/>
          <p:cNvSpPr>
            <a:spLocks noChangeArrowheads="1"/>
          </p:cNvSpPr>
          <p:nvPr/>
        </p:nvSpPr>
        <p:spPr bwMode="auto">
          <a:xfrm>
            <a:off x="965200" y="5293078"/>
            <a:ext cx="3199915"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812800" eaLnBrk="0" fontAlgn="base" hangingPunct="0">
              <a:spcBef>
                <a:spcPct val="0"/>
              </a:spcBef>
              <a:spcAft>
                <a:spcPct val="0"/>
              </a:spcAft>
            </a:pPr>
            <a:r>
              <a:rPr lang="zh-CN" altLang="en-US" sz="2135">
                <a:solidFill>
                  <a:srgbClr val="000000"/>
                </a:solidFill>
                <a:latin typeface="Times New Roman" panose="02020603050405020304" pitchFamily="18" charset="0"/>
                <a:ea typeface="宋体" panose="02010600030101010101" pitchFamily="2" charset="-122"/>
              </a:rPr>
              <a:t>镁合金件电镀前后的变化</a:t>
            </a:r>
            <a:endParaRPr lang="en-US" altLang="zh-CN" sz="2135">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1"/>
          <p:cNvSpPr>
            <a:spLocks noGrp="1"/>
          </p:cNvSpPr>
          <p:nvPr>
            <p:ph type="sldNum" sz="quarter" idx="10"/>
          </p:nvPr>
        </p:nvSpPr>
        <p:spPr/>
        <p:txBody>
          <a:bodyPr/>
          <a:lstStyle/>
          <a:p>
            <a:pPr defTabSz="812800" eaLnBrk="0" fontAlgn="base" hangingPunct="0">
              <a:spcBef>
                <a:spcPct val="0"/>
              </a:spcBef>
              <a:spcAft>
                <a:spcPct val="0"/>
              </a:spcAft>
            </a:pPr>
            <a:fld id="{8DEE46B3-9978-44B1-8B80-EB3ED4C4DA5D}"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27650" name="Text Box 2"/>
          <p:cNvSpPr txBox="1">
            <a:spLocks noChangeArrowheads="1"/>
          </p:cNvSpPr>
          <p:nvPr/>
        </p:nvSpPr>
        <p:spPr bwMode="auto">
          <a:xfrm>
            <a:off x="310515" y="557530"/>
            <a:ext cx="6137910" cy="529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812800" eaLnBrk="0" fontAlgn="base" hangingPunct="0">
              <a:spcBef>
                <a:spcPct val="0"/>
              </a:spcBef>
              <a:spcAft>
                <a:spcPct val="0"/>
              </a:spcAft>
            </a:pPr>
            <a:r>
              <a:rPr lang="en-US" altLang="zh-CN" sz="2845" b="1" dirty="0">
                <a:solidFill>
                  <a:srgbClr val="FF0000"/>
                </a:solidFill>
                <a:latin typeface="楷体_GB2312" pitchFamily="49" charset="-122"/>
                <a:ea typeface="楷体_GB2312" pitchFamily="49" charset="-122"/>
              </a:rPr>
              <a:t>4.1 </a:t>
            </a:r>
            <a:r>
              <a:rPr lang="zh-CN" altLang="en-US" sz="2845" b="1" dirty="0">
                <a:solidFill>
                  <a:srgbClr val="FF0000"/>
                </a:solidFill>
                <a:latin typeface="楷体_GB2312" pitchFamily="49" charset="-122"/>
                <a:ea typeface="楷体_GB2312" pitchFamily="49" charset="-122"/>
              </a:rPr>
              <a:t>金属电沉积和电镀原理</a:t>
            </a:r>
            <a:endParaRPr lang="zh-CN" altLang="en-US" sz="2845" b="1" dirty="0">
              <a:solidFill>
                <a:srgbClr val="FF0000"/>
              </a:solidFill>
              <a:latin typeface="楷体_GB2312" pitchFamily="49" charset="-122"/>
              <a:ea typeface="楷体_GB2312" pitchFamily="49" charset="-122"/>
            </a:endParaRPr>
          </a:p>
        </p:txBody>
      </p:sp>
      <p:sp>
        <p:nvSpPr>
          <p:cNvPr id="27651" name="Rectangle 3"/>
          <p:cNvSpPr>
            <a:spLocks noChangeArrowheads="1"/>
          </p:cNvSpPr>
          <p:nvPr/>
        </p:nvSpPr>
        <p:spPr bwMode="auto">
          <a:xfrm>
            <a:off x="404990" y="1735667"/>
            <a:ext cx="3568700" cy="2193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20000"/>
              </a:spcBef>
              <a:spcAft>
                <a:spcPct val="0"/>
              </a:spcAft>
            </a:pPr>
            <a:r>
              <a:rPr lang="en-US" altLang="zh-CN" sz="2135">
                <a:solidFill>
                  <a:srgbClr val="000000"/>
                </a:solidFill>
                <a:latin typeface="Times New Roman" panose="02020603050405020304" pitchFamily="18" charset="0"/>
                <a:ea typeface="宋体" panose="02010600030101010101" pitchFamily="2" charset="-122"/>
              </a:rPr>
              <a:t>Cathode reactions</a:t>
            </a:r>
            <a:r>
              <a:rPr lang="zh-CN" altLang="en-US" sz="2135">
                <a:solidFill>
                  <a:srgbClr val="000000"/>
                </a:solidFill>
                <a:latin typeface="Times New Roman" panose="02020603050405020304" pitchFamily="18" charset="0"/>
                <a:ea typeface="宋体" panose="02010600030101010101" pitchFamily="2" charset="-122"/>
              </a:rPr>
              <a:t>：</a:t>
            </a:r>
            <a:endParaRPr lang="zh-CN" altLang="en-US" sz="2135">
              <a:solidFill>
                <a:srgbClr val="000000"/>
              </a:solidFill>
              <a:latin typeface="Times New Roman" panose="02020603050405020304" pitchFamily="18" charset="0"/>
              <a:ea typeface="宋体" panose="02010600030101010101" pitchFamily="2" charset="-122"/>
            </a:endParaRPr>
          </a:p>
          <a:p>
            <a:pPr defTabSz="812800" eaLnBrk="0" fontAlgn="base" hangingPunct="0">
              <a:lnSpc>
                <a:spcPct val="150000"/>
              </a:lnSpc>
              <a:spcBef>
                <a:spcPct val="20000"/>
              </a:spcBef>
              <a:spcAft>
                <a:spcPct val="0"/>
              </a:spcAft>
            </a:pPr>
            <a:r>
              <a:rPr lang="en-US" altLang="zh-CN" sz="2135">
                <a:solidFill>
                  <a:srgbClr val="000000"/>
                </a:solidFill>
                <a:latin typeface="Times New Roman" panose="02020603050405020304" pitchFamily="18" charset="0"/>
                <a:ea typeface="宋体" panose="02010600030101010101" pitchFamily="2" charset="-122"/>
              </a:rPr>
              <a:t>M</a:t>
            </a:r>
            <a:r>
              <a:rPr lang="en-US" altLang="zh-CN" sz="2135" baseline="30000">
                <a:solidFill>
                  <a:srgbClr val="000000"/>
                </a:solidFill>
                <a:latin typeface="Times New Roman" panose="02020603050405020304" pitchFamily="18" charset="0"/>
                <a:ea typeface="宋体" panose="02010600030101010101" pitchFamily="2" charset="-122"/>
              </a:rPr>
              <a:t>n+</a:t>
            </a:r>
            <a:r>
              <a:rPr lang="en-US" altLang="zh-CN" sz="2135">
                <a:solidFill>
                  <a:srgbClr val="000000"/>
                </a:solidFill>
                <a:latin typeface="Times New Roman" panose="02020603050405020304" pitchFamily="18" charset="0"/>
                <a:ea typeface="宋体" panose="02010600030101010101" pitchFamily="2" charset="-122"/>
              </a:rPr>
              <a:t> + ne → M</a:t>
            </a:r>
            <a:r>
              <a:rPr lang="zh-CN" altLang="en-US" sz="2135">
                <a:solidFill>
                  <a:srgbClr val="000000"/>
                </a:solidFill>
                <a:latin typeface="Times New Roman" panose="02020603050405020304" pitchFamily="18" charset="0"/>
                <a:ea typeface="宋体" panose="02010600030101010101" pitchFamily="2" charset="-122"/>
              </a:rPr>
              <a:t>（镀层）</a:t>
            </a:r>
            <a:endParaRPr lang="zh-CN" altLang="en-US" sz="2135">
              <a:solidFill>
                <a:srgbClr val="000000"/>
              </a:solidFill>
              <a:latin typeface="Times New Roman" panose="02020603050405020304" pitchFamily="18" charset="0"/>
              <a:ea typeface="宋体" panose="02010600030101010101" pitchFamily="2" charset="-122"/>
            </a:endParaRPr>
          </a:p>
          <a:p>
            <a:pPr defTabSz="812800" eaLnBrk="0" fontAlgn="base" hangingPunct="0">
              <a:lnSpc>
                <a:spcPct val="150000"/>
              </a:lnSpc>
              <a:spcBef>
                <a:spcPct val="20000"/>
              </a:spcBef>
              <a:spcAft>
                <a:spcPct val="0"/>
              </a:spcAft>
            </a:pPr>
            <a:r>
              <a:rPr lang="en-US" altLang="zh-CN" sz="2135">
                <a:solidFill>
                  <a:srgbClr val="000000"/>
                </a:solidFill>
                <a:latin typeface="Times New Roman" panose="02020603050405020304" pitchFamily="18" charset="0"/>
                <a:ea typeface="宋体" panose="02010600030101010101" pitchFamily="2" charset="-122"/>
              </a:rPr>
              <a:t>2H</a:t>
            </a:r>
            <a:r>
              <a:rPr lang="en-US" altLang="zh-CN" sz="2135" baseline="30000">
                <a:solidFill>
                  <a:srgbClr val="000000"/>
                </a:solidFill>
                <a:latin typeface="Times New Roman" panose="02020603050405020304" pitchFamily="18" charset="0"/>
                <a:ea typeface="宋体" panose="02010600030101010101" pitchFamily="2" charset="-122"/>
              </a:rPr>
              <a:t>+</a:t>
            </a:r>
            <a:r>
              <a:rPr lang="en-US" altLang="zh-CN" sz="2135">
                <a:solidFill>
                  <a:srgbClr val="000000"/>
                </a:solidFill>
                <a:latin typeface="Times New Roman" panose="02020603050405020304" pitchFamily="18" charset="0"/>
                <a:ea typeface="宋体" panose="02010600030101010101" pitchFamily="2" charset="-122"/>
              </a:rPr>
              <a:t> + 2e  →  H</a:t>
            </a:r>
            <a:r>
              <a:rPr lang="en-US" altLang="zh-CN" sz="2135" baseline="-25000">
                <a:solidFill>
                  <a:srgbClr val="000000"/>
                </a:solidFill>
                <a:latin typeface="Times New Roman" panose="02020603050405020304" pitchFamily="18" charset="0"/>
                <a:ea typeface="宋体" panose="02010600030101010101" pitchFamily="2" charset="-122"/>
              </a:rPr>
              <a:t>2</a:t>
            </a:r>
            <a:endParaRPr lang="en-US" altLang="zh-CN" sz="2135" baseline="-25000">
              <a:solidFill>
                <a:srgbClr val="000000"/>
              </a:solidFill>
              <a:latin typeface="Times New Roman" panose="02020603050405020304" pitchFamily="18" charset="0"/>
              <a:ea typeface="宋体" panose="02010600030101010101" pitchFamily="2" charset="-122"/>
            </a:endParaRPr>
          </a:p>
          <a:p>
            <a:pPr defTabSz="812800" eaLnBrk="0" fontAlgn="base" hangingPunct="0">
              <a:spcBef>
                <a:spcPct val="50000"/>
              </a:spcBef>
              <a:spcAft>
                <a:spcPct val="0"/>
              </a:spcAft>
            </a:pPr>
            <a:r>
              <a:rPr lang="en-US" altLang="zh-CN" sz="2135">
                <a:solidFill>
                  <a:srgbClr val="000000"/>
                </a:solidFill>
                <a:latin typeface="Times New Roman" panose="02020603050405020304" pitchFamily="18" charset="0"/>
                <a:ea typeface="宋体" panose="02010600030101010101" pitchFamily="2" charset="-122"/>
              </a:rPr>
              <a:t>4H</a:t>
            </a:r>
            <a:r>
              <a:rPr lang="en-US" altLang="zh-CN" sz="2135" baseline="-25000">
                <a:solidFill>
                  <a:srgbClr val="000000"/>
                </a:solidFill>
                <a:latin typeface="Times New Roman" panose="02020603050405020304" pitchFamily="18" charset="0"/>
                <a:ea typeface="宋体" panose="02010600030101010101" pitchFamily="2" charset="-122"/>
              </a:rPr>
              <a:t>2</a:t>
            </a:r>
            <a:r>
              <a:rPr lang="en-US" altLang="zh-CN" sz="2135">
                <a:solidFill>
                  <a:srgbClr val="000000"/>
                </a:solidFill>
                <a:latin typeface="Times New Roman" panose="02020603050405020304" pitchFamily="18" charset="0"/>
                <a:ea typeface="宋体" panose="02010600030101010101" pitchFamily="2" charset="-122"/>
              </a:rPr>
              <a:t>O + 4e   </a:t>
            </a:r>
            <a:r>
              <a:rPr lang="en-US" altLang="zh-CN" sz="2135">
                <a:solidFill>
                  <a:srgbClr val="000000"/>
                </a:solidFill>
                <a:latin typeface="宋体" panose="02010600030101010101" pitchFamily="2" charset="-122"/>
                <a:ea typeface="宋体" panose="02010600030101010101" pitchFamily="2" charset="-122"/>
              </a:rPr>
              <a:t>→</a:t>
            </a:r>
            <a:r>
              <a:rPr lang="en-US" altLang="zh-CN" sz="2135">
                <a:solidFill>
                  <a:srgbClr val="000000"/>
                </a:solidFill>
                <a:latin typeface="Times New Roman" panose="02020603050405020304" pitchFamily="18" charset="0"/>
                <a:ea typeface="宋体" panose="02010600030101010101" pitchFamily="2" charset="-122"/>
              </a:rPr>
              <a:t>  2H</a:t>
            </a:r>
            <a:r>
              <a:rPr lang="en-US" altLang="zh-CN" sz="2135" baseline="-25000">
                <a:solidFill>
                  <a:srgbClr val="000000"/>
                </a:solidFill>
                <a:latin typeface="Times New Roman" panose="02020603050405020304" pitchFamily="18" charset="0"/>
                <a:ea typeface="宋体" panose="02010600030101010101" pitchFamily="2" charset="-122"/>
              </a:rPr>
              <a:t>2</a:t>
            </a:r>
            <a:r>
              <a:rPr lang="en-US" altLang="zh-CN" sz="2135">
                <a:solidFill>
                  <a:srgbClr val="000000"/>
                </a:solidFill>
                <a:latin typeface="Times New Roman" panose="02020603050405020304" pitchFamily="18" charset="0"/>
                <a:ea typeface="宋体" panose="02010600030101010101" pitchFamily="2" charset="-122"/>
              </a:rPr>
              <a:t> + 4(OH)</a:t>
            </a:r>
            <a:r>
              <a:rPr lang="en-US" altLang="zh-CN" sz="2135" baseline="30000">
                <a:solidFill>
                  <a:srgbClr val="000000"/>
                </a:solidFill>
                <a:latin typeface="Times New Roman" panose="02020603050405020304" pitchFamily="18" charset="0"/>
                <a:ea typeface="宋体" panose="02010600030101010101" pitchFamily="2" charset="-122"/>
              </a:rPr>
              <a:t>-</a:t>
            </a:r>
            <a:endParaRPr lang="en-US" altLang="zh-CN" sz="2135">
              <a:solidFill>
                <a:srgbClr val="000000"/>
              </a:solidFill>
              <a:latin typeface="Times New Roman" panose="02020603050405020304" pitchFamily="18" charset="0"/>
              <a:ea typeface="宋体" panose="02010600030101010101" pitchFamily="2" charset="-122"/>
            </a:endParaRPr>
          </a:p>
        </p:txBody>
      </p:sp>
      <p:pic>
        <p:nvPicPr>
          <p:cNvPr id="2765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88178" y="1398412"/>
            <a:ext cx="5161844" cy="382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5"/>
          <p:cNvSpPr>
            <a:spLocks noChangeArrowheads="1"/>
          </p:cNvSpPr>
          <p:nvPr/>
        </p:nvSpPr>
        <p:spPr bwMode="auto">
          <a:xfrm>
            <a:off x="294923" y="1166990"/>
            <a:ext cx="5437011" cy="677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000" b="1">
                <a:solidFill>
                  <a:schemeClr val="tx1"/>
                </a:solidFill>
                <a:latin typeface="Times New Roman" panose="02020603050405020304" pitchFamily="18" charset="0"/>
              </a:defRPr>
            </a:lvl1pPr>
            <a:lvl2pPr algn="ctr">
              <a:defRPr sz="4000" b="1">
                <a:solidFill>
                  <a:schemeClr val="tx1"/>
                </a:solidFill>
                <a:latin typeface="Times New Roman" panose="02020603050405020304" pitchFamily="18" charset="0"/>
              </a:defRPr>
            </a:lvl2pPr>
            <a:lvl3pPr algn="ctr">
              <a:defRPr sz="4000" b="1">
                <a:solidFill>
                  <a:schemeClr val="tx1"/>
                </a:solidFill>
                <a:latin typeface="Times New Roman" panose="02020603050405020304" pitchFamily="18" charset="0"/>
              </a:defRPr>
            </a:lvl3pPr>
            <a:lvl4pPr algn="ctr">
              <a:defRPr sz="4000" b="1">
                <a:solidFill>
                  <a:schemeClr val="tx1"/>
                </a:solidFill>
                <a:latin typeface="Times New Roman" panose="02020603050405020304" pitchFamily="18" charset="0"/>
              </a:defRPr>
            </a:lvl4pPr>
            <a:lvl5pPr algn="ctr">
              <a:defRPr sz="4000" b="1">
                <a:solidFill>
                  <a:schemeClr val="tx1"/>
                </a:solidFill>
                <a:latin typeface="Times New Roman" panose="02020603050405020304" pitchFamily="18" charset="0"/>
              </a:defRPr>
            </a:lvl5pPr>
            <a:lvl6pPr marL="457200" algn="ctr" eaLnBrk="0" fontAlgn="base" hangingPunct="0">
              <a:spcBef>
                <a:spcPct val="0"/>
              </a:spcBef>
              <a:spcAft>
                <a:spcPct val="0"/>
              </a:spcAft>
              <a:defRPr sz="4000" b="1">
                <a:solidFill>
                  <a:schemeClr val="tx1"/>
                </a:solidFill>
                <a:latin typeface="Times New Roman" panose="02020603050405020304" pitchFamily="18" charset="0"/>
              </a:defRPr>
            </a:lvl6pPr>
            <a:lvl7pPr marL="914400" algn="ctr" eaLnBrk="0" fontAlgn="base" hangingPunct="0">
              <a:spcBef>
                <a:spcPct val="0"/>
              </a:spcBef>
              <a:spcAft>
                <a:spcPct val="0"/>
              </a:spcAft>
              <a:defRPr sz="4000" b="1">
                <a:solidFill>
                  <a:schemeClr val="tx1"/>
                </a:solidFill>
                <a:latin typeface="Times New Roman" panose="02020603050405020304" pitchFamily="18" charset="0"/>
              </a:defRPr>
            </a:lvl7pPr>
            <a:lvl8pPr marL="1371600" algn="ctr" eaLnBrk="0" fontAlgn="base" hangingPunct="0">
              <a:spcBef>
                <a:spcPct val="0"/>
              </a:spcBef>
              <a:spcAft>
                <a:spcPct val="0"/>
              </a:spcAft>
              <a:defRPr sz="4000" b="1">
                <a:solidFill>
                  <a:schemeClr val="tx1"/>
                </a:solidFill>
                <a:latin typeface="Times New Roman" panose="02020603050405020304" pitchFamily="18" charset="0"/>
              </a:defRPr>
            </a:lvl8pPr>
            <a:lvl9pPr marL="1828800" algn="ctr" eaLnBrk="0" fontAlgn="base" hangingPunct="0">
              <a:spcBef>
                <a:spcPct val="0"/>
              </a:spcBef>
              <a:spcAft>
                <a:spcPct val="0"/>
              </a:spcAft>
              <a:defRPr sz="4000" b="1">
                <a:solidFill>
                  <a:schemeClr val="tx1"/>
                </a:solidFill>
                <a:latin typeface="Times New Roman" panose="02020603050405020304" pitchFamily="18" charset="0"/>
              </a:defRPr>
            </a:lvl9pPr>
          </a:lstStyle>
          <a:p>
            <a:pPr algn="l" defTabSz="812800" eaLnBrk="0" fontAlgn="base" hangingPunct="0">
              <a:spcBef>
                <a:spcPct val="0"/>
              </a:spcBef>
              <a:spcAft>
                <a:spcPct val="0"/>
              </a:spcAft>
            </a:pPr>
            <a:r>
              <a:rPr lang="en-US" altLang="zh-CN" sz="2490" dirty="0">
                <a:solidFill>
                  <a:srgbClr val="000000"/>
                </a:solidFill>
                <a:ea typeface="楷体_GB2312" pitchFamily="49" charset="-122"/>
              </a:rPr>
              <a:t>4</a:t>
            </a:r>
            <a:r>
              <a:rPr lang="zh-CN" altLang="en-US" sz="2490" dirty="0">
                <a:solidFill>
                  <a:srgbClr val="000000"/>
                </a:solidFill>
                <a:ea typeface="楷体_GB2312" pitchFamily="49" charset="-122"/>
              </a:rPr>
              <a:t>.</a:t>
            </a:r>
            <a:r>
              <a:rPr lang="en-US" altLang="zh-CN" sz="2490" dirty="0">
                <a:solidFill>
                  <a:srgbClr val="000000"/>
                </a:solidFill>
                <a:ea typeface="楷体_GB2312" pitchFamily="49" charset="-122"/>
              </a:rPr>
              <a:t>1</a:t>
            </a:r>
            <a:r>
              <a:rPr lang="zh-CN" altLang="en-US" sz="2490" dirty="0">
                <a:solidFill>
                  <a:srgbClr val="000000"/>
                </a:solidFill>
                <a:ea typeface="楷体_GB2312" pitchFamily="49" charset="-122"/>
              </a:rPr>
              <a:t>.1 电镀阴极过程</a:t>
            </a:r>
            <a:r>
              <a:rPr lang="zh-CN" altLang="en-US" sz="2490" dirty="0">
                <a:solidFill>
                  <a:srgbClr val="000000"/>
                </a:solidFill>
                <a:latin typeface="Courier New" panose="02070309020205020404" pitchFamily="49" charset="0"/>
                <a:ea typeface="楷体_GB2312" pitchFamily="49" charset="-122"/>
              </a:rPr>
              <a:t>——</a:t>
            </a:r>
            <a:r>
              <a:rPr lang="zh-CN" altLang="en-US" sz="2490" dirty="0">
                <a:solidFill>
                  <a:srgbClr val="000000"/>
                </a:solidFill>
                <a:ea typeface="楷体_GB2312" pitchFamily="49" charset="-122"/>
              </a:rPr>
              <a:t>电沉积过程</a:t>
            </a:r>
            <a:endParaRPr lang="zh-CN" altLang="en-US" sz="2490" dirty="0">
              <a:solidFill>
                <a:srgbClr val="000000"/>
              </a:solidFill>
              <a:ea typeface="宋体" panose="02010600030101010101" pitchFamily="2" charset="-122"/>
            </a:endParaRPr>
          </a:p>
        </p:txBody>
      </p:sp>
      <p:sp>
        <p:nvSpPr>
          <p:cNvPr id="27654" name="Text Box 6"/>
          <p:cNvSpPr txBox="1">
            <a:spLocks noChangeArrowheads="1"/>
          </p:cNvSpPr>
          <p:nvPr/>
        </p:nvSpPr>
        <p:spPr bwMode="auto">
          <a:xfrm>
            <a:off x="0" y="4147256"/>
            <a:ext cx="4816123" cy="10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0"/>
              </a:spcBef>
              <a:spcAft>
                <a:spcPct val="0"/>
              </a:spcAft>
            </a:pPr>
            <a:r>
              <a:rPr lang="zh-CN" altLang="en-US" sz="2135">
                <a:solidFill>
                  <a:srgbClr val="000000"/>
                </a:solidFill>
                <a:latin typeface="Times New Roman" panose="02020603050405020304" pitchFamily="18" charset="0"/>
                <a:ea typeface="楷体_GB2312" pitchFamily="49" charset="-122"/>
              </a:rPr>
              <a:t>完成电沉积过程必须经过以下三个步骤</a:t>
            </a:r>
            <a:endParaRPr lang="en-US" altLang="zh-CN" sz="2135">
              <a:solidFill>
                <a:srgbClr val="000000"/>
              </a:solidFill>
              <a:latin typeface="楷体_GB2312" pitchFamily="49" charset="-122"/>
              <a:ea typeface="楷体_GB2312" pitchFamily="49" charset="-122"/>
            </a:endParaRPr>
          </a:p>
          <a:p>
            <a:pPr defTabSz="812800" eaLnBrk="0" fontAlgn="base" hangingPunct="0">
              <a:lnSpc>
                <a:spcPct val="150000"/>
              </a:lnSpc>
              <a:spcBef>
                <a:spcPct val="0"/>
              </a:spcBef>
              <a:spcAft>
                <a:spcPct val="0"/>
              </a:spcAft>
            </a:pPr>
            <a:r>
              <a:rPr lang="en-US" altLang="zh-CN" sz="2135">
                <a:solidFill>
                  <a:srgbClr val="000000"/>
                </a:solidFill>
                <a:latin typeface="楷体_GB2312" pitchFamily="49" charset="-122"/>
                <a:ea typeface="楷体_GB2312" pitchFamily="49" charset="-122"/>
              </a:rPr>
              <a:t>①</a:t>
            </a:r>
            <a:r>
              <a:rPr lang="zh-CN" altLang="en-US" sz="2135">
                <a:solidFill>
                  <a:srgbClr val="000000"/>
                </a:solidFill>
                <a:latin typeface="楷体_GB2312" pitchFamily="49" charset="-122"/>
                <a:ea typeface="楷体_GB2312" pitchFamily="49" charset="-122"/>
              </a:rPr>
              <a:t>液相传质，</a:t>
            </a:r>
            <a:r>
              <a:rPr lang="en-US" altLang="zh-CN" sz="2135">
                <a:solidFill>
                  <a:srgbClr val="000000"/>
                </a:solidFill>
                <a:latin typeface="楷体_GB2312" pitchFamily="49" charset="-122"/>
                <a:ea typeface="楷体_GB2312" pitchFamily="49" charset="-122"/>
              </a:rPr>
              <a:t>②</a:t>
            </a:r>
            <a:r>
              <a:rPr lang="zh-CN" altLang="en-US" sz="2135">
                <a:solidFill>
                  <a:srgbClr val="000000"/>
                </a:solidFill>
                <a:latin typeface="楷体_GB2312" pitchFamily="49" charset="-122"/>
                <a:ea typeface="楷体_GB2312" pitchFamily="49" charset="-122"/>
              </a:rPr>
              <a:t>电化学反应，</a:t>
            </a:r>
            <a:r>
              <a:rPr lang="en-US" altLang="zh-CN" sz="2135">
                <a:solidFill>
                  <a:srgbClr val="000000"/>
                </a:solidFill>
                <a:latin typeface="楷体_GB2312" pitchFamily="49" charset="-122"/>
                <a:ea typeface="楷体_GB2312" pitchFamily="49" charset="-122"/>
              </a:rPr>
              <a:t>③</a:t>
            </a:r>
            <a:r>
              <a:rPr lang="zh-CN" altLang="en-US" sz="2135">
                <a:solidFill>
                  <a:srgbClr val="000000"/>
                </a:solidFill>
                <a:latin typeface="楷体_GB2312" pitchFamily="49" charset="-122"/>
                <a:ea typeface="楷体_GB2312" pitchFamily="49" charset="-122"/>
              </a:rPr>
              <a:t>电结晶</a:t>
            </a:r>
            <a:endParaRPr lang="en-US" altLang="zh-CN" sz="2135">
              <a:solidFill>
                <a:srgbClr val="000000"/>
              </a:solidFill>
              <a:latin typeface="楷体_GB2312" pitchFamily="49" charset="-122"/>
              <a:ea typeface="楷体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0"/>
          </p:nvPr>
        </p:nvSpPr>
        <p:spPr/>
        <p:txBody>
          <a:bodyPr/>
          <a:lstStyle/>
          <a:p>
            <a:pPr defTabSz="812800" eaLnBrk="0" fontAlgn="base" hangingPunct="0">
              <a:spcBef>
                <a:spcPct val="0"/>
              </a:spcBef>
              <a:spcAft>
                <a:spcPct val="0"/>
              </a:spcAft>
            </a:pPr>
            <a:fld id="{DC7003A7-8BC7-4A24-91D7-1DB6244659AC}"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28674" name="Rectangle 2"/>
          <p:cNvSpPr>
            <a:spLocks noGrp="1" noChangeArrowheads="1"/>
          </p:cNvSpPr>
          <p:nvPr>
            <p:ph type="title"/>
          </p:nvPr>
        </p:nvSpPr>
        <p:spPr>
          <a:xfrm>
            <a:off x="685800" y="651934"/>
            <a:ext cx="7772400" cy="677333"/>
          </a:xfrm>
        </p:spPr>
        <p:txBody>
          <a:bodyPr/>
          <a:lstStyle/>
          <a:p>
            <a:pPr algn="l"/>
            <a:r>
              <a:rPr lang="zh-CN" altLang="en-US">
                <a:solidFill>
                  <a:schemeClr val="bg1"/>
                </a:solidFill>
                <a:latin typeface="楷体_GB2312" pitchFamily="49" charset="-122"/>
                <a:ea typeface="楷体_GB2312" pitchFamily="49" charset="-122"/>
              </a:rPr>
              <a:t>①</a:t>
            </a:r>
            <a:r>
              <a:rPr lang="zh-CN" altLang="en-US">
                <a:solidFill>
                  <a:schemeClr val="bg1"/>
                </a:solidFill>
                <a:ea typeface="楷体_GB2312" pitchFamily="49" charset="-122"/>
              </a:rPr>
              <a:t>．液相传质：</a:t>
            </a:r>
            <a:r>
              <a:rPr lang="zh-CN" altLang="en-US">
                <a:ea typeface="楷体_GB2312" pitchFamily="49" charset="-122"/>
              </a:rPr>
              <a:t> </a:t>
            </a:r>
            <a:endParaRPr lang="zh-CN" altLang="en-US">
              <a:ea typeface="楷体_GB2312" pitchFamily="49" charset="-122"/>
            </a:endParaRPr>
          </a:p>
        </p:txBody>
      </p:sp>
      <p:sp>
        <p:nvSpPr>
          <p:cNvPr id="28675" name="Rectangle 3"/>
          <p:cNvSpPr>
            <a:spLocks noGrp="1" noChangeArrowheads="1"/>
          </p:cNvSpPr>
          <p:nvPr>
            <p:ph type="body" idx="1"/>
          </p:nvPr>
        </p:nvSpPr>
        <p:spPr>
          <a:xfrm>
            <a:off x="444501" y="1464734"/>
            <a:ext cx="8305800" cy="1176867"/>
          </a:xfrm>
        </p:spPr>
        <p:txBody>
          <a:bodyPr/>
          <a:lstStyle/>
          <a:p>
            <a:pPr algn="just">
              <a:lnSpc>
                <a:spcPct val="150000"/>
              </a:lnSpc>
            </a:pPr>
            <a:r>
              <a:rPr lang="zh-CN" altLang="en-US">
                <a:latin typeface="楷体_GB2312" pitchFamily="49" charset="-122"/>
                <a:ea typeface="楷体_GB2312" pitchFamily="49" charset="-122"/>
              </a:rPr>
              <a:t>①</a:t>
            </a:r>
            <a:r>
              <a:rPr lang="zh-CN" altLang="en-US">
                <a:ea typeface="楷体_GB2312" pitchFamily="49" charset="-122"/>
              </a:rPr>
              <a:t>液相传质：液相中的反应粒子（金属水化离子或配合离子）向阴极表面传递的步骤。 有电迁移、扩散及对流三种不同方式。</a:t>
            </a:r>
            <a:endParaRPr lang="zh-CN" altLang="en-US">
              <a:ea typeface="楷体_GB2312" pitchFamily="49" charset="-122"/>
            </a:endParaRPr>
          </a:p>
          <a:p>
            <a:pPr algn="just">
              <a:buFontTx/>
              <a:buNone/>
            </a:pPr>
            <a:endParaRPr lang="zh-CN" altLang="en-US">
              <a:ea typeface="宋体" panose="02010600030101010101" pitchFamily="2" charset="-122"/>
            </a:endParaRPr>
          </a:p>
        </p:txBody>
      </p:sp>
      <p:sp>
        <p:nvSpPr>
          <p:cNvPr id="28676" name="Text Box 4"/>
          <p:cNvSpPr txBox="1">
            <a:spLocks noChangeArrowheads="1"/>
          </p:cNvSpPr>
          <p:nvPr/>
        </p:nvSpPr>
        <p:spPr bwMode="auto">
          <a:xfrm>
            <a:off x="1016000" y="2935111"/>
            <a:ext cx="2583745" cy="189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推动力不同：</a:t>
            </a:r>
            <a:endParaRPr lang="zh-CN" altLang="en-US" sz="2135">
              <a:solidFill>
                <a:srgbClr val="000000"/>
              </a:solidFill>
              <a:latin typeface="Times New Roman" panose="02020603050405020304" pitchFamily="18" charset="0"/>
              <a:ea typeface="楷体_GB2312" pitchFamily="49" charset="-122"/>
            </a:endParaRPr>
          </a:p>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电迁移：电场</a:t>
            </a:r>
            <a:endParaRPr lang="zh-CN" altLang="en-US" sz="2135">
              <a:solidFill>
                <a:srgbClr val="000000"/>
              </a:solidFill>
              <a:latin typeface="Times New Roman" panose="02020603050405020304" pitchFamily="18" charset="0"/>
              <a:ea typeface="楷体_GB2312" pitchFamily="49" charset="-122"/>
            </a:endParaRPr>
          </a:p>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扩散：   浓度差</a:t>
            </a:r>
            <a:endParaRPr lang="zh-CN" altLang="en-US" sz="2135">
              <a:solidFill>
                <a:srgbClr val="000000"/>
              </a:solidFill>
              <a:latin typeface="Times New Roman" panose="02020603050405020304" pitchFamily="18" charset="0"/>
              <a:ea typeface="楷体_GB2312" pitchFamily="49" charset="-122"/>
            </a:endParaRPr>
          </a:p>
          <a:p>
            <a:pPr defTabSz="812800" eaLnBrk="0" fontAlgn="base" hangingPunct="0">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对流：    搅拌</a:t>
            </a:r>
            <a:endParaRPr lang="zh-CN" altLang="en-US" sz="2135">
              <a:solidFill>
                <a:srgbClr val="000000"/>
              </a:solidFill>
              <a:latin typeface="Times New Roman" panose="02020603050405020304" pitchFamily="18" charset="0"/>
              <a:ea typeface="楷体_GB2312" pitchFamily="49" charset="-122"/>
            </a:endParaRPr>
          </a:p>
        </p:txBody>
      </p:sp>
      <p:pic>
        <p:nvPicPr>
          <p:cNvPr id="2867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04645" y="2767190"/>
            <a:ext cx="3769078" cy="279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defTabSz="812800" eaLnBrk="0" fontAlgn="base" hangingPunct="0">
              <a:spcBef>
                <a:spcPct val="0"/>
              </a:spcBef>
              <a:spcAft>
                <a:spcPct val="0"/>
              </a:spcAft>
            </a:pPr>
            <a:fld id="{12F8F75F-C868-448D-83DF-98AA9647815B}"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sp>
        <p:nvSpPr>
          <p:cNvPr id="29698" name="Rectangle 2"/>
          <p:cNvSpPr>
            <a:spLocks noGrp="1" noChangeArrowheads="1"/>
          </p:cNvSpPr>
          <p:nvPr>
            <p:ph type="body" idx="1"/>
          </p:nvPr>
        </p:nvSpPr>
        <p:spPr>
          <a:xfrm>
            <a:off x="294923" y="730955"/>
            <a:ext cx="8382000" cy="1553634"/>
          </a:xfrm>
        </p:spPr>
        <p:txBody>
          <a:bodyPr/>
          <a:lstStyle/>
          <a:p>
            <a:pPr algn="just">
              <a:buFontTx/>
              <a:buNone/>
            </a:pPr>
            <a:r>
              <a:rPr lang="zh-CN" altLang="en-US">
                <a:latin typeface="楷体_GB2312" pitchFamily="49" charset="-122"/>
                <a:ea typeface="楷体_GB2312" pitchFamily="49" charset="-122"/>
              </a:rPr>
              <a:t>  ②</a:t>
            </a:r>
            <a:r>
              <a:rPr lang="zh-CN" altLang="en-US">
                <a:ea typeface="楷体_GB2312" pitchFamily="49" charset="-122"/>
              </a:rPr>
              <a:t>．电化学步骤（电荷转移步骤）：</a:t>
            </a:r>
            <a:endParaRPr lang="zh-CN" altLang="en-US">
              <a:ea typeface="楷体_GB2312" pitchFamily="49" charset="-122"/>
            </a:endParaRPr>
          </a:p>
          <a:p>
            <a:pPr>
              <a:lnSpc>
                <a:spcPct val="150000"/>
              </a:lnSpc>
              <a:buFontTx/>
              <a:buNone/>
            </a:pPr>
            <a:r>
              <a:rPr lang="zh-CN" altLang="en-US">
                <a:ea typeface="楷体_GB2312" pitchFamily="49" charset="-122"/>
              </a:rPr>
              <a:t>     反应粒子在阴极表面得到电子形成吸附原子（吸附离子）的过程。这是电沉积过程的重要步骤。</a:t>
            </a:r>
            <a:endParaRPr lang="zh-CN" altLang="en-US">
              <a:solidFill>
                <a:schemeClr val="accent1"/>
              </a:solidFill>
              <a:ea typeface="楷体_GB2312" pitchFamily="49" charset="-122"/>
            </a:endParaRPr>
          </a:p>
        </p:txBody>
      </p:sp>
      <p:sp>
        <p:nvSpPr>
          <p:cNvPr id="29699" name="Text Box 3"/>
          <p:cNvSpPr txBox="1">
            <a:spLocks noChangeArrowheads="1"/>
          </p:cNvSpPr>
          <p:nvPr/>
        </p:nvSpPr>
        <p:spPr bwMode="auto">
          <a:xfrm>
            <a:off x="457201" y="3025423"/>
            <a:ext cx="8087078" cy="249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eaLnBrk="0" fontAlgn="base" hangingPunct="0">
              <a:lnSpc>
                <a:spcPct val="150000"/>
              </a:lnSpc>
              <a:spcBef>
                <a:spcPct val="0"/>
              </a:spcBef>
              <a:spcAft>
                <a:spcPct val="0"/>
              </a:spcAft>
            </a:pPr>
            <a:r>
              <a:rPr lang="zh-CN" altLang="en-US" sz="2135">
                <a:solidFill>
                  <a:srgbClr val="000000"/>
                </a:solidFill>
                <a:latin typeface="楷体_GB2312" pitchFamily="49" charset="-122"/>
                <a:ea typeface="楷体_GB2312" pitchFamily="49" charset="-122"/>
              </a:rPr>
              <a:t>（</a:t>
            </a:r>
            <a:r>
              <a:rPr lang="en-US" altLang="zh-CN" sz="2135">
                <a:solidFill>
                  <a:srgbClr val="000000"/>
                </a:solidFill>
                <a:latin typeface="楷体_GB2312" pitchFamily="49" charset="-122"/>
                <a:ea typeface="楷体_GB2312" pitchFamily="49" charset="-122"/>
              </a:rPr>
              <a:t>1</a:t>
            </a:r>
            <a:r>
              <a:rPr lang="zh-CN" altLang="en-US" sz="2135">
                <a:solidFill>
                  <a:srgbClr val="000000"/>
                </a:solidFill>
                <a:latin typeface="楷体_GB2312" pitchFamily="49" charset="-122"/>
                <a:ea typeface="楷体_GB2312" pitchFamily="49" charset="-122"/>
              </a:rPr>
              <a:t>）一步还原历程</a:t>
            </a:r>
            <a:endParaRPr lang="en-US" altLang="zh-CN" sz="2135">
              <a:solidFill>
                <a:srgbClr val="000000"/>
              </a:solidFill>
              <a:latin typeface="楷体_GB2312" pitchFamily="49" charset="-122"/>
              <a:ea typeface="楷体_GB2312" pitchFamily="49" charset="-122"/>
            </a:endParaRPr>
          </a:p>
          <a:p>
            <a:pPr defTabSz="812800" eaLnBrk="0" fontAlgn="base" hangingPunct="0">
              <a:lnSpc>
                <a:spcPct val="150000"/>
              </a:lnSpc>
              <a:spcBef>
                <a:spcPct val="0"/>
              </a:spcBef>
              <a:spcAft>
                <a:spcPct val="0"/>
              </a:spcAft>
            </a:pPr>
            <a:r>
              <a:rPr lang="en-US" altLang="zh-CN" sz="2135">
                <a:solidFill>
                  <a:srgbClr val="000000"/>
                </a:solidFill>
                <a:latin typeface="Arial" panose="020B0604020202020204" pitchFamily="34" charset="0"/>
                <a:ea typeface="宋体" panose="02010600030101010101" pitchFamily="2" charset="-122"/>
              </a:rPr>
              <a:t>          Cu</a:t>
            </a:r>
            <a:r>
              <a:rPr lang="en-US" altLang="zh-CN" sz="2135" baseline="30000">
                <a:solidFill>
                  <a:srgbClr val="000000"/>
                </a:solidFill>
                <a:latin typeface="Arial" panose="020B0604020202020204" pitchFamily="34" charset="0"/>
                <a:ea typeface="宋体" panose="02010600030101010101" pitchFamily="2" charset="-122"/>
              </a:rPr>
              <a:t>2+</a:t>
            </a:r>
            <a:r>
              <a:rPr lang="en-US" altLang="zh-CN" sz="2135">
                <a:solidFill>
                  <a:srgbClr val="000000"/>
                </a:solidFill>
                <a:latin typeface="Arial" panose="020B0604020202020204" pitchFamily="34" charset="0"/>
                <a:ea typeface="宋体" panose="02010600030101010101" pitchFamily="2" charset="-122"/>
              </a:rPr>
              <a:t> + 2e</a:t>
            </a:r>
            <a:r>
              <a:rPr lang="en-US" altLang="zh-CN" sz="2135" baseline="30000">
                <a:solidFill>
                  <a:srgbClr val="000000"/>
                </a:solidFill>
                <a:latin typeface="Arial" panose="020B0604020202020204" pitchFamily="34" charset="0"/>
                <a:ea typeface="宋体" panose="02010600030101010101" pitchFamily="2" charset="-122"/>
              </a:rPr>
              <a:t>-</a:t>
            </a:r>
            <a:r>
              <a:rPr lang="en-US" altLang="zh-CN" sz="2135">
                <a:solidFill>
                  <a:srgbClr val="000000"/>
                </a:solidFill>
                <a:latin typeface="Arial" panose="020B0604020202020204" pitchFamily="34" charset="0"/>
                <a:ea typeface="宋体" panose="02010600030101010101" pitchFamily="2" charset="-122"/>
              </a:rPr>
              <a:t> → Cu</a:t>
            </a:r>
            <a:r>
              <a:rPr lang="en-US" altLang="zh-CN" sz="2135" baseline="30000">
                <a:solidFill>
                  <a:srgbClr val="000000"/>
                </a:solidFill>
                <a:latin typeface="Arial" panose="020B0604020202020204" pitchFamily="34" charset="0"/>
                <a:ea typeface="宋体" panose="02010600030101010101" pitchFamily="2" charset="-122"/>
              </a:rPr>
              <a:t>(0)</a:t>
            </a:r>
            <a:r>
              <a:rPr lang="zh-CN" altLang="en-US" sz="2135">
                <a:solidFill>
                  <a:srgbClr val="000000"/>
                </a:solidFill>
                <a:latin typeface="Arial" panose="020B0604020202020204" pitchFamily="34" charset="0"/>
                <a:ea typeface="楷体_GB2312" pitchFamily="49" charset="-122"/>
              </a:rPr>
              <a:t>（一步还原历程的可能性较小）</a:t>
            </a:r>
            <a:endParaRPr lang="zh-CN" altLang="en-US" sz="2135">
              <a:solidFill>
                <a:srgbClr val="000000"/>
              </a:solidFill>
              <a:latin typeface="Arial" panose="020B0604020202020204" pitchFamily="34" charset="0"/>
              <a:ea typeface="楷体_GB2312" pitchFamily="49" charset="-122"/>
            </a:endParaRPr>
          </a:p>
          <a:p>
            <a:pPr defTabSz="812800" eaLnBrk="0" fontAlgn="base" hangingPunct="0">
              <a:lnSpc>
                <a:spcPct val="150000"/>
              </a:lnSpc>
              <a:spcBef>
                <a:spcPct val="0"/>
              </a:spcBef>
              <a:spcAft>
                <a:spcPct val="0"/>
              </a:spcAft>
            </a:pPr>
            <a:r>
              <a:rPr lang="zh-CN" altLang="en-US" sz="2135">
                <a:solidFill>
                  <a:srgbClr val="000000"/>
                </a:solidFill>
                <a:latin typeface="Arial" panose="020B0604020202020204" pitchFamily="34" charset="0"/>
                <a:ea typeface="宋体" panose="02010600030101010101" pitchFamily="2" charset="-122"/>
              </a:rPr>
              <a:t>（</a:t>
            </a:r>
            <a:r>
              <a:rPr lang="en-US" altLang="zh-CN" sz="2135">
                <a:solidFill>
                  <a:srgbClr val="000000"/>
                </a:solidFill>
                <a:latin typeface="Arial" panose="020B0604020202020204" pitchFamily="34" charset="0"/>
                <a:ea typeface="宋体" panose="02010600030101010101" pitchFamily="2" charset="-122"/>
              </a:rPr>
              <a:t>2</a:t>
            </a:r>
            <a:r>
              <a:rPr lang="zh-CN" altLang="en-US" sz="2135">
                <a:solidFill>
                  <a:srgbClr val="000000"/>
                </a:solidFill>
                <a:latin typeface="Arial" panose="020B0604020202020204" pitchFamily="34" charset="0"/>
                <a:ea typeface="宋体" panose="02010600030101010101" pitchFamily="2" charset="-122"/>
              </a:rPr>
              <a:t>）</a:t>
            </a:r>
            <a:r>
              <a:rPr lang="zh-CN" altLang="en-US" sz="2135">
                <a:solidFill>
                  <a:srgbClr val="000000"/>
                </a:solidFill>
                <a:latin typeface="Arial" panose="020B0604020202020204" pitchFamily="34" charset="0"/>
                <a:ea typeface="楷体_GB2312" pitchFamily="49" charset="-122"/>
              </a:rPr>
              <a:t>分步还原历程</a:t>
            </a:r>
            <a:endParaRPr lang="en-US" altLang="zh-CN" sz="2135">
              <a:solidFill>
                <a:srgbClr val="000000"/>
              </a:solidFill>
              <a:latin typeface="Arial" panose="020B0604020202020204" pitchFamily="34" charset="0"/>
              <a:ea typeface="楷体_GB2312" pitchFamily="49" charset="-122"/>
            </a:endParaRPr>
          </a:p>
          <a:p>
            <a:pPr defTabSz="812800" eaLnBrk="0" fontAlgn="base" hangingPunct="0">
              <a:lnSpc>
                <a:spcPct val="150000"/>
              </a:lnSpc>
              <a:spcBef>
                <a:spcPct val="0"/>
              </a:spcBef>
              <a:spcAft>
                <a:spcPct val="0"/>
              </a:spcAft>
            </a:pPr>
            <a:r>
              <a:rPr lang="en-US" altLang="zh-CN" sz="2135">
                <a:solidFill>
                  <a:srgbClr val="000000"/>
                </a:solidFill>
                <a:latin typeface="Arial" panose="020B0604020202020204" pitchFamily="34" charset="0"/>
                <a:ea typeface="宋体" panose="02010600030101010101" pitchFamily="2" charset="-122"/>
              </a:rPr>
              <a:t>          Cu</a:t>
            </a:r>
            <a:r>
              <a:rPr lang="en-US" altLang="zh-CN" sz="2135" baseline="30000">
                <a:solidFill>
                  <a:srgbClr val="000000"/>
                </a:solidFill>
                <a:latin typeface="Arial" panose="020B0604020202020204" pitchFamily="34" charset="0"/>
                <a:ea typeface="宋体" panose="02010600030101010101" pitchFamily="2" charset="-122"/>
              </a:rPr>
              <a:t>2+</a:t>
            </a:r>
            <a:r>
              <a:rPr lang="en-US" altLang="zh-CN" sz="2135">
                <a:solidFill>
                  <a:srgbClr val="000000"/>
                </a:solidFill>
                <a:latin typeface="Arial" panose="020B0604020202020204" pitchFamily="34" charset="0"/>
                <a:ea typeface="宋体" panose="02010600030101010101" pitchFamily="2" charset="-122"/>
              </a:rPr>
              <a:t> + e</a:t>
            </a:r>
            <a:r>
              <a:rPr lang="en-US" altLang="zh-CN" sz="2135" baseline="30000">
                <a:solidFill>
                  <a:srgbClr val="000000"/>
                </a:solidFill>
                <a:latin typeface="Arial" panose="020B0604020202020204" pitchFamily="34" charset="0"/>
                <a:ea typeface="宋体" panose="02010600030101010101" pitchFamily="2" charset="-122"/>
              </a:rPr>
              <a:t>-</a:t>
            </a:r>
            <a:r>
              <a:rPr lang="en-US" altLang="zh-CN" sz="2135">
                <a:solidFill>
                  <a:srgbClr val="000000"/>
                </a:solidFill>
                <a:latin typeface="Arial" panose="020B0604020202020204" pitchFamily="34" charset="0"/>
                <a:ea typeface="宋体" panose="02010600030101010101" pitchFamily="2" charset="-122"/>
              </a:rPr>
              <a:t> → Cu</a:t>
            </a:r>
            <a:r>
              <a:rPr lang="en-US" altLang="zh-CN" sz="2135" baseline="30000">
                <a:solidFill>
                  <a:srgbClr val="000000"/>
                </a:solidFill>
                <a:latin typeface="Arial" panose="020B0604020202020204" pitchFamily="34" charset="0"/>
                <a:ea typeface="宋体" panose="02010600030101010101" pitchFamily="2" charset="-122"/>
              </a:rPr>
              <a:t>+</a:t>
            </a:r>
            <a:r>
              <a:rPr lang="en-US" altLang="zh-CN" sz="2135">
                <a:solidFill>
                  <a:srgbClr val="000000"/>
                </a:solidFill>
                <a:latin typeface="Arial" panose="020B0604020202020204" pitchFamily="34" charset="0"/>
                <a:ea typeface="宋体" panose="02010600030101010101" pitchFamily="2" charset="-122"/>
              </a:rPr>
              <a:t>       (</a:t>
            </a:r>
            <a:r>
              <a:rPr lang="zh-CN" altLang="en-US" sz="2135">
                <a:solidFill>
                  <a:srgbClr val="000000"/>
                </a:solidFill>
                <a:latin typeface="Arial" panose="020B0604020202020204" pitchFamily="34" charset="0"/>
                <a:ea typeface="楷体_GB2312" pitchFamily="49" charset="-122"/>
              </a:rPr>
              <a:t>慢</a:t>
            </a:r>
            <a:r>
              <a:rPr lang="en-US" altLang="zh-CN" sz="2135">
                <a:solidFill>
                  <a:srgbClr val="000000"/>
                </a:solidFill>
                <a:latin typeface="Arial" panose="020B0604020202020204" pitchFamily="34" charset="0"/>
                <a:ea typeface="宋体" panose="02010600030101010101" pitchFamily="2" charset="-122"/>
              </a:rPr>
              <a:t>)</a:t>
            </a:r>
            <a:endParaRPr lang="en-US" altLang="zh-CN" sz="2135">
              <a:solidFill>
                <a:srgbClr val="000000"/>
              </a:solidFill>
              <a:latin typeface="Arial" panose="020B0604020202020204" pitchFamily="34" charset="0"/>
              <a:ea typeface="宋体" panose="02010600030101010101" pitchFamily="2" charset="-122"/>
            </a:endParaRPr>
          </a:p>
          <a:p>
            <a:pPr defTabSz="812800" eaLnBrk="0" fontAlgn="base" hangingPunct="0">
              <a:lnSpc>
                <a:spcPct val="150000"/>
              </a:lnSpc>
              <a:spcBef>
                <a:spcPct val="0"/>
              </a:spcBef>
              <a:spcAft>
                <a:spcPct val="0"/>
              </a:spcAft>
            </a:pPr>
            <a:r>
              <a:rPr lang="en-US" altLang="zh-CN" sz="2135">
                <a:solidFill>
                  <a:srgbClr val="000000"/>
                </a:solidFill>
                <a:latin typeface="Arial" panose="020B0604020202020204" pitchFamily="34" charset="0"/>
                <a:ea typeface="宋体" panose="02010600030101010101" pitchFamily="2" charset="-122"/>
              </a:rPr>
              <a:t>          Cu</a:t>
            </a:r>
            <a:r>
              <a:rPr lang="en-US" altLang="zh-CN" sz="2135" baseline="30000">
                <a:solidFill>
                  <a:srgbClr val="000000"/>
                </a:solidFill>
                <a:latin typeface="Arial" panose="020B0604020202020204" pitchFamily="34" charset="0"/>
                <a:ea typeface="宋体" panose="02010600030101010101" pitchFamily="2" charset="-122"/>
              </a:rPr>
              <a:t>+</a:t>
            </a:r>
            <a:r>
              <a:rPr lang="en-US" altLang="zh-CN" sz="2135">
                <a:solidFill>
                  <a:srgbClr val="000000"/>
                </a:solidFill>
                <a:latin typeface="Arial" panose="020B0604020202020204" pitchFamily="34" charset="0"/>
                <a:ea typeface="宋体" panose="02010600030101010101" pitchFamily="2" charset="-122"/>
              </a:rPr>
              <a:t> + e</a:t>
            </a:r>
            <a:r>
              <a:rPr lang="en-US" altLang="zh-CN" sz="2135" baseline="30000">
                <a:solidFill>
                  <a:srgbClr val="000000"/>
                </a:solidFill>
                <a:latin typeface="Arial" panose="020B0604020202020204" pitchFamily="34" charset="0"/>
                <a:ea typeface="宋体" panose="02010600030101010101" pitchFamily="2" charset="-122"/>
              </a:rPr>
              <a:t>-</a:t>
            </a:r>
            <a:r>
              <a:rPr lang="en-US" altLang="zh-CN" sz="2135">
                <a:solidFill>
                  <a:srgbClr val="000000"/>
                </a:solidFill>
                <a:latin typeface="Arial" panose="020B0604020202020204" pitchFamily="34" charset="0"/>
                <a:ea typeface="宋体" panose="02010600030101010101" pitchFamily="2" charset="-122"/>
              </a:rPr>
              <a:t> → Cu</a:t>
            </a:r>
            <a:r>
              <a:rPr lang="en-US" altLang="zh-CN" sz="2135" baseline="30000">
                <a:solidFill>
                  <a:srgbClr val="000000"/>
                </a:solidFill>
                <a:latin typeface="Arial" panose="020B0604020202020204" pitchFamily="34" charset="0"/>
                <a:ea typeface="宋体" panose="02010600030101010101" pitchFamily="2" charset="-122"/>
              </a:rPr>
              <a:t>(0</a:t>
            </a:r>
            <a:r>
              <a:rPr lang="en-US" altLang="zh-CN" sz="2135">
                <a:solidFill>
                  <a:srgbClr val="000000"/>
                </a:solidFill>
                <a:latin typeface="Arial" panose="020B0604020202020204" pitchFamily="34" charset="0"/>
                <a:ea typeface="宋体" panose="02010600030101010101" pitchFamily="2" charset="-122"/>
              </a:rPr>
              <a:t>)       (</a:t>
            </a:r>
            <a:r>
              <a:rPr lang="zh-CN" altLang="en-US" sz="2135">
                <a:solidFill>
                  <a:srgbClr val="000000"/>
                </a:solidFill>
                <a:latin typeface="Arial" panose="020B0604020202020204" pitchFamily="34" charset="0"/>
                <a:ea typeface="楷体_GB2312" pitchFamily="49" charset="-122"/>
              </a:rPr>
              <a:t>快</a:t>
            </a:r>
            <a:r>
              <a:rPr lang="en-US" altLang="zh-CN" sz="2135">
                <a:solidFill>
                  <a:srgbClr val="000000"/>
                </a:solidFill>
                <a:latin typeface="Arial" panose="020B0604020202020204" pitchFamily="34" charset="0"/>
                <a:ea typeface="宋体" panose="02010600030101010101" pitchFamily="2" charset="-122"/>
              </a:rPr>
              <a:t>)</a:t>
            </a:r>
            <a:endParaRPr lang="en-US" altLang="zh-CN" sz="2135">
              <a:solidFill>
                <a:srgbClr val="000000"/>
              </a:solidFill>
              <a:latin typeface="Arial" panose="020B0604020202020204" pitchFamily="34" charset="0"/>
              <a:ea typeface="宋体" panose="02010600030101010101" pitchFamily="2" charset="-122"/>
            </a:endParaRPr>
          </a:p>
        </p:txBody>
      </p:sp>
      <p:sp>
        <p:nvSpPr>
          <p:cNvPr id="29700" name="Text Box 4"/>
          <p:cNvSpPr txBox="1">
            <a:spLocks noChangeArrowheads="1"/>
          </p:cNvSpPr>
          <p:nvPr/>
        </p:nvSpPr>
        <p:spPr bwMode="auto">
          <a:xfrm>
            <a:off x="636412" y="2674056"/>
            <a:ext cx="5392823" cy="42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812800" eaLnBrk="0" fontAlgn="base" hangingPunct="0">
              <a:spcBef>
                <a:spcPct val="0"/>
              </a:spcBef>
              <a:spcAft>
                <a:spcPct val="0"/>
              </a:spcAft>
            </a:pPr>
            <a:r>
              <a:rPr lang="zh-CN" altLang="en-US" sz="2135" b="1">
                <a:solidFill>
                  <a:srgbClr val="000000"/>
                </a:solidFill>
                <a:latin typeface="Arial" panose="020B0604020202020204" pitchFamily="34" charset="0"/>
                <a:ea typeface="楷体_GB2312" pitchFamily="49" charset="-122"/>
              </a:rPr>
              <a:t>以电镀铜为例：阴极还原反应</a:t>
            </a:r>
            <a:r>
              <a:rPr lang="zh-CN" altLang="en-US" sz="2135" b="1">
                <a:solidFill>
                  <a:srgbClr val="000000"/>
                </a:solidFill>
                <a:latin typeface="Times New Roman" panose="02020603050405020304" pitchFamily="18" charset="0"/>
                <a:ea typeface="楷体_GB2312" pitchFamily="49" charset="-122"/>
              </a:rPr>
              <a:t>可能的历程</a:t>
            </a:r>
            <a:r>
              <a:rPr lang="zh-CN" altLang="en-US" sz="2135" b="1">
                <a:solidFill>
                  <a:srgbClr val="000000"/>
                </a:solidFill>
                <a:latin typeface="Times New Roman" panose="02020603050405020304" pitchFamily="18" charset="0"/>
                <a:ea typeface="宋体" panose="02010600030101010101" pitchFamily="2" charset="-122"/>
              </a:rPr>
              <a:t>：</a:t>
            </a:r>
            <a:endParaRPr lang="zh-CN" altLang="en-US" sz="2135" b="1">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defTabSz="812800" eaLnBrk="0" fontAlgn="base" hangingPunct="0">
              <a:spcBef>
                <a:spcPct val="0"/>
              </a:spcBef>
              <a:spcAft>
                <a:spcPct val="0"/>
              </a:spcAft>
            </a:pPr>
            <a:fld id="{7C3E4B7D-6704-4010-83EA-944C5B38E458}" type="slidenum">
              <a:rPr lang="zh-CN" altLang="en-US">
                <a:solidFill>
                  <a:srgbClr val="FFFFFF"/>
                </a:solidFill>
                <a:latin typeface="Times New Roman" panose="02020603050405020304" pitchFamily="18" charset="0"/>
              </a:rPr>
            </a:fld>
            <a:r>
              <a:rPr lang="en-US" altLang="zh-CN">
                <a:solidFill>
                  <a:srgbClr val="FFFFFF"/>
                </a:solidFill>
                <a:latin typeface="Times New Roman" panose="02020603050405020304" pitchFamily="18" charset="0"/>
              </a:rPr>
              <a:t> of 109 </a:t>
            </a:r>
            <a:endParaRPr lang="en-US" altLang="zh-CN">
              <a:solidFill>
                <a:srgbClr val="FFFFFF"/>
              </a:solidFill>
              <a:latin typeface="Times New Roman" panose="02020603050405020304" pitchFamily="18" charset="0"/>
            </a:endParaRPr>
          </a:p>
        </p:txBody>
      </p:sp>
      <p:pic>
        <p:nvPicPr>
          <p:cNvPr id="307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938867"/>
            <a:ext cx="8610600" cy="2904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3"/>
          <p:cNvSpPr>
            <a:spLocks noGrp="1" noChangeArrowheads="1"/>
          </p:cNvSpPr>
          <p:nvPr>
            <p:ph type="title"/>
          </p:nvPr>
        </p:nvSpPr>
        <p:spPr>
          <a:xfrm>
            <a:off x="529168" y="1010355"/>
            <a:ext cx="6881988" cy="541867"/>
          </a:xfrm>
        </p:spPr>
        <p:txBody>
          <a:bodyPr/>
          <a:lstStyle/>
          <a:p>
            <a:pPr algn="l"/>
            <a:r>
              <a:rPr lang="zh-CN" altLang="en-US">
                <a:ea typeface="宋体" panose="02010600030101010101" pitchFamily="2" charset="-122"/>
              </a:rPr>
              <a:t>金属离子还原的可能性</a:t>
            </a:r>
            <a:endParaRPr lang="zh-CN" altLang="en-US">
              <a:ea typeface="宋体" panose="02010600030101010101" pitchFamily="2" charset="-122"/>
            </a:endParaRPr>
          </a:p>
        </p:txBody>
      </p:sp>
      <p:sp>
        <p:nvSpPr>
          <p:cNvPr id="30724" name="Text Box 4"/>
          <p:cNvSpPr txBox="1">
            <a:spLocks noChangeArrowheads="1"/>
          </p:cNvSpPr>
          <p:nvPr/>
        </p:nvSpPr>
        <p:spPr bwMode="auto">
          <a:xfrm>
            <a:off x="381000" y="4986867"/>
            <a:ext cx="8305800" cy="748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812800" fontAlgn="base">
              <a:spcBef>
                <a:spcPct val="50000"/>
              </a:spcBef>
              <a:spcAft>
                <a:spcPct val="0"/>
              </a:spcAft>
            </a:pPr>
            <a:r>
              <a:rPr lang="zh-CN" altLang="en-US" sz="2135">
                <a:solidFill>
                  <a:srgbClr val="000000"/>
                </a:solidFill>
                <a:latin typeface="Times New Roman" panose="02020603050405020304" pitchFamily="18" charset="0"/>
                <a:ea typeface="楷体_GB2312" pitchFamily="49" charset="-122"/>
              </a:rPr>
              <a:t>        金属离子还原析出的可能性是获得镀层的首要条件，而要获得质量优良的镀层，还要有合理的镀液组成和合理的工艺控制。</a:t>
            </a:r>
            <a:r>
              <a:rPr lang="zh-CN" altLang="en-US" sz="2135">
                <a:solidFill>
                  <a:srgbClr val="000000"/>
                </a:solidFill>
                <a:latin typeface="Times New Roman" panose="02020603050405020304" pitchFamily="18" charset="0"/>
                <a:ea typeface="宋体" panose="02010600030101010101" pitchFamily="2" charset="-122"/>
              </a:rPr>
              <a:t> </a:t>
            </a:r>
            <a:endParaRPr lang="zh-CN" altLang="en-US" sz="2135">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Rectangle 2"/>
          <p:cNvSpPr txBox="1">
            <a:spLocks noChangeArrowheads="1"/>
          </p:cNvSpPr>
          <p:nvPr/>
        </p:nvSpPr>
        <p:spPr>
          <a:xfrm>
            <a:off x="533400" y="381000"/>
            <a:ext cx="8359775" cy="6216650"/>
          </a:xfrm>
          <a:prstGeom prst="rect">
            <a:avLst/>
          </a:prstGeom>
        </p:spPr>
        <p:txBody>
          <a:bodyPr/>
          <a:lst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a:lstStyle>
          <a:p>
            <a:r>
              <a:rPr lang="zh-CN" altLang="en-US" sz="2800"/>
              <a:t>区域</a:t>
            </a:r>
            <a:r>
              <a:rPr lang="en-US" altLang="zh-CN" sz="2800"/>
              <a:t>Ⅰ</a:t>
            </a:r>
            <a:r>
              <a:rPr lang="zh-CN" altLang="en-US" sz="2800"/>
              <a:t>中金属元素的标准电位很负，虽然这些金属的</a:t>
            </a:r>
            <a:r>
              <a:rPr lang="en-US" altLang="zh-CN" sz="2800"/>
              <a:t>J</a:t>
            </a:r>
            <a:r>
              <a:rPr lang="en-US" altLang="zh-CN" sz="2800" baseline="-25000"/>
              <a:t>0</a:t>
            </a:r>
            <a:r>
              <a:rPr lang="zh-CN" altLang="en-US" sz="2800"/>
              <a:t>都很大，但也难以从水溶液中还原为金属，在电极上进行的是氢析出反应。</a:t>
            </a:r>
            <a:endParaRPr lang="zh-CN" altLang="en-US" sz="2800"/>
          </a:p>
          <a:p>
            <a:r>
              <a:rPr lang="zh-CN" altLang="en-US" sz="2800"/>
              <a:t>区域</a:t>
            </a:r>
            <a:r>
              <a:rPr lang="en-US" altLang="zh-CN" sz="2800"/>
              <a:t>Ⅱ</a:t>
            </a:r>
            <a:r>
              <a:rPr lang="zh-CN" altLang="en-US" sz="2800"/>
              <a:t>和区域</a:t>
            </a:r>
            <a:r>
              <a:rPr lang="en-US" altLang="zh-CN" sz="2800"/>
              <a:t>Ⅲ</a:t>
            </a:r>
            <a:r>
              <a:rPr lang="zh-CN" altLang="en-US" sz="2800"/>
              <a:t>中的金属元素的标准电极电位比较正，都能从水溶液中还原为金属</a:t>
            </a:r>
            <a:endParaRPr lang="zh-CN" altLang="en-US" sz="2800"/>
          </a:p>
          <a:p>
            <a:pPr lvl="1"/>
            <a:r>
              <a:rPr lang="zh-CN" altLang="en-US" sz="2600"/>
              <a:t>区域</a:t>
            </a:r>
            <a:r>
              <a:rPr lang="en-US" altLang="zh-CN" sz="2600"/>
              <a:t>Ⅱ</a:t>
            </a:r>
            <a:r>
              <a:rPr lang="zh-CN" altLang="en-US" sz="2600"/>
              <a:t>中金属元素，电极反应的</a:t>
            </a:r>
            <a:r>
              <a:rPr lang="en-US" altLang="zh-CN" sz="2600"/>
              <a:t>J</a:t>
            </a:r>
            <a:r>
              <a:rPr lang="en-US" altLang="zh-CN" sz="2600" baseline="-25000"/>
              <a:t>0</a:t>
            </a:r>
            <a:r>
              <a:rPr lang="zh-CN" altLang="en-US" sz="2600"/>
              <a:t>比较小，极化大，简单金属离子即可实现良好电沉积</a:t>
            </a:r>
            <a:endParaRPr lang="zh-CN" altLang="en-US" sz="2600"/>
          </a:p>
          <a:p>
            <a:pPr lvl="1"/>
            <a:r>
              <a:rPr lang="zh-CN" altLang="en-US" sz="2600">
                <a:latin typeface="Times New Roman" panose="02020603050405020304" pitchFamily="18" charset="0"/>
              </a:rPr>
              <a:t>钼、钨不能单独在水溶液中沉积，而在有铁族金属存在可以以合金形式沉积，称为诱导共沉积</a:t>
            </a:r>
            <a:endParaRPr lang="en-US" altLang="zh-CN" sz="2600">
              <a:latin typeface="Times New Roman" panose="02020603050405020304" pitchFamily="18" charset="0"/>
            </a:endParaRPr>
          </a:p>
          <a:p>
            <a:pPr lvl="1"/>
            <a:r>
              <a:rPr lang="zh-CN" altLang="en-US" sz="2600"/>
              <a:t>区域</a:t>
            </a:r>
            <a:r>
              <a:rPr lang="en-US" altLang="zh-CN" sz="2600"/>
              <a:t>Ⅲ</a:t>
            </a:r>
            <a:r>
              <a:rPr lang="zh-CN" altLang="en-US" sz="2600"/>
              <a:t>中金属的</a:t>
            </a:r>
            <a:r>
              <a:rPr lang="en-US" altLang="zh-CN" sz="2600"/>
              <a:t>J</a:t>
            </a:r>
            <a:r>
              <a:rPr lang="en-US" altLang="zh-CN" sz="2600" baseline="-25000"/>
              <a:t>0</a:t>
            </a:r>
            <a:r>
              <a:rPr lang="zh-CN" altLang="en-US" sz="2600"/>
              <a:t>很大，从其简单盐溶液中沉积这些金属时，得到的镀层，结晶粗大，结构不致密；只有与络合剂形成的络离子还原时才可能造成较大的电化学极化，实现良好电沉积</a:t>
            </a:r>
            <a:endParaRPr lang="zh-CN" altLang="en-US" sz="2600"/>
          </a:p>
          <a:p>
            <a:endParaRPr lang="zh-CN" altLang="en-US" sz="2800"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3" name="图片 2"/>
          <p:cNvPicPr>
            <a:picLocks noChangeAspect="1"/>
          </p:cNvPicPr>
          <p:nvPr/>
        </p:nvPicPr>
        <p:blipFill>
          <a:blip r:embed="rId1"/>
          <a:stretch>
            <a:fillRect/>
          </a:stretch>
        </p:blipFill>
        <p:spPr>
          <a:xfrm>
            <a:off x="384810" y="132715"/>
            <a:ext cx="5487035" cy="899795"/>
          </a:xfrm>
          <a:prstGeom prst="rect">
            <a:avLst/>
          </a:prstGeom>
        </p:spPr>
      </p:pic>
      <p:pic>
        <p:nvPicPr>
          <p:cNvPr id="4" name="图片 3"/>
          <p:cNvPicPr>
            <a:picLocks noChangeAspect="1"/>
          </p:cNvPicPr>
          <p:nvPr/>
        </p:nvPicPr>
        <p:blipFill>
          <a:blip r:embed="rId2"/>
          <a:stretch>
            <a:fillRect/>
          </a:stretch>
        </p:blipFill>
        <p:spPr>
          <a:xfrm>
            <a:off x="11430" y="1502410"/>
            <a:ext cx="9132570" cy="4109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3" name="图片 2"/>
          <p:cNvPicPr>
            <a:picLocks noChangeAspect="1"/>
          </p:cNvPicPr>
          <p:nvPr/>
        </p:nvPicPr>
        <p:blipFill>
          <a:blip r:embed="rId1"/>
          <a:stretch>
            <a:fillRect/>
          </a:stretch>
        </p:blipFill>
        <p:spPr>
          <a:xfrm>
            <a:off x="570230" y="854075"/>
            <a:ext cx="8208645" cy="43103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3" name="图片 2"/>
          <p:cNvPicPr>
            <a:picLocks noChangeAspect="1"/>
          </p:cNvPicPr>
          <p:nvPr/>
        </p:nvPicPr>
        <p:blipFill>
          <a:blip r:embed="rId1"/>
          <a:stretch>
            <a:fillRect/>
          </a:stretch>
        </p:blipFill>
        <p:spPr>
          <a:xfrm>
            <a:off x="0" y="1510030"/>
            <a:ext cx="9149715" cy="36398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3" name="图片 2"/>
          <p:cNvPicPr>
            <a:picLocks noChangeAspect="1"/>
          </p:cNvPicPr>
          <p:nvPr/>
        </p:nvPicPr>
        <p:blipFill>
          <a:blip r:embed="rId1"/>
          <a:stretch>
            <a:fillRect/>
          </a:stretch>
        </p:blipFill>
        <p:spPr>
          <a:xfrm>
            <a:off x="414020" y="878205"/>
            <a:ext cx="8315960" cy="42430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solidFill>
                  <a:schemeClr val="tx1"/>
                </a:solidFill>
              </a:rPr>
            </a:fld>
            <a:r>
              <a:rPr lang="en-US" altLang="zh-CN">
                <a:solidFill>
                  <a:schemeClr val="tx1"/>
                </a:solidFill>
              </a:rPr>
              <a:t> of 109 </a:t>
            </a:r>
            <a:endParaRPr lang="en-US" altLang="zh-CN">
              <a:solidFill>
                <a:schemeClr val="tx1"/>
              </a:solidFill>
            </a:endParaRPr>
          </a:p>
        </p:txBody>
      </p:sp>
      <p:sp>
        <p:nvSpPr>
          <p:cNvPr id="4" name="Rectangle 2"/>
          <p:cNvSpPr txBox="1">
            <a:spLocks noChangeArrowheads="1"/>
          </p:cNvSpPr>
          <p:nvPr/>
        </p:nvSpPr>
        <p:spPr bwMode="auto">
          <a:xfrm>
            <a:off x="685800" y="304800"/>
            <a:ext cx="7391400" cy="7620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a:solidFill>
                  <a:schemeClr val="accent2"/>
                </a:solidFill>
                <a:latin typeface="+mj-lt"/>
                <a:ea typeface="黑体" panose="02010609060101010101" pitchFamily="49" charset="-122"/>
                <a:cs typeface="+mj-cs"/>
              </a:defRPr>
            </a:lvl1pPr>
            <a:lvl2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6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cs typeface="+mj-cs"/>
              </a:rPr>
              <a:t>金属离子阴极还原反应的影响因素</a:t>
            </a:r>
            <a:endParaRPr kumimoji="0" lang="zh-CN" altLang="en-US" sz="36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cs typeface="+mj-cs"/>
            </a:endParaRPr>
          </a:p>
        </p:txBody>
      </p:sp>
      <p:sp>
        <p:nvSpPr>
          <p:cNvPr id="5" name="Rectangle 3"/>
          <p:cNvSpPr txBox="1">
            <a:spLocks noChangeArrowheads="1"/>
          </p:cNvSpPr>
          <p:nvPr/>
        </p:nvSpPr>
        <p:spPr bwMode="auto">
          <a:xfrm>
            <a:off x="304800" y="1273810"/>
            <a:ext cx="8839200" cy="5410200"/>
          </a:xfrm>
          <a:prstGeom prst="rect">
            <a:avLst/>
          </a:prstGeom>
          <a:noFill/>
          <a:ln w="9525">
            <a:solidFill>
              <a:srgbClr val="FFFFFF"/>
            </a:solidFill>
            <a:miter lim="800000"/>
          </a:ln>
        </p:spPr>
        <p:txBody>
          <a:bodyPr vert="horz" wrap="square" lIns="91440" tIns="45720" rIns="91440" bIns="45720" numCol="1" anchor="t" anchorCtr="0" compatLnSpc="1"/>
          <a:lstStyle>
            <a:lvl1pPr marL="342900" indent="-342900" algn="l" rtl="0" eaLnBrk="0" fontAlgn="base" hangingPunct="0">
              <a:lnSpc>
                <a:spcPct val="110000"/>
              </a:lnSpc>
              <a:spcBef>
                <a:spcPct val="20000"/>
              </a:spcBef>
              <a:spcAft>
                <a:spcPct val="0"/>
              </a:spcAft>
              <a:buChar char="•"/>
              <a:defRPr sz="3200">
                <a:solidFill>
                  <a:schemeClr val="accent2"/>
                </a:solidFill>
                <a:latin typeface="+mn-lt"/>
                <a:ea typeface="黑体" panose="02010609060101010101" pitchFamily="49" charset="-122"/>
                <a:cs typeface="+mn-cs"/>
              </a:defRPr>
            </a:lvl1pPr>
            <a:lvl2pPr marL="742950" indent="-285750" algn="l" rtl="0" eaLnBrk="0" fontAlgn="base" hangingPunct="0">
              <a:lnSpc>
                <a:spcPct val="110000"/>
              </a:lnSpc>
              <a:spcBef>
                <a:spcPct val="20000"/>
              </a:spcBef>
              <a:spcAft>
                <a:spcPct val="0"/>
              </a:spcAft>
              <a:buChar char="–"/>
              <a:defRPr sz="2800">
                <a:solidFill>
                  <a:schemeClr val="accent2"/>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accent2"/>
                </a:solidFill>
                <a:latin typeface="+mn-lt"/>
                <a:ea typeface="+mn-ea"/>
              </a:defRPr>
            </a:lvl3pPr>
            <a:lvl4pPr marL="1600200" indent="-228600" algn="l" rtl="0" eaLnBrk="0" fontAlgn="base" hangingPunct="0">
              <a:spcBef>
                <a:spcPct val="20000"/>
              </a:spcBef>
              <a:spcAft>
                <a:spcPct val="0"/>
              </a:spcAft>
              <a:buChar char="–"/>
              <a:defRPr sz="2000">
                <a:solidFill>
                  <a:schemeClr val="accent2"/>
                </a:solidFill>
                <a:latin typeface="+mn-lt"/>
                <a:ea typeface="+mn-ea"/>
              </a:defRPr>
            </a:lvl4pPr>
            <a:lvl5pPr marL="2057400" indent="-228600" algn="l" rtl="0" eaLnBrk="0" fontAlgn="base" hangingPunct="0">
              <a:spcBef>
                <a:spcPct val="20000"/>
              </a:spcBef>
              <a:spcAft>
                <a:spcPct val="0"/>
              </a:spcAft>
              <a:buChar char="»"/>
              <a:defRPr sz="2000">
                <a:solidFill>
                  <a:schemeClr val="accent2"/>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rPr>
              <a:t>阴离子</a:t>
            </a:r>
            <a:endParaRPr kumimoji="0" lang="en-US" altLang="zh-CN" sz="28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主盐的阴离子，如用硫酸镍作为主盐镀镍</a:t>
            </a:r>
            <a:endParaRPr kumimoji="0" lang="en-US" altLang="zh-CN"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L="1143000" marR="0" lvl="2" indent="-228600" algn="l" defTabSz="914400" rtl="0" eaLnBrk="0" fontAlgn="base" latinLnBrk="0" hangingPunct="0">
              <a:lnSpc>
                <a:spcPct val="100000"/>
              </a:lnSpc>
              <a:spcBef>
                <a:spcPct val="20000"/>
              </a:spcBef>
              <a:spcAft>
                <a:spcPct val="0"/>
              </a:spcAft>
              <a:buClrTx/>
              <a:buSzTx/>
              <a:buFontTx/>
              <a:buChar char="•"/>
              <a:defRPr/>
            </a:pPr>
            <a:r>
              <a:rPr kumimoji="0" lang="zh-CN" altLang="en-US"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一些局外电解质的阴离子，如</a:t>
            </a:r>
            <a:r>
              <a:rPr kumimoji="0" lang="en-US" altLang="zh-CN" sz="2400" b="1" i="0" u="none" strike="noStrike" kern="0" cap="none" spc="0" normalizeH="0" baseline="0" noProof="0" dirty="0" err="1">
                <a:ln>
                  <a:noFill/>
                </a:ln>
                <a:solidFill>
                  <a:schemeClr val="tx1"/>
                </a:solidFill>
                <a:effectLst/>
                <a:uLnTx/>
                <a:uFillTx/>
                <a:latin typeface="Arial" panose="020B0604020202020204"/>
                <a:ea typeface="宋体" panose="02010600030101010101" pitchFamily="2" charset="-122"/>
              </a:rPr>
              <a:t>KCl</a:t>
            </a:r>
            <a:r>
              <a:rPr kumimoji="0" lang="zh-CN" altLang="en-US"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a:t>
            </a:r>
            <a:r>
              <a:rPr kumimoji="0" lang="en-US" altLang="zh-CN"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NaCl</a:t>
            </a:r>
            <a:r>
              <a:rPr kumimoji="0" lang="zh-CN" altLang="en-US"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等</a:t>
            </a:r>
            <a:endParaRPr kumimoji="0" lang="zh-CN" altLang="en-US" sz="2400" b="1"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L="742950" marR="0" lvl="1" indent="-285750" algn="l" defTabSz="914400" rtl="0" eaLnBrk="0" fontAlgn="base" latinLnBrk="0" hangingPunct="0">
              <a:lnSpc>
                <a:spcPct val="110000"/>
              </a:lnSpc>
              <a:spcBef>
                <a:spcPct val="20000"/>
              </a:spcBef>
              <a:spcAft>
                <a:spcPct val="0"/>
              </a:spcAft>
              <a:buClrTx/>
              <a:buSzTx/>
              <a:buFontTx/>
              <a:buChar char="–"/>
              <a:defRPr/>
            </a:pPr>
            <a:r>
              <a:rPr kumimoji="0" lang="zh-CN" altLang="en-US" sz="28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rPr>
              <a:t>络合剂</a:t>
            </a:r>
            <a:endParaRPr kumimoji="0" lang="zh-CN" altLang="en-US" sz="28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endParaRPr>
          </a:p>
          <a:p>
            <a:pPr marR="0" lvl="1" indent="-285750" algn="l" defTabSz="914400" rtl="0" eaLnBrk="0" fontAlgn="base" latinLnBrk="0" hangingPunct="0">
              <a:lnSpc>
                <a:spcPct val="110000"/>
              </a:lnSpc>
              <a:spcBef>
                <a:spcPct val="20000"/>
              </a:spcBef>
              <a:buClrTx/>
              <a:buSzTx/>
              <a:buFontTx/>
              <a:buChar char="–"/>
              <a:defRPr/>
            </a:pPr>
            <a:r>
              <a:rPr lang="zh-CN" altLang="en-US" kern="0" noProof="0" dirty="0">
                <a:ln>
                  <a:noFill/>
                </a:ln>
                <a:solidFill>
                  <a:schemeClr val="tx1"/>
                </a:solidFill>
                <a:effectLst/>
                <a:uLnTx/>
                <a:uFillTx/>
                <a:latin typeface="Arial" panose="020B0604020202020204"/>
                <a:sym typeface="+mn-ea"/>
              </a:rPr>
              <a:t>有机表面活性剂</a:t>
            </a:r>
            <a:endParaRPr kumimoji="0" lang="zh-CN" altLang="en-US"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sym typeface="+mn-ea"/>
            </a:endParaRPr>
          </a:p>
          <a:p>
            <a:pPr marR="0" lvl="1" indent="-285750" algn="l" defTabSz="914400" rtl="0" eaLnBrk="0" fontAlgn="base" latinLnBrk="0" hangingPunct="0">
              <a:lnSpc>
                <a:spcPct val="110000"/>
              </a:lnSpc>
              <a:spcBef>
                <a:spcPct val="20000"/>
              </a:spcBef>
              <a:buClrTx/>
              <a:buSzTx/>
              <a:buFontTx/>
              <a:buChar char="–"/>
              <a:defRPr/>
            </a:pPr>
            <a:r>
              <a:rPr lang="zh-CN" altLang="en-US" kern="0" noProof="0" dirty="0">
                <a:ln>
                  <a:noFill/>
                </a:ln>
                <a:solidFill>
                  <a:schemeClr val="tx1"/>
                </a:solidFill>
                <a:effectLst/>
                <a:uLnTx/>
                <a:uFillTx/>
                <a:latin typeface="Arial" panose="020B0604020202020204"/>
                <a:sym typeface="+mn-ea"/>
              </a:rPr>
              <a:t>溶剂</a:t>
            </a:r>
            <a:endParaRPr kumimoji="0" lang="zh-CN" altLang="en-US"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endParaRPr>
          </a:p>
          <a:p>
            <a:pPr marL="0" marR="0" lvl="1" indent="0" algn="l" defTabSz="914400" rtl="0" eaLnBrk="0" fontAlgn="base" latinLnBrk="0" hangingPunct="0">
              <a:lnSpc>
                <a:spcPct val="110000"/>
              </a:lnSpc>
              <a:spcBef>
                <a:spcPct val="20000"/>
              </a:spcBef>
              <a:spcAft>
                <a:spcPct val="0"/>
              </a:spcAft>
              <a:buClrTx/>
              <a:buSzTx/>
              <a:buFontTx/>
              <a:buNone/>
              <a:defRPr/>
            </a:pPr>
            <a:endParaRPr kumimoji="0" lang="zh-CN" altLang="en-US" sz="28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4" name="图片 3"/>
          <p:cNvPicPr>
            <a:picLocks noChangeAspect="1"/>
          </p:cNvPicPr>
          <p:nvPr>
            <p:custDataLst>
              <p:tags r:id="rId1"/>
            </p:custDataLst>
          </p:nvPr>
        </p:nvPicPr>
        <p:blipFill>
          <a:blip r:embed="rId2"/>
          <a:stretch>
            <a:fillRect/>
          </a:stretch>
        </p:blipFill>
        <p:spPr>
          <a:xfrm>
            <a:off x="1224915" y="2371725"/>
            <a:ext cx="6694170" cy="2991485"/>
          </a:xfrm>
          <a:prstGeom prst="rect">
            <a:avLst/>
          </a:prstGeom>
        </p:spPr>
      </p:pic>
      <p:pic>
        <p:nvPicPr>
          <p:cNvPr id="5" name="图片 4"/>
          <p:cNvPicPr>
            <a:picLocks noChangeAspect="1"/>
          </p:cNvPicPr>
          <p:nvPr/>
        </p:nvPicPr>
        <p:blipFill>
          <a:blip r:embed="rId3"/>
          <a:stretch>
            <a:fillRect/>
          </a:stretch>
        </p:blipFill>
        <p:spPr>
          <a:xfrm>
            <a:off x="685800" y="797560"/>
            <a:ext cx="6879590" cy="8267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sp>
        <p:nvSpPr>
          <p:cNvPr id="3" name="Rectangle 2"/>
          <p:cNvSpPr txBox="1">
            <a:spLocks noChangeArrowheads="1"/>
          </p:cNvSpPr>
          <p:nvPr/>
        </p:nvSpPr>
        <p:spPr bwMode="auto">
          <a:xfrm>
            <a:off x="685800" y="304800"/>
            <a:ext cx="6477000" cy="7620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a:solidFill>
                  <a:schemeClr val="accent2"/>
                </a:solidFill>
                <a:latin typeface="+mj-lt"/>
                <a:ea typeface="黑体" panose="02010609060101010101" pitchFamily="49" charset="-122"/>
                <a:cs typeface="+mj-cs"/>
              </a:defRPr>
            </a:lvl1pPr>
            <a:lvl2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0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cs typeface="+mj-cs"/>
              </a:rPr>
              <a:t>金属络离子的还原</a:t>
            </a:r>
            <a:endParaRPr kumimoji="0" lang="zh-CN" altLang="en-US" sz="40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cs typeface="+mj-cs"/>
            </a:endParaRPr>
          </a:p>
        </p:txBody>
      </p:sp>
      <p:pic>
        <p:nvPicPr>
          <p:cNvPr id="4" name="图片 3"/>
          <p:cNvPicPr>
            <a:picLocks noChangeAspect="1"/>
          </p:cNvPicPr>
          <p:nvPr/>
        </p:nvPicPr>
        <p:blipFill>
          <a:blip r:embed="rId1"/>
          <a:stretch>
            <a:fillRect/>
          </a:stretch>
        </p:blipFill>
        <p:spPr>
          <a:xfrm>
            <a:off x="831215" y="1429385"/>
            <a:ext cx="7773670" cy="39998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0"/>
          </p:nvPr>
        </p:nvSpPr>
        <p:spPr/>
        <p:txBody>
          <a:bodyPr/>
          <a:p>
            <a:fld id="{2C1AD398-3F62-4EC2-9308-65F899E6DB1A}" type="slidenum">
              <a:rPr lang="zh-CN" altLang="en-US"/>
            </a:fld>
            <a:r>
              <a:rPr lang="en-US" altLang="zh-CN"/>
              <a:t> of 109 </a:t>
            </a:r>
            <a:endParaRPr lang="en-US" altLang="zh-CN"/>
          </a:p>
        </p:txBody>
      </p:sp>
      <p:pic>
        <p:nvPicPr>
          <p:cNvPr id="4" name="图片 3"/>
          <p:cNvPicPr>
            <a:picLocks noChangeAspect="1"/>
          </p:cNvPicPr>
          <p:nvPr/>
        </p:nvPicPr>
        <p:blipFill>
          <a:blip r:embed="rId1"/>
          <a:stretch>
            <a:fillRect/>
          </a:stretch>
        </p:blipFill>
        <p:spPr>
          <a:xfrm>
            <a:off x="722630" y="817880"/>
            <a:ext cx="8046720" cy="43033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Rectangle 2"/>
          <p:cNvSpPr txBox="1">
            <a:spLocks noChangeArrowheads="1"/>
          </p:cNvSpPr>
          <p:nvPr/>
        </p:nvSpPr>
        <p:spPr bwMode="auto">
          <a:xfrm>
            <a:off x="685800" y="304800"/>
            <a:ext cx="6477000" cy="762000"/>
          </a:xfrm>
          <a:prstGeom prst="rect">
            <a:avLst/>
          </a:prstGeom>
          <a:noFill/>
          <a:ln w="9525">
            <a:noFill/>
            <a:miter lim="800000"/>
          </a:ln>
        </p:spPr>
        <p:txBody>
          <a:bodyPr vert="horz" wrap="square" lIns="91440" tIns="45720" rIns="91440" bIns="45720" numCol="1" anchor="ctr" anchorCtr="0" compatLnSpc="1"/>
          <a:lstStyle>
            <a:lvl1pPr algn="l" rtl="0" eaLnBrk="0" fontAlgn="base" hangingPunct="0">
              <a:spcBef>
                <a:spcPct val="0"/>
              </a:spcBef>
              <a:spcAft>
                <a:spcPct val="0"/>
              </a:spcAft>
              <a:defRPr sz="4000">
                <a:solidFill>
                  <a:schemeClr val="accent2"/>
                </a:solidFill>
                <a:latin typeface="+mj-lt"/>
                <a:ea typeface="黑体" panose="02010609060101010101" pitchFamily="49" charset="-122"/>
                <a:cs typeface="+mj-cs"/>
              </a:defRPr>
            </a:lvl1pPr>
            <a:lvl2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4000">
                <a:solidFill>
                  <a:schemeClr val="accent2"/>
                </a:solidFill>
                <a:latin typeface="Arial" panose="020B0604020202020204" pitchFamily="34" charset="0"/>
                <a:ea typeface="黑体" panose="02010609060101010101" pitchFamily="49" charset="-122"/>
              </a:defRPr>
            </a:lvl5pPr>
            <a:lvl6pPr marL="4572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6pPr>
            <a:lvl7pPr marL="9144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7pPr>
            <a:lvl8pPr marL="13716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8pPr>
            <a:lvl9pPr marL="1828800" algn="l" rtl="0" fontAlgn="base">
              <a:spcBef>
                <a:spcPct val="0"/>
              </a:spcBef>
              <a:spcAft>
                <a:spcPct val="0"/>
              </a:spcAft>
              <a:defRPr sz="3200" b="1">
                <a:solidFill>
                  <a:schemeClr val="tx2"/>
                </a:solidFill>
                <a:latin typeface="Arial" panose="020B0604020202020204" pitchFamily="34" charset="0"/>
                <a:ea typeface="华文中宋" panose="0201060004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0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cs typeface="+mj-cs"/>
              </a:rPr>
              <a:t>溶剂</a:t>
            </a:r>
            <a:endParaRPr kumimoji="0" lang="zh-CN" altLang="en-US" sz="4000" b="0" i="0" u="none" strike="noStrike" kern="0" cap="none" spc="0" normalizeH="0" baseline="0" noProof="0" dirty="0">
              <a:ln>
                <a:noFill/>
              </a:ln>
              <a:solidFill>
                <a:schemeClr val="tx1"/>
              </a:solidFill>
              <a:effectLst/>
              <a:uLnTx/>
              <a:uFillTx/>
              <a:latin typeface="Arial" panose="020B0604020202020204"/>
              <a:ea typeface="黑体" panose="02010609060101010101" pitchFamily="49" charset="-122"/>
              <a:cs typeface="+mj-cs"/>
            </a:endParaRPr>
          </a:p>
        </p:txBody>
      </p:sp>
      <p:sp>
        <p:nvSpPr>
          <p:cNvPr id="4" name="Rectangle 3"/>
          <p:cNvSpPr txBox="1">
            <a:spLocks noChangeArrowheads="1"/>
          </p:cNvSpPr>
          <p:nvPr/>
        </p:nvSpPr>
        <p:spPr bwMode="auto">
          <a:xfrm>
            <a:off x="457200" y="4929188"/>
            <a:ext cx="8534400" cy="162401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0000"/>
              </a:lnSpc>
              <a:spcBef>
                <a:spcPct val="20000"/>
              </a:spcBef>
              <a:spcAft>
                <a:spcPct val="0"/>
              </a:spcAft>
              <a:buChar char="•"/>
              <a:defRPr sz="3200">
                <a:solidFill>
                  <a:schemeClr val="accent2"/>
                </a:solidFill>
                <a:latin typeface="+mn-lt"/>
                <a:ea typeface="黑体" panose="02010609060101010101" pitchFamily="49" charset="-122"/>
                <a:cs typeface="+mn-cs"/>
              </a:defRPr>
            </a:lvl1pPr>
            <a:lvl2pPr marL="742950" indent="-285750" algn="l" rtl="0" eaLnBrk="0" fontAlgn="base" hangingPunct="0">
              <a:lnSpc>
                <a:spcPct val="110000"/>
              </a:lnSpc>
              <a:spcBef>
                <a:spcPct val="20000"/>
              </a:spcBef>
              <a:spcAft>
                <a:spcPct val="0"/>
              </a:spcAft>
              <a:buChar char="–"/>
              <a:defRPr sz="2800">
                <a:solidFill>
                  <a:schemeClr val="accent2"/>
                </a:solidFill>
                <a:latin typeface="+mn-lt"/>
                <a:ea typeface="黑体" panose="02010609060101010101" pitchFamily="49" charset="-122"/>
              </a:defRPr>
            </a:lvl2pPr>
            <a:lvl3pPr marL="1143000" indent="-228600" algn="l" rtl="0" eaLnBrk="0" fontAlgn="base" hangingPunct="0">
              <a:spcBef>
                <a:spcPct val="20000"/>
              </a:spcBef>
              <a:spcAft>
                <a:spcPct val="0"/>
              </a:spcAft>
              <a:buChar char="•"/>
              <a:defRPr sz="2400">
                <a:solidFill>
                  <a:schemeClr val="accent2"/>
                </a:solidFill>
                <a:latin typeface="+mn-lt"/>
                <a:ea typeface="+mn-ea"/>
              </a:defRPr>
            </a:lvl3pPr>
            <a:lvl4pPr marL="1600200" indent="-228600" algn="l" rtl="0" eaLnBrk="0" fontAlgn="base" hangingPunct="0">
              <a:spcBef>
                <a:spcPct val="20000"/>
              </a:spcBef>
              <a:spcAft>
                <a:spcPct val="0"/>
              </a:spcAft>
              <a:buChar char="–"/>
              <a:defRPr sz="2000">
                <a:solidFill>
                  <a:schemeClr val="accent2"/>
                </a:solidFill>
                <a:latin typeface="+mn-lt"/>
                <a:ea typeface="+mn-ea"/>
              </a:defRPr>
            </a:lvl4pPr>
            <a:lvl5pPr marL="2057400" indent="-228600" algn="l" rtl="0" eaLnBrk="0" fontAlgn="base" hangingPunct="0">
              <a:spcBef>
                <a:spcPct val="20000"/>
              </a:spcBef>
              <a:spcAft>
                <a:spcPct val="0"/>
              </a:spcAft>
              <a:buChar char="»"/>
              <a:defRPr sz="2000">
                <a:solidFill>
                  <a:schemeClr val="accent2"/>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r>
              <a:rPr lang="en-US" altLang="zh-CN" sz="2800" kern="0">
                <a:solidFill>
                  <a:schemeClr val="tx1"/>
                </a:solidFill>
                <a:latin typeface="Times New Roman" panose="02020603050405020304" pitchFamily="18" charset="0"/>
              </a:rPr>
              <a:t>Li</a:t>
            </a:r>
            <a:r>
              <a:rPr lang="zh-CN" altLang="en-US" sz="2800" kern="0">
                <a:solidFill>
                  <a:schemeClr val="tx1"/>
                </a:solidFill>
                <a:latin typeface="Times New Roman" panose="02020603050405020304" pitchFamily="18" charset="0"/>
              </a:rPr>
              <a:t>，</a:t>
            </a:r>
            <a:r>
              <a:rPr lang="en-US" altLang="zh-CN" sz="2800" kern="0">
                <a:solidFill>
                  <a:schemeClr val="tx1"/>
                </a:solidFill>
                <a:latin typeface="Times New Roman" panose="02020603050405020304" pitchFamily="18" charset="0"/>
              </a:rPr>
              <a:t>Al</a:t>
            </a:r>
            <a:r>
              <a:rPr lang="zh-CN" altLang="en-US" sz="2800" kern="0">
                <a:solidFill>
                  <a:schemeClr val="tx1"/>
                </a:solidFill>
                <a:latin typeface="Times New Roman" panose="02020603050405020304" pitchFamily="18" charset="0"/>
              </a:rPr>
              <a:t>，</a:t>
            </a:r>
            <a:r>
              <a:rPr lang="en-US" altLang="zh-CN" sz="2800" kern="0">
                <a:solidFill>
                  <a:schemeClr val="tx1"/>
                </a:solidFill>
                <a:latin typeface="Times New Roman" panose="02020603050405020304" pitchFamily="18" charset="0"/>
              </a:rPr>
              <a:t>Mg</a:t>
            </a:r>
            <a:r>
              <a:rPr lang="zh-CN" altLang="en-US" sz="2800" kern="0">
                <a:solidFill>
                  <a:schemeClr val="tx1"/>
                </a:solidFill>
                <a:latin typeface="Times New Roman" panose="02020603050405020304" pitchFamily="18" charset="0"/>
              </a:rPr>
              <a:t>等金属不能自水溶液中电沉积，但可从适当的有机溶剂中电沉积出来</a:t>
            </a:r>
            <a:endParaRPr lang="zh-CN" altLang="en-US" sz="2800" kern="0">
              <a:solidFill>
                <a:schemeClr val="tx1"/>
              </a:solidFill>
              <a:latin typeface="Times New Roman" panose="02020603050405020304" pitchFamily="18" charset="0"/>
            </a:endParaRPr>
          </a:p>
        </p:txBody>
      </p:sp>
      <p:pic>
        <p:nvPicPr>
          <p:cNvPr id="5" name="Picture 4"/>
          <p:cNvPicPr>
            <a:picLocks noChangeAspect="1" noChangeArrowheads="1"/>
          </p:cNvPicPr>
          <p:nvPr/>
        </p:nvPicPr>
        <p:blipFill>
          <a:blip r:embed="rId1"/>
          <a:srcRect/>
          <a:stretch>
            <a:fillRect/>
          </a:stretch>
        </p:blipFill>
        <p:spPr bwMode="auto">
          <a:xfrm>
            <a:off x="914400" y="1828800"/>
            <a:ext cx="7848600" cy="2754313"/>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Rectangle 2"/>
          <p:cNvSpPr txBox="1">
            <a:spLocks noChangeArrowheads="1"/>
          </p:cNvSpPr>
          <p:nvPr/>
        </p:nvSpPr>
        <p:spPr>
          <a:xfrm>
            <a:off x="685800" y="304800"/>
            <a:ext cx="6477000" cy="762000"/>
          </a:xfrm>
          <a:prstGeom prst="rect">
            <a:avLst/>
          </a:prstGeom>
        </p:spPr>
        <p:txBody>
          <a:bodyPr/>
          <a:lstStyle>
            <a:lvl1pPr algn="ctr" rtl="0" eaLnBrk="0" fontAlgn="base" hangingPunct="0">
              <a:spcBef>
                <a:spcPct val="0"/>
              </a:spcBef>
              <a:spcAft>
                <a:spcPct val="0"/>
              </a:spcAft>
              <a:defRPr sz="3555" b="1" kern="1200">
                <a:solidFill>
                  <a:schemeClr val="tx1"/>
                </a:solidFill>
                <a:latin typeface="+mj-lt"/>
                <a:ea typeface="+mj-ea"/>
                <a:cs typeface="+mj-cs"/>
              </a:defRPr>
            </a:lvl1pPr>
            <a:lvl2pPr algn="ctr" rtl="0" eaLnBrk="0" fontAlgn="base" hangingPunct="0">
              <a:spcBef>
                <a:spcPct val="0"/>
              </a:spcBef>
              <a:spcAft>
                <a:spcPct val="0"/>
              </a:spcAft>
              <a:defRPr sz="3555" b="1">
                <a:solidFill>
                  <a:schemeClr val="tx1"/>
                </a:solidFill>
                <a:latin typeface="Times New Roman" panose="02020603050405020304" pitchFamily="18" charset="0"/>
              </a:defRPr>
            </a:lvl2pPr>
            <a:lvl3pPr algn="ctr" rtl="0" eaLnBrk="0" fontAlgn="base" hangingPunct="0">
              <a:spcBef>
                <a:spcPct val="0"/>
              </a:spcBef>
              <a:spcAft>
                <a:spcPct val="0"/>
              </a:spcAft>
              <a:defRPr sz="3555" b="1">
                <a:solidFill>
                  <a:schemeClr val="tx1"/>
                </a:solidFill>
                <a:latin typeface="Times New Roman" panose="02020603050405020304" pitchFamily="18" charset="0"/>
              </a:defRPr>
            </a:lvl3pPr>
            <a:lvl4pPr algn="ctr" rtl="0" eaLnBrk="0" fontAlgn="base" hangingPunct="0">
              <a:spcBef>
                <a:spcPct val="0"/>
              </a:spcBef>
              <a:spcAft>
                <a:spcPct val="0"/>
              </a:spcAft>
              <a:defRPr sz="3555" b="1">
                <a:solidFill>
                  <a:schemeClr val="tx1"/>
                </a:solidFill>
                <a:latin typeface="Times New Roman" panose="02020603050405020304" pitchFamily="18" charset="0"/>
              </a:defRPr>
            </a:lvl4pPr>
            <a:lvl5pPr algn="ctr" rtl="0" eaLnBrk="0" fontAlgn="base" hangingPunct="0">
              <a:spcBef>
                <a:spcPct val="0"/>
              </a:spcBef>
              <a:spcAft>
                <a:spcPct val="0"/>
              </a:spcAft>
              <a:defRPr sz="3555" b="1">
                <a:solidFill>
                  <a:schemeClr val="tx1"/>
                </a:solidFill>
                <a:latin typeface="Times New Roman" panose="02020603050405020304" pitchFamily="18" charset="0"/>
              </a:defRPr>
            </a:lvl5pPr>
            <a:lvl6pPr marL="406400" algn="ctr" rtl="0" eaLnBrk="0" fontAlgn="base" hangingPunct="0">
              <a:spcBef>
                <a:spcPct val="0"/>
              </a:spcBef>
              <a:spcAft>
                <a:spcPct val="0"/>
              </a:spcAft>
              <a:defRPr sz="3555" b="1">
                <a:solidFill>
                  <a:schemeClr val="tx1"/>
                </a:solidFill>
                <a:latin typeface="Times New Roman" panose="02020603050405020304" pitchFamily="18" charset="0"/>
              </a:defRPr>
            </a:lvl6pPr>
            <a:lvl7pPr marL="812800" algn="ctr" rtl="0" eaLnBrk="0" fontAlgn="base" hangingPunct="0">
              <a:spcBef>
                <a:spcPct val="0"/>
              </a:spcBef>
              <a:spcAft>
                <a:spcPct val="0"/>
              </a:spcAft>
              <a:defRPr sz="3555" b="1">
                <a:solidFill>
                  <a:schemeClr val="tx1"/>
                </a:solidFill>
                <a:latin typeface="Times New Roman" panose="02020603050405020304" pitchFamily="18" charset="0"/>
              </a:defRPr>
            </a:lvl7pPr>
            <a:lvl8pPr marL="1219200" algn="ctr" rtl="0" eaLnBrk="0" fontAlgn="base" hangingPunct="0">
              <a:spcBef>
                <a:spcPct val="0"/>
              </a:spcBef>
              <a:spcAft>
                <a:spcPct val="0"/>
              </a:spcAft>
              <a:defRPr sz="3555" b="1">
                <a:solidFill>
                  <a:schemeClr val="tx1"/>
                </a:solidFill>
                <a:latin typeface="Times New Roman" panose="02020603050405020304" pitchFamily="18" charset="0"/>
              </a:defRPr>
            </a:lvl8pPr>
            <a:lvl9pPr marL="1625600" algn="ctr" rtl="0" eaLnBrk="0" fontAlgn="base" hangingPunct="0">
              <a:spcBef>
                <a:spcPct val="0"/>
              </a:spcBef>
              <a:spcAft>
                <a:spcPct val="0"/>
              </a:spcAft>
              <a:defRPr sz="3555" b="1">
                <a:solidFill>
                  <a:schemeClr val="tx1"/>
                </a:solidFill>
                <a:latin typeface="Times New Roman" panose="02020603050405020304" pitchFamily="18" charset="0"/>
              </a:defRPr>
            </a:lvl9pPr>
          </a:lstStyle>
          <a:p>
            <a:r>
              <a:rPr lang="zh-CN" altLang="en-US" sz="3600"/>
              <a:t>有机表面活性剂</a:t>
            </a:r>
            <a:endParaRPr lang="zh-CN" altLang="en-US" sz="3600" dirty="0"/>
          </a:p>
        </p:txBody>
      </p:sp>
      <p:sp>
        <p:nvSpPr>
          <p:cNvPr id="4" name="Rectangle 3"/>
          <p:cNvSpPr txBox="1">
            <a:spLocks noChangeArrowheads="1"/>
          </p:cNvSpPr>
          <p:nvPr/>
        </p:nvSpPr>
        <p:spPr>
          <a:xfrm>
            <a:off x="457200" y="1557338"/>
            <a:ext cx="8435975" cy="4751387"/>
          </a:xfrm>
          <a:prstGeom prst="rect">
            <a:avLst/>
          </a:prstGeom>
        </p:spPr>
        <p:txBody>
          <a:bodyPr/>
          <a:lst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a:lstStyle>
          <a:p>
            <a:r>
              <a:rPr lang="zh-CN" altLang="en-US" sz="2800" dirty="0"/>
              <a:t>电镀工艺中，</a:t>
            </a:r>
            <a:r>
              <a:rPr lang="zh-CN" altLang="en-US" sz="2800" dirty="0">
                <a:solidFill>
                  <a:srgbClr val="FF0000"/>
                </a:solidFill>
              </a:rPr>
              <a:t>大部分有机添加剂的作用机理是增大电化学极化和增大新晶核的形成速度，使镀层细致均匀</a:t>
            </a:r>
            <a:endParaRPr lang="zh-CN" altLang="en-US" sz="2800" dirty="0">
              <a:solidFill>
                <a:srgbClr val="FF0000"/>
              </a:solidFill>
            </a:endParaRPr>
          </a:p>
          <a:p>
            <a:r>
              <a:rPr lang="zh-CN" altLang="en-US" sz="2800" dirty="0"/>
              <a:t>有些添加剂能促进某些晶面的择优取向，改进镀层光亮程度</a:t>
            </a:r>
            <a:endParaRPr lang="zh-CN" altLang="en-US" sz="2800" dirty="0"/>
          </a:p>
          <a:p>
            <a:r>
              <a:rPr lang="zh-CN" altLang="en-US" sz="2800" dirty="0"/>
              <a:t>有些能阻化或活化电极反应</a:t>
            </a:r>
            <a:endParaRPr lang="zh-CN" altLang="en-US" sz="2800" dirty="0"/>
          </a:p>
          <a:p>
            <a:r>
              <a:rPr lang="zh-CN" altLang="en-US" sz="2800" dirty="0"/>
              <a:t>有些能影响镀层内应力，或影响气泡在镀层上的附着能力</a:t>
            </a:r>
            <a:endParaRPr lang="zh-CN"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2C1AD398-3F62-4EC2-9308-65F899E6DB1A}" type="slidenum">
              <a:rPr lang="zh-CN" altLang="en-US" smtClean="0"/>
            </a:fld>
            <a:r>
              <a:rPr lang="en-US" altLang="zh-CN"/>
              <a:t> of 109 </a:t>
            </a:r>
            <a:endParaRPr lang="en-US" altLang="zh-CN"/>
          </a:p>
        </p:txBody>
      </p:sp>
      <p:sp>
        <p:nvSpPr>
          <p:cNvPr id="3" name="Rectangle 2"/>
          <p:cNvSpPr txBox="1">
            <a:spLocks noChangeArrowheads="1"/>
          </p:cNvSpPr>
          <p:nvPr/>
        </p:nvSpPr>
        <p:spPr>
          <a:xfrm>
            <a:off x="457200" y="1600200"/>
            <a:ext cx="8229600" cy="4924425"/>
          </a:xfrm>
          <a:prstGeom prst="rect">
            <a:avLst/>
          </a:prstGeom>
        </p:spPr>
        <p:txBody>
          <a:bodyPr/>
          <a:lstStyle>
            <a:lvl1pPr marL="304800" indent="-304800" algn="l" rtl="0" eaLnBrk="0" fontAlgn="base" hangingPunct="0">
              <a:spcBef>
                <a:spcPct val="20000"/>
              </a:spcBef>
              <a:spcAft>
                <a:spcPct val="0"/>
              </a:spcAft>
              <a:buChar char="•"/>
              <a:defRPr sz="2135" kern="1200">
                <a:solidFill>
                  <a:schemeClr val="tx1"/>
                </a:solidFill>
                <a:latin typeface="+mn-lt"/>
                <a:ea typeface="+mn-ea"/>
                <a:cs typeface="+mn-cs"/>
              </a:defRPr>
            </a:lvl1pPr>
            <a:lvl2pPr marL="660400" indent="-254000" algn="l" rtl="0" eaLnBrk="0" fontAlgn="base" hangingPunct="0">
              <a:spcBef>
                <a:spcPct val="20000"/>
              </a:spcBef>
              <a:spcAft>
                <a:spcPct val="0"/>
              </a:spcAft>
              <a:buChar char="–"/>
              <a:defRPr sz="1780" kern="1200">
                <a:solidFill>
                  <a:schemeClr val="tx1"/>
                </a:solidFill>
                <a:latin typeface="+mn-lt"/>
                <a:ea typeface="+mn-ea"/>
                <a:cs typeface="+mn-cs"/>
              </a:defRPr>
            </a:lvl2pPr>
            <a:lvl3pPr marL="1016000" indent="-203200" algn="l" rtl="0" eaLnBrk="0" fontAlgn="base" hangingPunct="0">
              <a:spcBef>
                <a:spcPct val="20000"/>
              </a:spcBef>
              <a:spcAft>
                <a:spcPct val="0"/>
              </a:spcAft>
              <a:buChar char="•"/>
              <a:defRPr kern="1200">
                <a:solidFill>
                  <a:schemeClr val="tx1"/>
                </a:solidFill>
                <a:latin typeface="+mn-lt"/>
                <a:ea typeface="+mn-ea"/>
                <a:cs typeface="+mn-cs"/>
              </a:defRPr>
            </a:lvl3pPr>
            <a:lvl4pPr marL="1422400" indent="-203200" algn="l" rtl="0" eaLnBrk="0" fontAlgn="base" hangingPunct="0">
              <a:spcBef>
                <a:spcPct val="20000"/>
              </a:spcBef>
              <a:spcAft>
                <a:spcPct val="0"/>
              </a:spcAft>
              <a:buChar char="–"/>
              <a:defRPr sz="1420" kern="1200">
                <a:solidFill>
                  <a:schemeClr val="tx1"/>
                </a:solidFill>
                <a:latin typeface="+mn-lt"/>
                <a:ea typeface="+mn-ea"/>
                <a:cs typeface="+mn-cs"/>
              </a:defRPr>
            </a:lvl4pPr>
            <a:lvl5pPr marL="1828800" indent="-203200" algn="l" rtl="0" eaLnBrk="0" fontAlgn="base" hangingPunct="0">
              <a:spcBef>
                <a:spcPct val="20000"/>
              </a:spcBef>
              <a:spcAft>
                <a:spcPct val="0"/>
              </a:spcAft>
              <a:buChar char="»"/>
              <a:defRPr sz="1420" kern="1200">
                <a:solidFill>
                  <a:schemeClr val="tx1"/>
                </a:solidFill>
                <a:latin typeface="+mn-lt"/>
                <a:ea typeface="+mn-ea"/>
                <a:cs typeface="+mn-cs"/>
              </a:defRPr>
            </a:lvl5pPr>
            <a:lvl6pPr marL="22352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6pPr>
            <a:lvl7pPr marL="26416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7pPr>
            <a:lvl8pPr marL="30480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8pPr>
            <a:lvl9pPr marL="3454400" indent="-203200" algn="l" defTabSz="812800" rtl="0" eaLnBrk="1" latinLnBrk="0" hangingPunct="1">
              <a:lnSpc>
                <a:spcPct val="90000"/>
              </a:lnSpc>
              <a:spcBef>
                <a:spcPts val="445"/>
              </a:spcBef>
              <a:buFont typeface="Arial" panose="020B0604020202020204" pitchFamily="34" charset="0"/>
              <a:buChar char="•"/>
              <a:defRPr sz="1600" kern="1200">
                <a:solidFill>
                  <a:schemeClr val="tx1"/>
                </a:solidFill>
                <a:latin typeface="+mn-lt"/>
                <a:ea typeface="+mn-ea"/>
                <a:cs typeface="+mn-cs"/>
              </a:defRPr>
            </a:lvl9pPr>
          </a:lstStyle>
          <a:p>
            <a:pPr>
              <a:lnSpc>
                <a:spcPct val="150000"/>
              </a:lnSpc>
            </a:pPr>
            <a:r>
              <a:rPr lang="zh-CN" altLang="en-US" sz="2800" dirty="0">
                <a:solidFill>
                  <a:srgbClr val="FF0000"/>
                </a:solidFill>
              </a:rPr>
              <a:t>优点</a:t>
            </a:r>
            <a:r>
              <a:rPr lang="zh-CN" altLang="en-US" sz="2800" dirty="0"/>
              <a:t>：加入浓度小，成本较低，对溶液中金属离子的化学性质没有影响，一般不具有毒性等。</a:t>
            </a:r>
            <a:endParaRPr lang="zh-CN" altLang="en-US" sz="2800" dirty="0"/>
          </a:p>
          <a:p>
            <a:pPr>
              <a:lnSpc>
                <a:spcPct val="150000"/>
              </a:lnSpc>
            </a:pPr>
            <a:r>
              <a:rPr lang="zh-CN" altLang="en-US" sz="2800" dirty="0">
                <a:solidFill>
                  <a:srgbClr val="FF0000"/>
                </a:solidFill>
              </a:rPr>
              <a:t>缺点</a:t>
            </a:r>
            <a:r>
              <a:rPr lang="zh-CN" altLang="en-US" sz="2800" dirty="0"/>
              <a:t>：容易引起夹杂使镀层的纯度和机械性能下降，不宜在高温下使用。容易产生泡沫并由此引起新的废水处理问题，以及浓度的测定和控制较为困难等。</a:t>
            </a:r>
            <a:endParaRPr lang="zh-CN" altLang="en-US" sz="2800" dirty="0"/>
          </a:p>
        </p:txBody>
      </p:sp>
      <p:sp>
        <p:nvSpPr>
          <p:cNvPr id="4" name="Rectangle 2"/>
          <p:cNvSpPr txBox="1">
            <a:spLocks noChangeArrowheads="1"/>
          </p:cNvSpPr>
          <p:nvPr/>
        </p:nvSpPr>
        <p:spPr>
          <a:xfrm>
            <a:off x="533400" y="533400"/>
            <a:ext cx="6477000" cy="762000"/>
          </a:xfrm>
          <a:prstGeom prst="rect">
            <a:avLst/>
          </a:prstGeom>
        </p:spPr>
        <p:txBody>
          <a:bodyPr/>
          <a:lstStyle>
            <a:lvl1pPr algn="ctr" rtl="0" eaLnBrk="0" fontAlgn="base" hangingPunct="0">
              <a:spcBef>
                <a:spcPct val="0"/>
              </a:spcBef>
              <a:spcAft>
                <a:spcPct val="0"/>
              </a:spcAft>
              <a:defRPr sz="3555" b="1" kern="1200">
                <a:solidFill>
                  <a:schemeClr val="tx1"/>
                </a:solidFill>
                <a:latin typeface="+mj-lt"/>
                <a:ea typeface="+mj-ea"/>
                <a:cs typeface="+mj-cs"/>
              </a:defRPr>
            </a:lvl1pPr>
            <a:lvl2pPr algn="ctr" rtl="0" eaLnBrk="0" fontAlgn="base" hangingPunct="0">
              <a:spcBef>
                <a:spcPct val="0"/>
              </a:spcBef>
              <a:spcAft>
                <a:spcPct val="0"/>
              </a:spcAft>
              <a:defRPr sz="3555" b="1">
                <a:solidFill>
                  <a:schemeClr val="tx1"/>
                </a:solidFill>
                <a:latin typeface="Times New Roman" panose="02020603050405020304" pitchFamily="18" charset="0"/>
              </a:defRPr>
            </a:lvl2pPr>
            <a:lvl3pPr algn="ctr" rtl="0" eaLnBrk="0" fontAlgn="base" hangingPunct="0">
              <a:spcBef>
                <a:spcPct val="0"/>
              </a:spcBef>
              <a:spcAft>
                <a:spcPct val="0"/>
              </a:spcAft>
              <a:defRPr sz="3555" b="1">
                <a:solidFill>
                  <a:schemeClr val="tx1"/>
                </a:solidFill>
                <a:latin typeface="Times New Roman" panose="02020603050405020304" pitchFamily="18" charset="0"/>
              </a:defRPr>
            </a:lvl3pPr>
            <a:lvl4pPr algn="ctr" rtl="0" eaLnBrk="0" fontAlgn="base" hangingPunct="0">
              <a:spcBef>
                <a:spcPct val="0"/>
              </a:spcBef>
              <a:spcAft>
                <a:spcPct val="0"/>
              </a:spcAft>
              <a:defRPr sz="3555" b="1">
                <a:solidFill>
                  <a:schemeClr val="tx1"/>
                </a:solidFill>
                <a:latin typeface="Times New Roman" panose="02020603050405020304" pitchFamily="18" charset="0"/>
              </a:defRPr>
            </a:lvl4pPr>
            <a:lvl5pPr algn="ctr" rtl="0" eaLnBrk="0" fontAlgn="base" hangingPunct="0">
              <a:spcBef>
                <a:spcPct val="0"/>
              </a:spcBef>
              <a:spcAft>
                <a:spcPct val="0"/>
              </a:spcAft>
              <a:defRPr sz="3555" b="1">
                <a:solidFill>
                  <a:schemeClr val="tx1"/>
                </a:solidFill>
                <a:latin typeface="Times New Roman" panose="02020603050405020304" pitchFamily="18" charset="0"/>
              </a:defRPr>
            </a:lvl5pPr>
            <a:lvl6pPr marL="406400" algn="ctr" rtl="0" eaLnBrk="0" fontAlgn="base" hangingPunct="0">
              <a:spcBef>
                <a:spcPct val="0"/>
              </a:spcBef>
              <a:spcAft>
                <a:spcPct val="0"/>
              </a:spcAft>
              <a:defRPr sz="3555" b="1">
                <a:solidFill>
                  <a:schemeClr val="tx1"/>
                </a:solidFill>
                <a:latin typeface="Times New Roman" panose="02020603050405020304" pitchFamily="18" charset="0"/>
              </a:defRPr>
            </a:lvl6pPr>
            <a:lvl7pPr marL="812800" algn="ctr" rtl="0" eaLnBrk="0" fontAlgn="base" hangingPunct="0">
              <a:spcBef>
                <a:spcPct val="0"/>
              </a:spcBef>
              <a:spcAft>
                <a:spcPct val="0"/>
              </a:spcAft>
              <a:defRPr sz="3555" b="1">
                <a:solidFill>
                  <a:schemeClr val="tx1"/>
                </a:solidFill>
                <a:latin typeface="Times New Roman" panose="02020603050405020304" pitchFamily="18" charset="0"/>
              </a:defRPr>
            </a:lvl7pPr>
            <a:lvl8pPr marL="1219200" algn="ctr" rtl="0" eaLnBrk="0" fontAlgn="base" hangingPunct="0">
              <a:spcBef>
                <a:spcPct val="0"/>
              </a:spcBef>
              <a:spcAft>
                <a:spcPct val="0"/>
              </a:spcAft>
              <a:defRPr sz="3555" b="1">
                <a:solidFill>
                  <a:schemeClr val="tx1"/>
                </a:solidFill>
                <a:latin typeface="Times New Roman" panose="02020603050405020304" pitchFamily="18" charset="0"/>
              </a:defRPr>
            </a:lvl8pPr>
            <a:lvl9pPr marL="1625600" algn="ctr" rtl="0" eaLnBrk="0" fontAlgn="base" hangingPunct="0">
              <a:spcBef>
                <a:spcPct val="0"/>
              </a:spcBef>
              <a:spcAft>
                <a:spcPct val="0"/>
              </a:spcAft>
              <a:defRPr sz="3555" b="1">
                <a:solidFill>
                  <a:schemeClr val="tx1"/>
                </a:solidFill>
                <a:latin typeface="Times New Roman" panose="02020603050405020304" pitchFamily="18" charset="0"/>
              </a:defRPr>
            </a:lvl9pPr>
          </a:lstStyle>
          <a:p>
            <a:r>
              <a:rPr lang="zh-CN" altLang="en-US" sz="3600"/>
              <a:t>有机表面活性剂</a:t>
            </a:r>
            <a:endParaRPr lang="zh-CN" alt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5" name="图片 4"/>
          <p:cNvPicPr>
            <a:picLocks noChangeAspect="1"/>
          </p:cNvPicPr>
          <p:nvPr/>
        </p:nvPicPr>
        <p:blipFill>
          <a:blip r:embed="rId1"/>
          <a:stretch>
            <a:fillRect/>
          </a:stretch>
        </p:blipFill>
        <p:spPr>
          <a:xfrm>
            <a:off x="855345" y="1416050"/>
            <a:ext cx="8181340" cy="4025265"/>
          </a:xfrm>
          <a:prstGeom prst="rect">
            <a:avLst/>
          </a:prstGeom>
        </p:spPr>
      </p:pic>
      <p:pic>
        <p:nvPicPr>
          <p:cNvPr id="6" name="图片 5"/>
          <p:cNvPicPr>
            <a:picLocks noChangeAspect="1"/>
          </p:cNvPicPr>
          <p:nvPr/>
        </p:nvPicPr>
        <p:blipFill>
          <a:blip r:embed="rId2"/>
          <a:stretch>
            <a:fillRect/>
          </a:stretch>
        </p:blipFill>
        <p:spPr>
          <a:xfrm>
            <a:off x="443865" y="309880"/>
            <a:ext cx="5563235" cy="6457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6"/>
          <p:cNvSpPr>
            <a:spLocks noGrp="1" noChangeArrowheads="1"/>
          </p:cNvSpPr>
          <p:nvPr>
            <p:ph type="sldNum" sz="quarter" idx="12"/>
          </p:nvPr>
        </p:nvSpPr>
        <p:spPr bwMode="auto">
          <a:xfrm>
            <a:off x="7010400" y="6381750"/>
            <a:ext cx="2133600" cy="476250"/>
          </a:xfrm>
          <a:prstGeom prst="rect">
            <a:avLst/>
          </a:prstGeom>
          <a:noFill/>
          <a:ln w="9525">
            <a:noFill/>
            <a:miter lim="800000"/>
          </a:ln>
          <a:effectLst/>
        </p:spPr>
        <p:txBody>
          <a:bodyPr vert="horz" wrap="square" lIns="91440" tIns="45720" rIns="91440" bIns="45720" numCol="1" anchor="t" anchorCtr="0" compatLnSpc="1"/>
          <a:lstStyle>
            <a:defPPr>
              <a:defRPr lang="zh-CN"/>
            </a:defPPr>
            <a:lvl1pPr algn="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B63AEE90-FEF6-43A8-AF52-7A93EB18677B}" type="slidenum">
              <a:rPr lang="en-US" altLang="zh-CN" smtClean="0"/>
            </a:fld>
            <a:endParaRPr lang="en-US" altLang="zh-CN"/>
          </a:p>
        </p:txBody>
      </p:sp>
      <p:sp>
        <p:nvSpPr>
          <p:cNvPr id="82947" name="Rectangle 2"/>
          <p:cNvSpPr>
            <a:spLocks noGrp="1" noChangeArrowheads="1"/>
          </p:cNvSpPr>
          <p:nvPr>
            <p:ph type="title"/>
          </p:nvPr>
        </p:nvSpPr>
        <p:spPr/>
        <p:txBody>
          <a:bodyPr/>
          <a:lstStyle/>
          <a:p>
            <a:r>
              <a:rPr lang="zh-CN" altLang="en-US" dirty="0"/>
              <a:t>电结晶过程</a:t>
            </a:r>
            <a:endParaRPr lang="zh-CN" altLang="en-US" dirty="0"/>
          </a:p>
        </p:txBody>
      </p:sp>
      <p:sp>
        <p:nvSpPr>
          <p:cNvPr id="82948" name="Rectangle 3"/>
          <p:cNvSpPr>
            <a:spLocks noGrp="1" noChangeArrowheads="1"/>
          </p:cNvSpPr>
          <p:nvPr>
            <p:ph type="body" idx="1"/>
          </p:nvPr>
        </p:nvSpPr>
        <p:spPr>
          <a:xfrm>
            <a:off x="1328102" y="1741026"/>
            <a:ext cx="7016907" cy="4114800"/>
          </a:xfrm>
        </p:spPr>
        <p:txBody>
          <a:bodyPr/>
          <a:lstStyle/>
          <a:p>
            <a:pPr>
              <a:lnSpc>
                <a:spcPct val="150000"/>
              </a:lnSpc>
            </a:pPr>
            <a:r>
              <a:rPr lang="zh-CN" altLang="en-US" sz="2400" dirty="0"/>
              <a:t>结晶：物质从液态或气态形成晶体的过程。</a:t>
            </a:r>
            <a:endParaRPr lang="zh-CN" altLang="en-US" sz="2400" dirty="0"/>
          </a:p>
          <a:p>
            <a:pPr>
              <a:lnSpc>
                <a:spcPct val="150000"/>
              </a:lnSpc>
            </a:pPr>
            <a:r>
              <a:rPr lang="zh-CN" altLang="en-US" sz="2400" dirty="0"/>
              <a:t>电化学结晶：在电极表面生成金属晶体覆盖层的电化学过程。 </a:t>
            </a:r>
            <a:endParaRPr lang="zh-CN" altLang="en-US" sz="2400" dirty="0"/>
          </a:p>
          <a:p>
            <a:pPr>
              <a:lnSpc>
                <a:spcPct val="150000"/>
              </a:lnSpc>
            </a:pPr>
            <a:r>
              <a:rPr lang="zh-CN" altLang="en-US" sz="2400" dirty="0"/>
              <a:t>晶核：结晶过程的开始阶段，一些结晶物质分子相互靠近，按一定的取向关系聚集形成的亚微观聚集体。</a:t>
            </a:r>
            <a:endParaRPr lang="zh-CN" altLang="en-US" sz="2400"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7" name="图片 6"/>
          <p:cNvPicPr>
            <a:picLocks noChangeAspect="1"/>
          </p:cNvPicPr>
          <p:nvPr/>
        </p:nvPicPr>
        <p:blipFill>
          <a:blip r:embed="rId1"/>
          <a:stretch>
            <a:fillRect/>
          </a:stretch>
        </p:blipFill>
        <p:spPr>
          <a:xfrm>
            <a:off x="315595" y="471805"/>
            <a:ext cx="4655820" cy="751205"/>
          </a:xfrm>
          <a:prstGeom prst="rect">
            <a:avLst/>
          </a:prstGeom>
        </p:spPr>
      </p:pic>
      <p:pic>
        <p:nvPicPr>
          <p:cNvPr id="8" name="图片 7"/>
          <p:cNvPicPr>
            <a:picLocks noChangeAspect="1"/>
          </p:cNvPicPr>
          <p:nvPr/>
        </p:nvPicPr>
        <p:blipFill>
          <a:blip r:embed="rId2"/>
          <a:stretch>
            <a:fillRect/>
          </a:stretch>
        </p:blipFill>
        <p:spPr>
          <a:xfrm>
            <a:off x="589915" y="2000885"/>
            <a:ext cx="8418830" cy="27724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fld id="{4719874D-E5BB-4418-84F9-FDDB8765DF78}" type="slidenum">
              <a:rPr lang="zh-CN" altLang="en-US"/>
            </a:fld>
            <a:r>
              <a:rPr lang="en-US" altLang="zh-CN"/>
              <a:t> of 109 </a:t>
            </a:r>
            <a:endParaRPr lang="en-US" altLang="zh-CN"/>
          </a:p>
        </p:txBody>
      </p:sp>
      <p:pic>
        <p:nvPicPr>
          <p:cNvPr id="5" name="图片 4"/>
          <p:cNvPicPr>
            <a:picLocks noChangeAspect="1"/>
          </p:cNvPicPr>
          <p:nvPr/>
        </p:nvPicPr>
        <p:blipFill>
          <a:blip r:embed="rId1"/>
          <a:stretch>
            <a:fillRect/>
          </a:stretch>
        </p:blipFill>
        <p:spPr>
          <a:xfrm>
            <a:off x="920750" y="1780540"/>
            <a:ext cx="7302500" cy="3646170"/>
          </a:xfrm>
          <a:prstGeom prst="rect">
            <a:avLst/>
          </a:prstGeom>
        </p:spPr>
      </p:pic>
      <p:pic>
        <p:nvPicPr>
          <p:cNvPr id="6" name="图片 5"/>
          <p:cNvPicPr>
            <a:picLocks noChangeAspect="1"/>
          </p:cNvPicPr>
          <p:nvPr/>
        </p:nvPicPr>
        <p:blipFill>
          <a:blip r:embed="rId2"/>
          <a:stretch>
            <a:fillRect/>
          </a:stretch>
        </p:blipFill>
        <p:spPr>
          <a:xfrm>
            <a:off x="742950" y="624205"/>
            <a:ext cx="4545965" cy="742950"/>
          </a:xfrm>
          <a:prstGeom prst="rect">
            <a:avLst/>
          </a:prstGeom>
        </p:spPr>
      </p:pic>
    </p:spTree>
  </p:cSld>
  <p:clrMapOvr>
    <a:masterClrMapping/>
  </p:clrMapOvr>
</p:sld>
</file>

<file path=ppt/tags/tag1.xml><?xml version="1.0" encoding="utf-8"?>
<p:tagLst xmlns:p="http://schemas.openxmlformats.org/presentationml/2006/main">
  <p:tag name="KSO_WM_UNIT_PLACING_PICTURE_USER_VIEWPORT" val="{&quot;height&quot;:2835,&quot;width&quot;:6345}"/>
</p:tagLst>
</file>

<file path=ppt/tags/tag2.xml><?xml version="1.0" encoding="utf-8"?>
<p:tagLst xmlns:p="http://schemas.openxmlformats.org/presentationml/2006/main">
  <p:tag name="KSO_WPP_MARK_KEY" val="ea615225-2c32-40b0-b24a-76bda2ef322c"/>
  <p:tag name="COMMONDATA" val="eyJoZGlkIjoiODIyZGQ3MzI3NDI1MDU1N2YyZWRhMDJkZThkMjhmMDY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1788</Words>
  <Application>WPS 演示</Application>
  <PresentationFormat>全屏显示(4:3)</PresentationFormat>
  <Paragraphs>169</Paragraphs>
  <Slides>26</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26</vt:i4>
      </vt:variant>
    </vt:vector>
  </HeadingPairs>
  <TitlesOfParts>
    <vt:vector size="42" baseType="lpstr">
      <vt:lpstr>Arial</vt:lpstr>
      <vt:lpstr>宋体</vt:lpstr>
      <vt:lpstr>Wingdings</vt:lpstr>
      <vt:lpstr>Times New Roman</vt:lpstr>
      <vt:lpstr>Times New Roman</vt:lpstr>
      <vt:lpstr>楷体_GB2312</vt:lpstr>
      <vt:lpstr>新宋体</vt:lpstr>
      <vt:lpstr>黑体</vt:lpstr>
      <vt:lpstr>微软雅黑</vt:lpstr>
      <vt:lpstr>Arial Unicode MS</vt:lpstr>
      <vt:lpstr>Calibri</vt:lpstr>
      <vt:lpstr>Courier New</vt:lpstr>
      <vt:lpstr>华文中宋</vt:lpstr>
      <vt:lpstr>Arial</vt:lpstr>
      <vt:lpstr>自定义设计方案</vt:lpstr>
      <vt:lpstr>Blank Presentation</vt:lpstr>
      <vt:lpstr>PowerPoint 演示文稿</vt:lpstr>
      <vt:lpstr>4.1  电  镀</vt:lpstr>
      <vt:lpstr>4.0   电镀概述</vt:lpstr>
      <vt:lpstr>PowerPoint 演示文稿</vt:lpstr>
      <vt:lpstr>PowerPoint 演示文稿</vt:lpstr>
      <vt:lpstr>PowerPoint 演示文稿</vt:lpstr>
      <vt:lpstr>PowerPoint 演示文稿</vt:lpstr>
      <vt:lpstr>①．液相传质： </vt:lpstr>
      <vt:lpstr>PowerPoint 演示文稿</vt:lpstr>
      <vt:lpstr>金属离子还原的可能性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电结晶过程</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yj</dc:creator>
  <cp:lastModifiedBy>无际</cp:lastModifiedBy>
  <cp:revision>46</cp:revision>
  <dcterms:created xsi:type="dcterms:W3CDTF">2020-02-17T00:33:00Z</dcterms:created>
  <dcterms:modified xsi:type="dcterms:W3CDTF">2025-11-07T01:56:03Z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A420E48EC80B4B0DB4F5F44B44497299</vt:lpwstr>
  </property>
  <property fmtid="{D5CDD505-2E9C-101B-9397-08002B2CF9AE}" pid="3" name="KSOProductBuildVer">
    <vt:lpwstr>2052-12.1.0.23542</vt:lpwstr>
  </property>
</Properties>
</file>