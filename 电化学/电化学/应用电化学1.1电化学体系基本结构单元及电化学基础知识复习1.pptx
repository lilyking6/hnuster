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7" r:id="rId3"/>
    <p:sldId id="261" r:id="rId4"/>
    <p:sldId id="260" r:id="rId5"/>
    <p:sldId id="267" r:id="rId6"/>
    <p:sldId id="1434" r:id="rId7"/>
    <p:sldId id="981" r:id="rId8"/>
    <p:sldId id="982" r:id="rId9"/>
    <p:sldId id="983" r:id="rId10"/>
    <p:sldId id="984" r:id="rId11"/>
    <p:sldId id="985" r:id="rId12"/>
    <p:sldId id="986" r:id="rId13"/>
    <p:sldId id="987" r:id="rId14"/>
    <p:sldId id="988" r:id="rId15"/>
    <p:sldId id="1027" r:id="rId16"/>
    <p:sldId id="1413" r:id="rId17"/>
    <p:sldId id="1414" r:id="rId18"/>
    <p:sldId id="1415" r:id="rId19"/>
    <p:sldId id="1416" r:id="rId20"/>
    <p:sldId id="1417" r:id="rId21"/>
    <p:sldId id="1418" r:id="rId22"/>
    <p:sldId id="998" r:id="rId23"/>
    <p:sldId id="1000" r:id="rId24"/>
    <p:sldId id="1026" r:id="rId25"/>
    <p:sldId id="999" r:id="rId26"/>
    <p:sldId id="1025" r:id="rId27"/>
    <p:sldId id="1001" r:id="rId28"/>
    <p:sldId id="1002" r:id="rId29"/>
    <p:sldId id="1003" r:id="rId30"/>
    <p:sldId id="1004" r:id="rId31"/>
    <p:sldId id="1005" r:id="rId32"/>
    <p:sldId id="1393" r:id="rId33"/>
    <p:sldId id="1394" r:id="rId34"/>
    <p:sldId id="1400" r:id="rId36"/>
    <p:sldId id="1412" r:id="rId37"/>
    <p:sldId id="1419" r:id="rId38"/>
    <p:sldId id="1420" r:id="rId39"/>
    <p:sldId id="1421" r:id="rId40"/>
    <p:sldId id="1422" r:id="rId41"/>
    <p:sldId id="1423" r:id="rId42"/>
    <p:sldId id="1425" r:id="rId43"/>
    <p:sldId id="1424" r:id="rId44"/>
    <p:sldId id="1426" r:id="rId45"/>
    <p:sldId id="1431" r:id="rId46"/>
    <p:sldId id="1432" r:id="rId47"/>
    <p:sldId id="1427" r:id="rId48"/>
    <p:sldId id="1429" r:id="rId49"/>
    <p:sldId id="1428" r:id="rId50"/>
    <p:sldId id="1430" r:id="rId51"/>
    <p:sldId id="1409" r:id="rId52"/>
    <p:sldId id="1408" r:id="rId53"/>
    <p:sldId id="1410" r:id="rId54"/>
    <p:sldId id="1435" r:id="rId55"/>
    <p:sldId id="1436" r:id="rId56"/>
    <p:sldId id="1437" r:id="rId57"/>
    <p:sldId id="1438" r:id="rId58"/>
    <p:sldId id="1439" r:id="rId59"/>
    <p:sldId id="1440" r:id="rId60"/>
    <p:sldId id="1441" r:id="rId61"/>
    <p:sldId id="1442" r:id="rId62"/>
    <p:sldId id="1443" r:id="rId63"/>
    <p:sldId id="1444" r:id="rId64"/>
    <p:sldId id="1445" r:id="rId65"/>
    <p:sldId id="1446" r:id="rId66"/>
    <p:sldId id="1447" r:id="rId67"/>
  </p:sldIdLst>
  <p:sldSz cx="9144000" cy="6858000" type="screen4x3"/>
  <p:notesSz cx="6858000" cy="9144000"/>
  <p:custDataLst>
    <p:tags r:id="rId72"/>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60" userDrawn="1">
          <p15:clr>
            <a:srgbClr val="A4A3A4"/>
          </p15:clr>
        </p15:guide>
        <p15:guide id="2" pos="28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11"/>
    <p:restoredTop sz="94709"/>
  </p:normalViewPr>
  <p:slideViewPr>
    <p:cSldViewPr showGuides="1">
      <p:cViewPr varScale="1">
        <p:scale>
          <a:sx n="56" d="100"/>
          <a:sy n="56" d="100"/>
        </p:scale>
        <p:origin x="90" y="960"/>
      </p:cViewPr>
      <p:guideLst>
        <p:guide orient="horz" pos="2260"/>
        <p:guide pos="287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2" Type="http://schemas.openxmlformats.org/officeDocument/2006/relationships/tags" Target="tags/tag11.xml"/><Relationship Id="rId71" Type="http://schemas.openxmlformats.org/officeDocument/2006/relationships/commentAuthors" Target="commentAuthors.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9-18T11:42:30.699" idx="3">
    <p:pos x="10" y="10"/>
    <p:text/>
  </p:cm>
</p:cmLst>
</file>

<file path=ppt/drawings/_rels/vmlDrawing1.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52716E8E-9F40-488C-B2C8-F598D235E806}" type="datetimeFigureOut">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80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880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4ACFD4E-E7F6-4FE1-B89A-91A679E56EB2}"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2"/>
          <p:cNvSpPr/>
          <p:nvPr/>
        </p:nvSpPr>
        <p:spPr>
          <a:xfrm>
            <a:off x="20638" y="12700"/>
            <a:ext cx="8896350" cy="6780213"/>
          </a:xfrm>
          <a:custGeom>
            <a:avLst/>
            <a:gdLst/>
            <a:ahLst/>
            <a:cxnLst>
              <a:cxn ang="0">
                <a:pos x="6300000" y="0"/>
              </a:cxn>
              <a:cxn ang="0">
                <a:pos x="0" y="1826667"/>
              </a:cxn>
              <a:cxn ang="0">
                <a:pos x="4842204" y="6780213"/>
              </a:cxn>
              <a:cxn ang="0">
                <a:pos x="8896350" y="2107693"/>
              </a:cxn>
              <a:cxn ang="0">
                <a:pos x="6300000" y="0"/>
              </a:cxn>
              <a:cxn ang="0">
                <a:pos x="6300000" y="0"/>
              </a:cxn>
            </a:cxnLst>
            <a:rect l="0" t="0" r="0" b="0"/>
            <a:pathLst>
              <a:path w="3985" h="3619">
                <a:moveTo>
                  <a:pt x="2822" y="0"/>
                </a:moveTo>
                <a:lnTo>
                  <a:pt x="0" y="975"/>
                </a:lnTo>
                <a:lnTo>
                  <a:pt x="2169" y="3619"/>
                </a:lnTo>
                <a:lnTo>
                  <a:pt x="3985" y="1125"/>
                </a:lnTo>
                <a:lnTo>
                  <a:pt x="2822" y="0"/>
                </a:lnTo>
                <a:lnTo>
                  <a:pt x="2822" y="0"/>
                </a:lnTo>
                <a:close/>
              </a:path>
            </a:pathLst>
          </a:custGeom>
          <a:solidFill>
            <a:schemeClr val="accent1">
              <a:alpha val="100000"/>
            </a:schemeClr>
          </a:solidFill>
          <a:ln w="9525">
            <a:noFill/>
          </a:ln>
        </p:spPr>
        <p:txBody>
          <a:bodyPr/>
          <a:lstStyle/>
          <a:p>
            <a:endParaRPr lang="zh-CN" altLang="en-US"/>
          </a:p>
        </p:txBody>
      </p:sp>
      <p:grpSp>
        <p:nvGrpSpPr>
          <p:cNvPr id="2051" name="Group 8"/>
          <p:cNvGrpSpPr/>
          <p:nvPr/>
        </p:nvGrpSpPr>
        <p:grpSpPr>
          <a:xfrm>
            <a:off x="195263" y="234950"/>
            <a:ext cx="3787775" cy="1778000"/>
            <a:chOff x="123" y="148"/>
            <a:chExt cx="2386" cy="1120"/>
          </a:xfrm>
        </p:grpSpPr>
        <p:sp>
          <p:nvSpPr>
            <p:cNvPr id="2069" name="Freeform 9"/>
            <p:cNvSpPr/>
            <p:nvPr userDrawn="1"/>
          </p:nvSpPr>
          <p:spPr>
            <a:xfrm>
              <a:off x="177" y="177"/>
              <a:ext cx="2250" cy="1017"/>
            </a:xfrm>
            <a:custGeom>
              <a:avLst/>
              <a:gdLst/>
              <a:ahLst/>
              <a:cxnLst>
                <a:cxn ang="0">
                  <a:pos x="2250" y="970"/>
                </a:cxn>
                <a:cxn ang="0">
                  <a:pos x="2012" y="781"/>
                </a:cxn>
                <a:cxn ang="0">
                  <a:pos x="1576" y="516"/>
                </a:cxn>
                <a:cxn ang="0">
                  <a:pos x="201" y="0"/>
                </a:cxn>
                <a:cxn ang="0">
                  <a:pos x="65" y="49"/>
                </a:cxn>
                <a:cxn ang="0">
                  <a:pos x="0" y="204"/>
                </a:cxn>
                <a:cxn ang="0">
                  <a:pos x="79" y="381"/>
                </a:cxn>
                <a:cxn ang="0">
                  <a:pos x="1615" y="1005"/>
                </a:cxn>
                <a:cxn ang="0">
                  <a:pos x="1952" y="965"/>
                </a:cxn>
                <a:cxn ang="0">
                  <a:pos x="2224" y="1017"/>
                </a:cxn>
                <a:cxn ang="0">
                  <a:pos x="2250" y="970"/>
                </a:cxn>
                <a:cxn ang="0">
                  <a:pos x="2250" y="97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a:p>
          </p:txBody>
        </p:sp>
        <p:sp>
          <p:nvSpPr>
            <p:cNvPr id="2070" name="Freeform 10"/>
            <p:cNvSpPr/>
            <p:nvPr userDrawn="1"/>
          </p:nvSpPr>
          <p:spPr>
            <a:xfrm>
              <a:off x="166" y="261"/>
              <a:ext cx="2244" cy="1007"/>
            </a:xfrm>
            <a:custGeom>
              <a:avLst/>
              <a:gdLst/>
              <a:ahLst/>
              <a:cxnLst>
                <a:cxn ang="0">
                  <a:pos x="194" y="0"/>
                </a:cxn>
                <a:cxn ang="0">
                  <a:pos x="1883" y="637"/>
                </a:cxn>
                <a:cxn ang="0">
                  <a:pos x="2020" y="783"/>
                </a:cxn>
                <a:cxn ang="0">
                  <a:pos x="2244" y="971"/>
                </a:cxn>
                <a:cxn ang="0">
                  <a:pos x="2214" y="1007"/>
                </a:cxn>
                <a:cxn ang="0">
                  <a:pos x="1910" y="965"/>
                </a:cxn>
                <a:cxn ang="0">
                  <a:pos x="1620" y="995"/>
                </a:cxn>
                <a:cxn ang="0">
                  <a:pos x="59" y="366"/>
                </a:cxn>
                <a:cxn ang="0">
                  <a:pos x="0" y="184"/>
                </a:cxn>
                <a:cxn ang="0">
                  <a:pos x="65" y="39"/>
                </a:cxn>
                <a:cxn ang="0">
                  <a:pos x="194" y="0"/>
                </a:cxn>
                <a:cxn ang="0">
                  <a:pos x="19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a:p>
          </p:txBody>
        </p:sp>
        <p:sp>
          <p:nvSpPr>
            <p:cNvPr id="2071" name="Freeform 11"/>
            <p:cNvSpPr/>
            <p:nvPr userDrawn="1"/>
          </p:nvSpPr>
          <p:spPr>
            <a:xfrm>
              <a:off x="474" y="344"/>
              <a:ext cx="1488" cy="919"/>
            </a:xfrm>
            <a:custGeom>
              <a:avLst/>
              <a:gdLst/>
              <a:ahLst/>
              <a:cxnLst>
                <a:cxn ang="0">
                  <a:pos x="0" y="400"/>
                </a:cxn>
                <a:cxn ang="0">
                  <a:pos x="1308" y="919"/>
                </a:cxn>
                <a:cxn ang="0">
                  <a:pos x="1332" y="657"/>
                </a:cxn>
                <a:cxn ang="0">
                  <a:pos x="1488" y="519"/>
                </a:cxn>
                <a:cxn ang="0">
                  <a:pos x="111" y="0"/>
                </a:cxn>
                <a:cxn ang="0">
                  <a:pos x="0" y="156"/>
                </a:cxn>
                <a:cxn ang="0">
                  <a:pos x="0" y="400"/>
                </a:cxn>
                <a:cxn ang="0">
                  <a:pos x="0" y="400"/>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grpSp>
          <p:nvGrpSpPr>
            <p:cNvPr id="2072" name="Group 12"/>
            <p:cNvGrpSpPr/>
            <p:nvPr userDrawn="1"/>
          </p:nvGrpSpPr>
          <p:grpSpPr>
            <a:xfrm>
              <a:off x="123" y="148"/>
              <a:ext cx="2386" cy="1081"/>
              <a:chOff x="123" y="148"/>
              <a:chExt cx="2386" cy="1081"/>
            </a:xfrm>
          </p:grpSpPr>
          <p:sp>
            <p:nvSpPr>
              <p:cNvPr id="2073" name="Freeform 13"/>
              <p:cNvSpPr/>
              <p:nvPr userDrawn="1"/>
            </p:nvSpPr>
            <p:spPr>
              <a:xfrm>
                <a:off x="2005" y="934"/>
                <a:ext cx="212" cy="214"/>
              </a:xfrm>
              <a:custGeom>
                <a:avLst/>
                <a:gdLst/>
                <a:ahLst/>
                <a:cxnLst>
                  <a:cxn ang="0">
                    <a:pos x="155" y="0"/>
                  </a:cxn>
                  <a:cxn ang="0">
                    <a:pos x="57" y="82"/>
                  </a:cxn>
                  <a:cxn ang="0">
                    <a:pos x="0" y="214"/>
                  </a:cxn>
                  <a:cxn ang="0">
                    <a:pos x="113" y="198"/>
                  </a:cxn>
                  <a:cxn ang="0">
                    <a:pos x="146" y="104"/>
                  </a:cxn>
                  <a:cxn ang="0">
                    <a:pos x="212" y="33"/>
                  </a:cxn>
                  <a:cxn ang="0">
                    <a:pos x="155" y="0"/>
                  </a:cxn>
                  <a:cxn ang="0">
                    <a:pos x="1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2074" name="Freeform 14"/>
              <p:cNvSpPr/>
              <p:nvPr userDrawn="1"/>
            </p:nvSpPr>
            <p:spPr>
              <a:xfrm>
                <a:off x="123" y="148"/>
                <a:ext cx="2386" cy="1081"/>
              </a:xfrm>
              <a:custGeom>
                <a:avLst/>
                <a:gdLst/>
                <a:ahLst/>
                <a:cxnLst>
                  <a:cxn ang="0">
                    <a:pos x="221" y="0"/>
                  </a:cxn>
                  <a:cxn ang="0">
                    <a:pos x="89" y="64"/>
                  </a:cxn>
                  <a:cxn ang="0">
                    <a:pos x="0" y="256"/>
                  </a:cxn>
                  <a:cxn ang="0">
                    <a:pos x="95" y="440"/>
                  </a:cxn>
                  <a:cxn ang="0">
                    <a:pos x="1675" y="1065"/>
                  </a:cxn>
                  <a:cxn ang="0">
                    <a:pos x="2015" y="1026"/>
                  </a:cxn>
                  <a:cxn ang="0">
                    <a:pos x="2290" y="1081"/>
                  </a:cxn>
                  <a:cxn ang="0">
                    <a:pos x="2386" y="993"/>
                  </a:cxn>
                  <a:cxn ang="0">
                    <a:pos x="2128" y="816"/>
                  </a:cxn>
                  <a:cxn ang="0">
                    <a:pos x="2023" y="629"/>
                  </a:cxn>
                  <a:cxn ang="0">
                    <a:pos x="1940" y="647"/>
                  </a:cxn>
                  <a:cxn ang="0">
                    <a:pos x="2039" y="816"/>
                  </a:cxn>
                  <a:cxn ang="0">
                    <a:pos x="2236" y="995"/>
                  </a:cxn>
                  <a:cxn ang="0">
                    <a:pos x="2002" y="967"/>
                  </a:cxn>
                  <a:cxn ang="0">
                    <a:pos x="1727" y="1000"/>
                  </a:cxn>
                  <a:cxn ang="0">
                    <a:pos x="1778" y="798"/>
                  </a:cxn>
                  <a:cxn ang="0">
                    <a:pos x="1896" y="661"/>
                  </a:cxn>
                  <a:cxn ang="0">
                    <a:pos x="1758" y="678"/>
                  </a:cxn>
                  <a:cxn ang="0">
                    <a:pos x="1651" y="808"/>
                  </a:cxn>
                  <a:cxn ang="0">
                    <a:pos x="1614" y="972"/>
                  </a:cxn>
                  <a:cxn ang="0">
                    <a:pos x="152" y="381"/>
                  </a:cxn>
                  <a:cxn ang="0">
                    <a:pos x="113" y="264"/>
                  </a:cxn>
                  <a:cxn ang="0">
                    <a:pos x="146" y="117"/>
                  </a:cxn>
                  <a:cxn ang="0">
                    <a:pos x="307" y="0"/>
                  </a:cxn>
                  <a:cxn ang="0">
                    <a:pos x="221" y="0"/>
                  </a:cxn>
                  <a:cxn ang="0">
                    <a:pos x="221"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2075" name="Freeform 15"/>
              <p:cNvSpPr/>
              <p:nvPr userDrawn="1"/>
            </p:nvSpPr>
            <p:spPr>
              <a:xfrm>
                <a:off x="324" y="158"/>
                <a:ext cx="1686" cy="614"/>
              </a:xfrm>
              <a:custGeom>
                <a:avLst/>
                <a:gdLst/>
                <a:ahLst/>
                <a:cxnLst>
                  <a:cxn ang="0">
                    <a:pos x="142" y="0"/>
                  </a:cxn>
                  <a:cxn ang="0">
                    <a:pos x="1686" y="602"/>
                  </a:cxn>
                  <a:cxn ang="0">
                    <a:pos x="1524" y="614"/>
                  </a:cxn>
                  <a:cxn ang="0">
                    <a:pos x="0" y="33"/>
                  </a:cxn>
                  <a:cxn ang="0">
                    <a:pos x="142" y="0"/>
                  </a:cxn>
                  <a:cxn ang="0">
                    <a:pos x="142"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2076" name="Freeform 16"/>
              <p:cNvSpPr/>
              <p:nvPr userDrawn="1"/>
            </p:nvSpPr>
            <p:spPr>
              <a:xfrm>
                <a:off x="409" y="251"/>
                <a:ext cx="227" cy="410"/>
              </a:xfrm>
              <a:custGeom>
                <a:avLst/>
                <a:gdLst/>
                <a:ahLst/>
                <a:cxnLst>
                  <a:cxn ang="0">
                    <a:pos x="165" y="0"/>
                  </a:cxn>
                  <a:cxn ang="0">
                    <a:pos x="27" y="130"/>
                  </a:cxn>
                  <a:cxn ang="0">
                    <a:pos x="0" y="281"/>
                  </a:cxn>
                  <a:cxn ang="0">
                    <a:pos x="47" y="384"/>
                  </a:cxn>
                  <a:cxn ang="0">
                    <a:pos x="133" y="410"/>
                  </a:cxn>
                  <a:cxn ang="0">
                    <a:pos x="108" y="188"/>
                  </a:cxn>
                  <a:cxn ang="0">
                    <a:pos x="227" y="21"/>
                  </a:cxn>
                  <a:cxn ang="0">
                    <a:pos x="165" y="0"/>
                  </a:cxn>
                  <a:cxn ang="0">
                    <a:pos x="165"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2077" name="Freeform 17"/>
              <p:cNvSpPr/>
              <p:nvPr userDrawn="1"/>
            </p:nvSpPr>
            <p:spPr>
              <a:xfrm>
                <a:off x="846" y="536"/>
                <a:ext cx="691" cy="364"/>
              </a:xfrm>
              <a:custGeom>
                <a:avLst/>
                <a:gdLst/>
                <a:ahLst/>
                <a:cxnLst>
                  <a:cxn ang="0">
                    <a:pos x="20" y="42"/>
                  </a:cxn>
                  <a:cxn ang="0">
                    <a:pos x="226" y="81"/>
                  </a:cxn>
                  <a:cxn ang="0">
                    <a:pos x="458" y="168"/>
                  </a:cxn>
                  <a:cxn ang="0">
                    <a:pos x="622" y="299"/>
                  </a:cxn>
                  <a:cxn ang="0">
                    <a:pos x="461" y="283"/>
                  </a:cxn>
                  <a:cxn ang="0">
                    <a:pos x="196" y="180"/>
                  </a:cxn>
                  <a:cxn ang="0">
                    <a:pos x="71" y="98"/>
                  </a:cxn>
                  <a:cxn ang="0">
                    <a:pos x="151" y="200"/>
                  </a:cxn>
                  <a:cxn ang="0">
                    <a:pos x="384" y="332"/>
                  </a:cxn>
                  <a:cxn ang="0">
                    <a:pos x="658" y="364"/>
                  </a:cxn>
                  <a:cxn ang="0">
                    <a:pos x="691" y="275"/>
                  </a:cxn>
                  <a:cxn ang="0">
                    <a:pos x="557" y="148"/>
                  </a:cxn>
                  <a:cxn ang="0">
                    <a:pos x="240" y="21"/>
                  </a:cxn>
                  <a:cxn ang="0">
                    <a:pos x="0" y="0"/>
                  </a:cxn>
                  <a:cxn ang="0">
                    <a:pos x="20" y="42"/>
                  </a:cxn>
                  <a:cxn ang="0">
                    <a:pos x="20" y="4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grpSp>
      </p:grpSp>
      <p:grpSp>
        <p:nvGrpSpPr>
          <p:cNvPr id="2052" name="Group 18"/>
          <p:cNvGrpSpPr/>
          <p:nvPr/>
        </p:nvGrpSpPr>
        <p:grpSpPr>
          <a:xfrm>
            <a:off x="7915275" y="4368800"/>
            <a:ext cx="742950" cy="1058863"/>
            <a:chOff x="4986" y="2752"/>
            <a:chExt cx="468" cy="667"/>
          </a:xfrm>
        </p:grpSpPr>
        <p:sp>
          <p:nvSpPr>
            <p:cNvPr id="2060" name="Freeform 19"/>
            <p:cNvSpPr/>
            <p:nvPr userDrawn="1"/>
          </p:nvSpPr>
          <p:spPr>
            <a:xfrm rot="7320404">
              <a:off x="4909" y="2936"/>
              <a:ext cx="629" cy="293"/>
            </a:xfrm>
            <a:custGeom>
              <a:avLst/>
              <a:gdLst/>
              <a:ahLst/>
              <a:cxnLst>
                <a:cxn ang="0">
                  <a:pos x="629" y="280"/>
                </a:cxn>
                <a:cxn ang="0">
                  <a:pos x="562" y="225"/>
                </a:cxn>
                <a:cxn ang="0">
                  <a:pos x="440" y="149"/>
                </a:cxn>
                <a:cxn ang="0">
                  <a:pos x="56" y="0"/>
                </a:cxn>
                <a:cxn ang="0">
                  <a:pos x="18" y="14"/>
                </a:cxn>
                <a:cxn ang="0">
                  <a:pos x="0" y="59"/>
                </a:cxn>
                <a:cxn ang="0">
                  <a:pos x="22" y="110"/>
                </a:cxn>
                <a:cxn ang="0">
                  <a:pos x="452" y="289"/>
                </a:cxn>
                <a:cxn ang="0">
                  <a:pos x="546" y="278"/>
                </a:cxn>
                <a:cxn ang="0">
                  <a:pos x="622" y="293"/>
                </a:cxn>
                <a:cxn ang="0">
                  <a:pos x="629" y="280"/>
                </a:cxn>
                <a:cxn ang="0">
                  <a:pos x="629" y="28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a:p>
          </p:txBody>
        </p:sp>
        <p:sp>
          <p:nvSpPr>
            <p:cNvPr id="2061" name="Freeform 20"/>
            <p:cNvSpPr/>
            <p:nvPr userDrawn="1"/>
          </p:nvSpPr>
          <p:spPr>
            <a:xfrm rot="7320404">
              <a:off x="4893" y="2922"/>
              <a:ext cx="627" cy="290"/>
            </a:xfrm>
            <a:custGeom>
              <a:avLst/>
              <a:gdLst/>
              <a:ahLst/>
              <a:cxnLst>
                <a:cxn ang="0">
                  <a:pos x="54" y="0"/>
                </a:cxn>
                <a:cxn ang="0">
                  <a:pos x="526" y="183"/>
                </a:cxn>
                <a:cxn ang="0">
                  <a:pos x="565" y="225"/>
                </a:cxn>
                <a:cxn ang="0">
                  <a:pos x="627" y="280"/>
                </a:cxn>
                <a:cxn ang="0">
                  <a:pos x="619" y="290"/>
                </a:cxn>
                <a:cxn ang="0">
                  <a:pos x="534" y="278"/>
                </a:cxn>
                <a:cxn ang="0">
                  <a:pos x="453" y="286"/>
                </a:cxn>
                <a:cxn ang="0">
                  <a:pos x="17" y="105"/>
                </a:cxn>
                <a:cxn ang="0">
                  <a:pos x="0" y="53"/>
                </a:cxn>
                <a:cxn ang="0">
                  <a:pos x="18" y="11"/>
                </a:cxn>
                <a:cxn ang="0">
                  <a:pos x="54" y="0"/>
                </a:cxn>
                <a:cxn ang="0">
                  <a:pos x="5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alpha val="100000"/>
              </a:schemeClr>
            </a:solidFill>
            <a:ln w="9525">
              <a:noFill/>
            </a:ln>
          </p:spPr>
          <p:txBody>
            <a:bodyPr/>
            <a:lstStyle/>
            <a:p>
              <a:endParaRPr lang="zh-CN" altLang="en-US"/>
            </a:p>
          </p:txBody>
        </p:sp>
        <p:sp>
          <p:nvSpPr>
            <p:cNvPr id="2062" name="Freeform 21"/>
            <p:cNvSpPr/>
            <p:nvPr userDrawn="1"/>
          </p:nvSpPr>
          <p:spPr>
            <a:xfrm rot="7320404">
              <a:off x="4999" y="2912"/>
              <a:ext cx="416" cy="265"/>
            </a:xfrm>
            <a:custGeom>
              <a:avLst/>
              <a:gdLst/>
              <a:ahLst/>
              <a:cxnLst>
                <a:cxn ang="0">
                  <a:pos x="0" y="115"/>
                </a:cxn>
                <a:cxn ang="0">
                  <a:pos x="366" y="265"/>
                </a:cxn>
                <a:cxn ang="0">
                  <a:pos x="372" y="189"/>
                </a:cxn>
                <a:cxn ang="0">
                  <a:pos x="416" y="150"/>
                </a:cxn>
                <a:cxn ang="0">
                  <a:pos x="31" y="0"/>
                </a:cxn>
                <a:cxn ang="0">
                  <a:pos x="0" y="45"/>
                </a:cxn>
                <a:cxn ang="0">
                  <a:pos x="0" y="115"/>
                </a:cxn>
                <a:cxn ang="0">
                  <a:pos x="0" y="115"/>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grpSp>
          <p:nvGrpSpPr>
            <p:cNvPr id="2063" name="Group 22"/>
            <p:cNvGrpSpPr/>
            <p:nvPr userDrawn="1"/>
          </p:nvGrpSpPr>
          <p:grpSpPr>
            <a:xfrm>
              <a:off x="4986" y="2752"/>
              <a:ext cx="468" cy="667"/>
              <a:chOff x="4986" y="2752"/>
              <a:chExt cx="468" cy="667"/>
            </a:xfrm>
          </p:grpSpPr>
          <p:sp>
            <p:nvSpPr>
              <p:cNvPr id="2064" name="Freeform 23"/>
              <p:cNvSpPr/>
              <p:nvPr userDrawn="1"/>
            </p:nvSpPr>
            <p:spPr>
              <a:xfrm rot="7320404">
                <a:off x="4987" y="3190"/>
                <a:ext cx="59" cy="61"/>
              </a:xfrm>
              <a:custGeom>
                <a:avLst/>
                <a:gdLst/>
                <a:ahLst/>
                <a:cxnLst>
                  <a:cxn ang="0">
                    <a:pos x="43" y="0"/>
                  </a:cxn>
                  <a:cxn ang="0">
                    <a:pos x="16" y="23"/>
                  </a:cxn>
                  <a:cxn ang="0">
                    <a:pos x="0" y="61"/>
                  </a:cxn>
                  <a:cxn ang="0">
                    <a:pos x="31" y="56"/>
                  </a:cxn>
                  <a:cxn ang="0">
                    <a:pos x="41" y="30"/>
                  </a:cxn>
                  <a:cxn ang="0">
                    <a:pos x="59" y="10"/>
                  </a:cxn>
                  <a:cxn ang="0">
                    <a:pos x="43" y="0"/>
                  </a:cxn>
                  <a:cxn ang="0">
                    <a:pos x="43"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2065" name="Freeform 24"/>
              <p:cNvSpPr/>
              <p:nvPr userDrawn="1"/>
            </p:nvSpPr>
            <p:spPr>
              <a:xfrm rot="7320404">
                <a:off x="4887" y="2930"/>
                <a:ext cx="667" cy="311"/>
              </a:xfrm>
              <a:custGeom>
                <a:avLst/>
                <a:gdLst/>
                <a:ahLst/>
                <a:cxnLst>
                  <a:cxn ang="0">
                    <a:pos x="62" y="0"/>
                  </a:cxn>
                  <a:cxn ang="0">
                    <a:pos x="25" y="18"/>
                  </a:cxn>
                  <a:cxn ang="0">
                    <a:pos x="0" y="74"/>
                  </a:cxn>
                  <a:cxn ang="0">
                    <a:pos x="27" y="127"/>
                  </a:cxn>
                  <a:cxn ang="0">
                    <a:pos x="468" y="306"/>
                  </a:cxn>
                  <a:cxn ang="0">
                    <a:pos x="563" y="295"/>
                  </a:cxn>
                  <a:cxn ang="0">
                    <a:pos x="640" y="311"/>
                  </a:cxn>
                  <a:cxn ang="0">
                    <a:pos x="667" y="286"/>
                  </a:cxn>
                  <a:cxn ang="0">
                    <a:pos x="595" y="235"/>
                  </a:cxn>
                  <a:cxn ang="0">
                    <a:pos x="566" y="181"/>
                  </a:cxn>
                  <a:cxn ang="0">
                    <a:pos x="542" y="186"/>
                  </a:cxn>
                  <a:cxn ang="0">
                    <a:pos x="570" y="235"/>
                  </a:cxn>
                  <a:cxn ang="0">
                    <a:pos x="625" y="286"/>
                  </a:cxn>
                  <a:cxn ang="0">
                    <a:pos x="560" y="278"/>
                  </a:cxn>
                  <a:cxn ang="0">
                    <a:pos x="483" y="288"/>
                  </a:cxn>
                  <a:cxn ang="0">
                    <a:pos x="497" y="230"/>
                  </a:cxn>
                  <a:cxn ang="0">
                    <a:pos x="530" y="190"/>
                  </a:cxn>
                  <a:cxn ang="0">
                    <a:pos x="492" y="195"/>
                  </a:cxn>
                  <a:cxn ang="0">
                    <a:pos x="461" y="233"/>
                  </a:cxn>
                  <a:cxn ang="0">
                    <a:pos x="451" y="280"/>
                  </a:cxn>
                  <a:cxn ang="0">
                    <a:pos x="42" y="110"/>
                  </a:cxn>
                  <a:cxn ang="0">
                    <a:pos x="32" y="76"/>
                  </a:cxn>
                  <a:cxn ang="0">
                    <a:pos x="41" y="34"/>
                  </a:cxn>
                  <a:cxn ang="0">
                    <a:pos x="86" y="0"/>
                  </a:cxn>
                  <a:cxn ang="0">
                    <a:pos x="62" y="0"/>
                  </a:cxn>
                  <a:cxn ang="0">
                    <a:pos x="62"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2066" name="Freeform 25"/>
              <p:cNvSpPr/>
              <p:nvPr userDrawn="1"/>
            </p:nvSpPr>
            <p:spPr>
              <a:xfrm rot="7320404">
                <a:off x="5062" y="2997"/>
                <a:ext cx="472" cy="176"/>
              </a:xfrm>
              <a:custGeom>
                <a:avLst/>
                <a:gdLst/>
                <a:ahLst/>
                <a:cxnLst>
                  <a:cxn ang="0">
                    <a:pos x="40" y="0"/>
                  </a:cxn>
                  <a:cxn ang="0">
                    <a:pos x="472" y="172"/>
                  </a:cxn>
                  <a:cxn ang="0">
                    <a:pos x="427" y="176"/>
                  </a:cxn>
                  <a:cxn ang="0">
                    <a:pos x="0" y="10"/>
                  </a:cxn>
                  <a:cxn ang="0">
                    <a:pos x="40" y="0"/>
                  </a:cxn>
                  <a:cxn ang="0">
                    <a:pos x="4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2067" name="Freeform 26"/>
              <p:cNvSpPr/>
              <p:nvPr userDrawn="1"/>
            </p:nvSpPr>
            <p:spPr>
              <a:xfrm rot="7320404">
                <a:off x="5363" y="2873"/>
                <a:ext cx="63" cy="118"/>
              </a:xfrm>
              <a:custGeom>
                <a:avLst/>
                <a:gdLst/>
                <a:ahLst/>
                <a:cxnLst>
                  <a:cxn ang="0">
                    <a:pos x="46" y="0"/>
                  </a:cxn>
                  <a:cxn ang="0">
                    <a:pos x="7" y="37"/>
                  </a:cxn>
                  <a:cxn ang="0">
                    <a:pos x="0" y="81"/>
                  </a:cxn>
                  <a:cxn ang="0">
                    <a:pos x="13" y="111"/>
                  </a:cxn>
                  <a:cxn ang="0">
                    <a:pos x="37" y="118"/>
                  </a:cxn>
                  <a:cxn ang="0">
                    <a:pos x="30" y="54"/>
                  </a:cxn>
                  <a:cxn ang="0">
                    <a:pos x="63" y="6"/>
                  </a:cxn>
                  <a:cxn ang="0">
                    <a:pos x="46" y="0"/>
                  </a:cxn>
                  <a:cxn ang="0">
                    <a:pos x="46"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2068" name="Freeform 27"/>
              <p:cNvSpPr/>
              <p:nvPr userDrawn="1"/>
            </p:nvSpPr>
            <p:spPr>
              <a:xfrm rot="7320404">
                <a:off x="5136" y="2999"/>
                <a:ext cx="193" cy="104"/>
              </a:xfrm>
              <a:custGeom>
                <a:avLst/>
                <a:gdLst/>
                <a:ahLst/>
                <a:cxnLst>
                  <a:cxn ang="0">
                    <a:pos x="6" y="12"/>
                  </a:cxn>
                  <a:cxn ang="0">
                    <a:pos x="63" y="23"/>
                  </a:cxn>
                  <a:cxn ang="0">
                    <a:pos x="128" y="48"/>
                  </a:cxn>
                  <a:cxn ang="0">
                    <a:pos x="174" y="85"/>
                  </a:cxn>
                  <a:cxn ang="0">
                    <a:pos x="129" y="81"/>
                  </a:cxn>
                  <a:cxn ang="0">
                    <a:pos x="55" y="51"/>
                  </a:cxn>
                  <a:cxn ang="0">
                    <a:pos x="20" y="28"/>
                  </a:cxn>
                  <a:cxn ang="0">
                    <a:pos x="42" y="57"/>
                  </a:cxn>
                  <a:cxn ang="0">
                    <a:pos x="107" y="95"/>
                  </a:cxn>
                  <a:cxn ang="0">
                    <a:pos x="184" y="104"/>
                  </a:cxn>
                  <a:cxn ang="0">
                    <a:pos x="193" y="79"/>
                  </a:cxn>
                  <a:cxn ang="0">
                    <a:pos x="156" y="42"/>
                  </a:cxn>
                  <a:cxn ang="0">
                    <a:pos x="67" y="6"/>
                  </a:cxn>
                  <a:cxn ang="0">
                    <a:pos x="0" y="0"/>
                  </a:cxn>
                  <a:cxn ang="0">
                    <a:pos x="6" y="12"/>
                  </a:cxn>
                  <a:cxn ang="0">
                    <a:pos x="6" y="1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grpSp>
      </p:grpSp>
      <p:sp>
        <p:nvSpPr>
          <p:cNvPr id="2053" name="Freeform 28"/>
          <p:cNvSpPr/>
          <p:nvPr/>
        </p:nvSpPr>
        <p:spPr>
          <a:xfrm>
            <a:off x="901700" y="5054600"/>
            <a:ext cx="6807200" cy="728663"/>
          </a:xfrm>
          <a:custGeom>
            <a:avLst/>
            <a:gdLst/>
            <a:ahLst/>
            <a:cxnLst>
              <a:cxn ang="0">
                <a:pos x="0" y="0"/>
              </a:cxn>
              <a:cxn ang="0">
                <a:pos x="1295400" y="406400"/>
              </a:cxn>
              <a:cxn ang="0">
                <a:pos x="2476500" y="228600"/>
              </a:cxn>
              <a:cxn ang="0">
                <a:pos x="2946400" y="596900"/>
              </a:cxn>
              <a:cxn ang="0">
                <a:pos x="3721100" y="241300"/>
              </a:cxn>
              <a:cxn ang="0">
                <a:pos x="5613400" y="723900"/>
              </a:cxn>
              <a:cxn ang="0">
                <a:pos x="6807200" y="215900"/>
              </a:cxn>
            </a:cxnLst>
            <a:rect l="0" t="0" r="0" b="0"/>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lstStyle/>
          <a:p>
            <a:endParaRPr lang="zh-CN" altLang="en-US"/>
          </a:p>
        </p:txBody>
      </p:sp>
      <p:sp>
        <p:nvSpPr>
          <p:cNvPr id="2054" name="Freeform 29"/>
          <p:cNvSpPr/>
          <p:nvPr/>
        </p:nvSpPr>
        <p:spPr>
          <a:xfrm>
            <a:off x="4076700" y="1930400"/>
            <a:ext cx="889000" cy="381000"/>
          </a:xfrm>
          <a:custGeom>
            <a:avLst/>
            <a:gdLst/>
            <a:ahLst/>
            <a:cxnLst>
              <a:cxn ang="0">
                <a:pos x="0" y="50800"/>
              </a:cxn>
              <a:cxn ang="0">
                <a:pos x="444500" y="228600"/>
              </a:cxn>
              <a:cxn ang="0">
                <a:pos x="711200" y="25400"/>
              </a:cxn>
              <a:cxn ang="0">
                <a:pos x="889000" y="381000"/>
              </a:cxn>
            </a:cxnLst>
            <a:rect l="0" t="0" r="0" b="0"/>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lstStyle/>
          <a:p>
            <a:endParaRPr lang="zh-CN" altLang="en-US"/>
          </a:p>
        </p:txBody>
      </p:sp>
      <p:sp>
        <p:nvSpPr>
          <p:cNvPr id="819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a:extLst>
            <a:ext uri="{909E8E84-426E-40DD-AFC4-6F175D3DCCD1}">
              <a14:hiddenFill xmlns:a14="http://schemas.microsoft.com/office/drawing/2010/main">
                <a:solidFill>
                  <a:srgbClr val="FF3300"/>
                </a:solidFill>
              </a14:hiddenFill>
            </a:ext>
          </a:ex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819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76" name="Rectangle 5"/>
          <p:cNvSpPr>
            <a:spLocks noGrp="1" noChangeArrowheads="1"/>
          </p:cNvSpPr>
          <p:nvPr>
            <p:ph type="dt" sz="half" idx="2"/>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28C51B-6A6A-437D-802D-98EA4AC4C5E2}"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76EED7E-F4EF-463A-BFFE-3758BF6E939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828800"/>
            <a:ext cx="7696200" cy="3657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a:xfrm rot="-3172564">
            <a:off x="7777163" y="-14287"/>
            <a:ext cx="1162050" cy="2084387"/>
          </a:xfrm>
          <a:custGeom>
            <a:avLst/>
            <a:gdLst/>
            <a:ahLst/>
            <a:cxnLst>
              <a:cxn ang="0">
                <a:pos x="1162050" y="244856"/>
              </a:cxn>
              <a:cxn ang="0">
                <a:pos x="1026751" y="45239"/>
              </a:cxn>
              <a:cxn ang="0">
                <a:pos x="897056" y="0"/>
              </a:cxn>
              <a:cxn ang="0">
                <a:pos x="44032" y="1589585"/>
              </a:cxn>
              <a:cxn ang="0">
                <a:pos x="44032" y="1825394"/>
              </a:cxn>
              <a:cxn ang="0">
                <a:pos x="0" y="2053285"/>
              </a:cxn>
              <a:cxn ang="0">
                <a:pos x="28821" y="2084387"/>
              </a:cxn>
              <a:cxn ang="0">
                <a:pos x="176529" y="1897211"/>
              </a:cxn>
              <a:cxn ang="0">
                <a:pos x="296217" y="1825394"/>
              </a:cxn>
              <a:cxn ang="0">
                <a:pos x="1162050" y="244856"/>
              </a:cxn>
              <a:cxn ang="0">
                <a:pos x="1162050" y="244856"/>
              </a:cxn>
            </a:cxnLst>
            <a:rect l="0" t="0" r="0" b="0"/>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alpha val="100000"/>
            </a:srgbClr>
          </a:solidFill>
          <a:ln w="9525">
            <a:noFill/>
          </a:ln>
        </p:spPr>
        <p:txBody>
          <a:bodyPr/>
          <a:lstStyle/>
          <a:p>
            <a:endParaRPr lang="zh-CN" altLang="en-US"/>
          </a:p>
        </p:txBody>
      </p:sp>
      <p:sp>
        <p:nvSpPr>
          <p:cNvPr id="1027" name="Rectangle 3"/>
          <p:cNvSpPr>
            <a:spLocks noGrp="1"/>
          </p:cNvSpPr>
          <p:nvPr>
            <p:ph type="title"/>
          </p:nvPr>
        </p:nvSpPr>
        <p:spPr>
          <a:xfrm>
            <a:off x="685800" y="152400"/>
            <a:ext cx="6870700" cy="16002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685800" y="1828800"/>
            <a:ext cx="7696200" cy="3657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0901" name="Rectangle 5"/>
          <p:cNvSpPr>
            <a:spLocks noGrp="1" noChangeArrowheads="1"/>
          </p:cNvSpPr>
          <p:nvPr>
            <p:ph type="dt" sz="half" idx="2"/>
          </p:nvPr>
        </p:nvSpPr>
        <p:spPr bwMode="auto">
          <a:xfrm>
            <a:off x="13716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2" name="Rectangle 6"/>
          <p:cNvSpPr>
            <a:spLocks noGrp="1" noChangeArrowheads="1"/>
          </p:cNvSpPr>
          <p:nvPr>
            <p:ph type="ftr" sz="quarter" idx="3"/>
          </p:nvPr>
        </p:nvSpPr>
        <p:spPr bwMode="auto">
          <a:xfrm>
            <a:off x="35560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3" name="Rectangle 7"/>
          <p:cNvSpPr>
            <a:spLocks noGrp="1" noChangeArrowheads="1"/>
          </p:cNvSpPr>
          <p:nvPr>
            <p:ph type="sldNum" sz="quarter" idx="4"/>
          </p:nvPr>
        </p:nvSpPr>
        <p:spPr bwMode="auto">
          <a:xfrm>
            <a:off x="67183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032" name="Freeform 8"/>
          <p:cNvSpPr/>
          <p:nvPr/>
        </p:nvSpPr>
        <p:spPr>
          <a:xfrm rot="-3172564">
            <a:off x="7864475" y="23813"/>
            <a:ext cx="1165225" cy="2097087"/>
          </a:xfrm>
          <a:custGeom>
            <a:avLst/>
            <a:gdLst/>
            <a:ahLst/>
            <a:cxnLst>
              <a:cxn ang="0">
                <a:pos x="917850" y="0"/>
              </a:cxn>
              <a:cxn ang="0">
                <a:pos x="52037" y="1605520"/>
              </a:cxn>
              <a:cxn ang="0">
                <a:pos x="52437" y="1812794"/>
              </a:cxn>
              <a:cxn ang="0">
                <a:pos x="0" y="2057445"/>
              </a:cxn>
              <a:cxn ang="0">
                <a:pos x="20014" y="2097087"/>
              </a:cxn>
              <a:cxn ang="0">
                <a:pos x="168920" y="1898308"/>
              </a:cxn>
              <a:cxn ang="0">
                <a:pos x="305416" y="1823554"/>
              </a:cxn>
              <a:cxn ang="0">
                <a:pos x="1165225" y="242385"/>
              </a:cxn>
              <a:cxn ang="0">
                <a:pos x="1036334" y="54367"/>
              </a:cxn>
              <a:cxn ang="0">
                <a:pos x="917850" y="0"/>
              </a:cxn>
              <a:cxn ang="0">
                <a:pos x="917850" y="0"/>
              </a:cxn>
            </a:cxnLst>
            <a:rect l="0" t="0" r="0" b="0"/>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alpha val="100000"/>
            </a:schemeClr>
          </a:solidFill>
          <a:ln w="9525">
            <a:noFill/>
          </a:ln>
        </p:spPr>
        <p:txBody>
          <a:bodyPr/>
          <a:lstStyle/>
          <a:p>
            <a:endParaRPr lang="zh-CN" altLang="en-US"/>
          </a:p>
        </p:txBody>
      </p:sp>
      <p:sp>
        <p:nvSpPr>
          <p:cNvPr id="1033" name="Freeform 9"/>
          <p:cNvSpPr/>
          <p:nvPr/>
        </p:nvSpPr>
        <p:spPr>
          <a:xfrm rot="-3172564">
            <a:off x="7831138" y="192088"/>
            <a:ext cx="1025525" cy="1571625"/>
          </a:xfrm>
          <a:custGeom>
            <a:avLst/>
            <a:gdLst/>
            <a:ahLst/>
            <a:cxnLst>
              <a:cxn ang="0">
                <a:pos x="0" y="1406370"/>
              </a:cxn>
              <a:cxn ang="0">
                <a:pos x="172990" y="1444854"/>
              </a:cxn>
              <a:cxn ang="0">
                <a:pos x="294723" y="1571625"/>
              </a:cxn>
              <a:cxn ang="0">
                <a:pos x="1025525" y="225811"/>
              </a:cxn>
              <a:cxn ang="0">
                <a:pos x="848130" y="46407"/>
              </a:cxn>
              <a:cxn ang="0">
                <a:pos x="760034" y="0"/>
              </a:cxn>
              <a:cxn ang="0">
                <a:pos x="0" y="1406370"/>
              </a:cxn>
              <a:cxn ang="0">
                <a:pos x="0" y="1406370"/>
              </a:cxn>
            </a:cxnLst>
            <a:rect l="0" t="0" r="0" b="0"/>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alpha val="100000"/>
            </a:schemeClr>
          </a:solidFill>
          <a:ln w="9525">
            <a:noFill/>
          </a:ln>
        </p:spPr>
        <p:txBody>
          <a:bodyPr/>
          <a:lstStyle/>
          <a:p>
            <a:endParaRPr lang="zh-CN" altLang="en-US"/>
          </a:p>
        </p:txBody>
      </p:sp>
      <p:grpSp>
        <p:nvGrpSpPr>
          <p:cNvPr id="1034" name="Group 10"/>
          <p:cNvGrpSpPr/>
          <p:nvPr/>
        </p:nvGrpSpPr>
        <p:grpSpPr>
          <a:xfrm>
            <a:off x="7938" y="5540375"/>
            <a:ext cx="1784350" cy="1246188"/>
            <a:chOff x="5" y="3490"/>
            <a:chExt cx="1124" cy="785"/>
          </a:xfrm>
        </p:grpSpPr>
        <p:sp>
          <p:nvSpPr>
            <p:cNvPr id="1051" name="Freeform 11"/>
            <p:cNvSpPr/>
            <p:nvPr userDrawn="1"/>
          </p:nvSpPr>
          <p:spPr>
            <a:xfrm>
              <a:off x="24" y="3505"/>
              <a:ext cx="1089" cy="649"/>
            </a:xfrm>
            <a:custGeom>
              <a:avLst/>
              <a:gdLst/>
              <a:ahLst/>
              <a:cxnLst>
                <a:cxn ang="0">
                  <a:pos x="794" y="630"/>
                </a:cxn>
                <a:cxn ang="0">
                  <a:pos x="710" y="553"/>
                </a:cxn>
                <a:cxn ang="0">
                  <a:pos x="666" y="239"/>
                </a:cxn>
                <a:cxn ang="0">
                  <a:pos x="1070" y="165"/>
                </a:cxn>
                <a:cxn ang="0">
                  <a:pos x="1089" y="102"/>
                </a:cxn>
                <a:cxn ang="0">
                  <a:pos x="1050" y="50"/>
                </a:cxn>
                <a:cxn ang="0">
                  <a:pos x="638" y="106"/>
                </a:cxn>
                <a:cxn ang="0">
                  <a:pos x="610" y="16"/>
                </a:cxn>
                <a:cxn ang="0">
                  <a:pos x="543" y="0"/>
                </a:cxn>
                <a:cxn ang="0">
                  <a:pos x="479" y="14"/>
                </a:cxn>
                <a:cxn ang="0">
                  <a:pos x="444" y="53"/>
                </a:cxn>
                <a:cxn ang="0">
                  <a:pos x="469" y="143"/>
                </a:cxn>
                <a:cxn ang="0">
                  <a:pos x="330" y="221"/>
                </a:cxn>
                <a:cxn ang="0">
                  <a:pos x="492" y="237"/>
                </a:cxn>
                <a:cxn ang="0">
                  <a:pos x="556" y="445"/>
                </a:cxn>
                <a:cxn ang="0">
                  <a:pos x="71" y="235"/>
                </a:cxn>
                <a:cxn ang="0">
                  <a:pos x="23" y="255"/>
                </a:cxn>
                <a:cxn ang="0">
                  <a:pos x="0" y="318"/>
                </a:cxn>
                <a:cxn ang="0">
                  <a:pos x="28" y="390"/>
                </a:cxn>
                <a:cxn ang="0">
                  <a:pos x="570" y="644"/>
                </a:cxn>
                <a:cxn ang="0">
                  <a:pos x="689" y="628"/>
                </a:cxn>
                <a:cxn ang="0">
                  <a:pos x="785" y="649"/>
                </a:cxn>
                <a:cxn ang="0">
                  <a:pos x="794" y="630"/>
                </a:cxn>
                <a:cxn ang="0">
                  <a:pos x="794" y="630"/>
                </a:cxn>
              </a:cxnLst>
              <a:rect l="0" t="0" r="0" b="0"/>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alpha val="100000"/>
              </a:srgbClr>
            </a:solidFill>
            <a:ln w="9525">
              <a:noFill/>
            </a:ln>
          </p:spPr>
          <p:txBody>
            <a:bodyPr/>
            <a:lstStyle/>
            <a:p>
              <a:endParaRPr lang="zh-CN" altLang="en-US"/>
            </a:p>
          </p:txBody>
        </p:sp>
        <p:sp>
          <p:nvSpPr>
            <p:cNvPr id="1052" name="Freeform 12"/>
            <p:cNvSpPr/>
            <p:nvPr userDrawn="1"/>
          </p:nvSpPr>
          <p:spPr>
            <a:xfrm>
              <a:off x="1022" y="3582"/>
              <a:ext cx="71" cy="129"/>
            </a:xfrm>
            <a:custGeom>
              <a:avLst/>
              <a:gdLst/>
              <a:ahLst/>
              <a:cxnLst>
                <a:cxn ang="0">
                  <a:pos x="0" y="4"/>
                </a:cxn>
                <a:cxn ang="0">
                  <a:pos x="60" y="0"/>
                </a:cxn>
                <a:cxn ang="0">
                  <a:pos x="71" y="117"/>
                </a:cxn>
                <a:cxn ang="0">
                  <a:pos x="4" y="129"/>
                </a:cxn>
                <a:cxn ang="0">
                  <a:pos x="0" y="4"/>
                </a:cxn>
                <a:cxn ang="0">
                  <a:pos x="0" y="4"/>
                </a:cxn>
              </a:cxnLst>
              <a:rect l="0" t="0" r="0" b="0"/>
              <a:pathLst>
                <a:path w="143" h="258">
                  <a:moveTo>
                    <a:pt x="0" y="7"/>
                  </a:moveTo>
                  <a:lnTo>
                    <a:pt x="120" y="0"/>
                  </a:lnTo>
                  <a:lnTo>
                    <a:pt x="143" y="233"/>
                  </a:lnTo>
                  <a:lnTo>
                    <a:pt x="8" y="258"/>
                  </a:lnTo>
                  <a:lnTo>
                    <a:pt x="0" y="7"/>
                  </a:lnTo>
                  <a:lnTo>
                    <a:pt x="0" y="7"/>
                  </a:lnTo>
                  <a:close/>
                </a:path>
              </a:pathLst>
            </a:custGeom>
            <a:solidFill>
              <a:schemeClr val="accent1">
                <a:alpha val="100000"/>
              </a:schemeClr>
            </a:solidFill>
            <a:ln w="9525">
              <a:noFill/>
            </a:ln>
          </p:spPr>
          <p:txBody>
            <a:bodyPr/>
            <a:lstStyle/>
            <a:p>
              <a:endParaRPr lang="zh-CN" altLang="en-US"/>
            </a:p>
          </p:txBody>
        </p:sp>
        <p:sp>
          <p:nvSpPr>
            <p:cNvPr id="1053" name="Freeform 13"/>
            <p:cNvSpPr/>
            <p:nvPr userDrawn="1"/>
          </p:nvSpPr>
          <p:spPr>
            <a:xfrm>
              <a:off x="20" y="3774"/>
              <a:ext cx="792" cy="410"/>
            </a:xfrm>
            <a:custGeom>
              <a:avLst/>
              <a:gdLst/>
              <a:ahLst/>
              <a:cxnLst>
                <a:cxn ang="0">
                  <a:pos x="68" y="0"/>
                </a:cxn>
                <a:cxn ang="0">
                  <a:pos x="665" y="259"/>
                </a:cxn>
                <a:cxn ang="0">
                  <a:pos x="713" y="319"/>
                </a:cxn>
                <a:cxn ang="0">
                  <a:pos x="792" y="396"/>
                </a:cxn>
                <a:cxn ang="0">
                  <a:pos x="782" y="410"/>
                </a:cxn>
                <a:cxn ang="0">
                  <a:pos x="674" y="393"/>
                </a:cxn>
                <a:cxn ang="0">
                  <a:pos x="572" y="405"/>
                </a:cxn>
                <a:cxn ang="0">
                  <a:pos x="21" y="149"/>
                </a:cxn>
                <a:cxn ang="0">
                  <a:pos x="0" y="75"/>
                </a:cxn>
                <a:cxn ang="0">
                  <a:pos x="23" y="16"/>
                </a:cxn>
                <a:cxn ang="0">
                  <a:pos x="68" y="0"/>
                </a:cxn>
                <a:cxn ang="0">
                  <a:pos x="68"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a:p>
          </p:txBody>
        </p:sp>
        <p:sp>
          <p:nvSpPr>
            <p:cNvPr id="1054" name="Freeform 14"/>
            <p:cNvSpPr/>
            <p:nvPr userDrawn="1"/>
          </p:nvSpPr>
          <p:spPr>
            <a:xfrm>
              <a:off x="129" y="3808"/>
              <a:ext cx="525" cy="374"/>
            </a:xfrm>
            <a:custGeom>
              <a:avLst/>
              <a:gdLst/>
              <a:ahLst/>
              <a:cxnLst>
                <a:cxn ang="0">
                  <a:pos x="0" y="163"/>
                </a:cxn>
                <a:cxn ang="0">
                  <a:pos x="461" y="374"/>
                </a:cxn>
                <a:cxn ang="0">
                  <a:pos x="470" y="267"/>
                </a:cxn>
                <a:cxn ang="0">
                  <a:pos x="525" y="211"/>
                </a:cxn>
                <a:cxn ang="0">
                  <a:pos x="39" y="0"/>
                </a:cxn>
                <a:cxn ang="0">
                  <a:pos x="0" y="64"/>
                </a:cxn>
                <a:cxn ang="0">
                  <a:pos x="0" y="163"/>
                </a:cxn>
                <a:cxn ang="0">
                  <a:pos x="0" y="163"/>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sp>
          <p:nvSpPr>
            <p:cNvPr id="1055" name="Freeform 15"/>
            <p:cNvSpPr/>
            <p:nvPr userDrawn="1"/>
          </p:nvSpPr>
          <p:spPr>
            <a:xfrm>
              <a:off x="485" y="3532"/>
              <a:ext cx="135" cy="121"/>
            </a:xfrm>
            <a:custGeom>
              <a:avLst/>
              <a:gdLst/>
              <a:ahLst/>
              <a:cxnLst>
                <a:cxn ang="0">
                  <a:pos x="0" y="14"/>
                </a:cxn>
                <a:cxn ang="0">
                  <a:pos x="79" y="0"/>
                </a:cxn>
                <a:cxn ang="0">
                  <a:pos x="125" y="18"/>
                </a:cxn>
                <a:cxn ang="0">
                  <a:pos x="135" y="70"/>
                </a:cxn>
                <a:cxn ang="0">
                  <a:pos x="81" y="73"/>
                </a:cxn>
                <a:cxn ang="0">
                  <a:pos x="16" y="121"/>
                </a:cxn>
                <a:cxn ang="0">
                  <a:pos x="0" y="14"/>
                </a:cxn>
                <a:cxn ang="0">
                  <a:pos x="0" y="14"/>
                </a:cxn>
              </a:cxnLst>
              <a:rect l="0" t="0" r="0" b="0"/>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alpha val="100000"/>
              </a:schemeClr>
            </a:solidFill>
            <a:ln w="9525">
              <a:noFill/>
            </a:ln>
          </p:spPr>
          <p:txBody>
            <a:bodyPr/>
            <a:lstStyle/>
            <a:p>
              <a:endParaRPr lang="zh-CN" altLang="en-US"/>
            </a:p>
          </p:txBody>
        </p:sp>
        <p:sp>
          <p:nvSpPr>
            <p:cNvPr id="1056" name="Freeform 16"/>
            <p:cNvSpPr/>
            <p:nvPr userDrawn="1"/>
          </p:nvSpPr>
          <p:spPr>
            <a:xfrm>
              <a:off x="641" y="4163"/>
              <a:ext cx="76" cy="112"/>
            </a:xfrm>
            <a:custGeom>
              <a:avLst/>
              <a:gdLst/>
              <a:ahLst/>
              <a:cxnLst>
                <a:cxn ang="0">
                  <a:pos x="76" y="2"/>
                </a:cxn>
                <a:cxn ang="0">
                  <a:pos x="76" y="112"/>
                </a:cxn>
                <a:cxn ang="0">
                  <a:pos x="0" y="4"/>
                </a:cxn>
                <a:cxn ang="0">
                  <a:pos x="36" y="0"/>
                </a:cxn>
                <a:cxn ang="0">
                  <a:pos x="76" y="2"/>
                </a:cxn>
                <a:cxn ang="0">
                  <a:pos x="76" y="2"/>
                </a:cxn>
              </a:cxnLst>
              <a:rect l="0" t="0" r="0" b="0"/>
              <a:pathLst>
                <a:path w="152" h="224">
                  <a:moveTo>
                    <a:pt x="152" y="4"/>
                  </a:moveTo>
                  <a:lnTo>
                    <a:pt x="152" y="224"/>
                  </a:lnTo>
                  <a:lnTo>
                    <a:pt x="0" y="8"/>
                  </a:lnTo>
                  <a:lnTo>
                    <a:pt x="72" y="0"/>
                  </a:lnTo>
                  <a:lnTo>
                    <a:pt x="152" y="4"/>
                  </a:lnTo>
                  <a:lnTo>
                    <a:pt x="152" y="4"/>
                  </a:lnTo>
                  <a:close/>
                </a:path>
              </a:pathLst>
            </a:custGeom>
            <a:solidFill>
              <a:schemeClr val="hlink">
                <a:alpha val="100000"/>
              </a:schemeClr>
            </a:solidFill>
            <a:ln w="9525">
              <a:noFill/>
            </a:ln>
          </p:spPr>
          <p:txBody>
            <a:bodyPr/>
            <a:lstStyle/>
            <a:p>
              <a:endParaRPr lang="zh-CN" altLang="en-US"/>
            </a:p>
          </p:txBody>
        </p:sp>
        <p:sp>
          <p:nvSpPr>
            <p:cNvPr id="1057" name="Freeform 17"/>
            <p:cNvSpPr/>
            <p:nvPr userDrawn="1"/>
          </p:nvSpPr>
          <p:spPr>
            <a:xfrm>
              <a:off x="504" y="3607"/>
              <a:ext cx="193" cy="383"/>
            </a:xfrm>
            <a:custGeom>
              <a:avLst/>
              <a:gdLst/>
              <a:ahLst/>
              <a:cxnLst>
                <a:cxn ang="0">
                  <a:pos x="0" y="40"/>
                </a:cxn>
                <a:cxn ang="0">
                  <a:pos x="44" y="0"/>
                </a:cxn>
                <a:cxn ang="0">
                  <a:pos x="116" y="3"/>
                </a:cxn>
                <a:cxn ang="0">
                  <a:pos x="193" y="383"/>
                </a:cxn>
                <a:cxn ang="0">
                  <a:pos x="140" y="361"/>
                </a:cxn>
                <a:cxn ang="0">
                  <a:pos x="76" y="339"/>
                </a:cxn>
                <a:cxn ang="0">
                  <a:pos x="0" y="40"/>
                </a:cxn>
                <a:cxn ang="0">
                  <a:pos x="0" y="40"/>
                </a:cxn>
              </a:cxnLst>
              <a:rect l="0" t="0" r="0" b="0"/>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alpha val="100000"/>
              </a:schemeClr>
            </a:solidFill>
            <a:ln w="9525">
              <a:noFill/>
            </a:ln>
          </p:spPr>
          <p:txBody>
            <a:bodyPr/>
            <a:lstStyle/>
            <a:p>
              <a:endParaRPr lang="zh-CN" altLang="en-US"/>
            </a:p>
          </p:txBody>
        </p:sp>
        <p:sp>
          <p:nvSpPr>
            <p:cNvPr id="1058" name="Freeform 18"/>
            <p:cNvSpPr/>
            <p:nvPr userDrawn="1"/>
          </p:nvSpPr>
          <p:spPr>
            <a:xfrm>
              <a:off x="668" y="3590"/>
              <a:ext cx="364" cy="174"/>
            </a:xfrm>
            <a:custGeom>
              <a:avLst/>
              <a:gdLst/>
              <a:ahLst/>
              <a:cxnLst>
                <a:cxn ang="0">
                  <a:pos x="346" y="0"/>
                </a:cxn>
                <a:cxn ang="0">
                  <a:pos x="0" y="53"/>
                </a:cxn>
                <a:cxn ang="0">
                  <a:pos x="14" y="174"/>
                </a:cxn>
                <a:cxn ang="0">
                  <a:pos x="358" y="119"/>
                </a:cxn>
                <a:cxn ang="0">
                  <a:pos x="364" y="22"/>
                </a:cxn>
                <a:cxn ang="0">
                  <a:pos x="346" y="0"/>
                </a:cxn>
                <a:cxn ang="0">
                  <a:pos x="346" y="0"/>
                </a:cxn>
              </a:cxnLst>
              <a:rect l="0" t="0" r="0" b="0"/>
              <a:pathLst>
                <a:path w="728" h="348">
                  <a:moveTo>
                    <a:pt x="692" y="0"/>
                  </a:moveTo>
                  <a:lnTo>
                    <a:pt x="0" y="106"/>
                  </a:lnTo>
                  <a:lnTo>
                    <a:pt x="28" y="348"/>
                  </a:lnTo>
                  <a:lnTo>
                    <a:pt x="715" y="237"/>
                  </a:lnTo>
                  <a:lnTo>
                    <a:pt x="728" y="43"/>
                  </a:lnTo>
                  <a:lnTo>
                    <a:pt x="692" y="0"/>
                  </a:lnTo>
                  <a:lnTo>
                    <a:pt x="692" y="0"/>
                  </a:lnTo>
                  <a:close/>
                </a:path>
              </a:pathLst>
            </a:custGeom>
            <a:solidFill>
              <a:schemeClr val="bg2">
                <a:alpha val="100000"/>
              </a:schemeClr>
            </a:solidFill>
            <a:ln w="9525">
              <a:noFill/>
            </a:ln>
          </p:spPr>
          <p:txBody>
            <a:bodyPr/>
            <a:lstStyle/>
            <a:p>
              <a:endParaRPr lang="zh-CN" altLang="en-US"/>
            </a:p>
          </p:txBody>
        </p:sp>
        <p:sp>
          <p:nvSpPr>
            <p:cNvPr id="1059" name="Freeform 19"/>
            <p:cNvSpPr/>
            <p:nvPr userDrawn="1"/>
          </p:nvSpPr>
          <p:spPr>
            <a:xfrm>
              <a:off x="347" y="3693"/>
              <a:ext cx="156" cy="67"/>
            </a:xfrm>
            <a:custGeom>
              <a:avLst/>
              <a:gdLst/>
              <a:ahLst/>
              <a:cxnLst>
                <a:cxn ang="0">
                  <a:pos x="136" y="0"/>
                </a:cxn>
                <a:cxn ang="0">
                  <a:pos x="0" y="39"/>
                </a:cxn>
                <a:cxn ang="0">
                  <a:pos x="156" y="67"/>
                </a:cxn>
                <a:cxn ang="0">
                  <a:pos x="136" y="0"/>
                </a:cxn>
                <a:cxn ang="0">
                  <a:pos x="136" y="0"/>
                </a:cxn>
              </a:cxnLst>
              <a:rect l="0" t="0" r="0" b="0"/>
              <a:pathLst>
                <a:path w="312" h="135">
                  <a:moveTo>
                    <a:pt x="272" y="0"/>
                  </a:moveTo>
                  <a:lnTo>
                    <a:pt x="0" y="78"/>
                  </a:lnTo>
                  <a:lnTo>
                    <a:pt x="312" y="135"/>
                  </a:lnTo>
                  <a:lnTo>
                    <a:pt x="272" y="0"/>
                  </a:lnTo>
                  <a:lnTo>
                    <a:pt x="272" y="0"/>
                  </a:lnTo>
                  <a:close/>
                </a:path>
              </a:pathLst>
            </a:custGeom>
            <a:solidFill>
              <a:schemeClr val="accent1">
                <a:alpha val="100000"/>
              </a:schemeClr>
            </a:solidFill>
            <a:ln w="9525">
              <a:noFill/>
            </a:ln>
          </p:spPr>
          <p:txBody>
            <a:bodyPr/>
            <a:lstStyle/>
            <a:p>
              <a:endParaRPr lang="zh-CN" altLang="en-US"/>
            </a:p>
          </p:txBody>
        </p:sp>
        <p:grpSp>
          <p:nvGrpSpPr>
            <p:cNvPr id="1060" name="Group 20"/>
            <p:cNvGrpSpPr/>
            <p:nvPr userDrawn="1"/>
          </p:nvGrpSpPr>
          <p:grpSpPr>
            <a:xfrm>
              <a:off x="5" y="3490"/>
              <a:ext cx="1124" cy="780"/>
              <a:chOff x="5" y="3490"/>
              <a:chExt cx="1124" cy="780"/>
            </a:xfrm>
          </p:grpSpPr>
          <p:grpSp>
            <p:nvGrpSpPr>
              <p:cNvPr id="1061" name="Group 21"/>
              <p:cNvGrpSpPr/>
              <p:nvPr userDrawn="1"/>
            </p:nvGrpSpPr>
            <p:grpSpPr>
              <a:xfrm>
                <a:off x="499" y="3562"/>
                <a:ext cx="548" cy="708"/>
                <a:chOff x="499" y="3562"/>
                <a:chExt cx="548" cy="708"/>
              </a:xfrm>
            </p:grpSpPr>
            <p:sp>
              <p:nvSpPr>
                <p:cNvPr id="1074" name="Freeform 22"/>
                <p:cNvSpPr/>
                <p:nvPr userDrawn="1"/>
              </p:nvSpPr>
              <p:spPr>
                <a:xfrm>
                  <a:off x="499" y="3587"/>
                  <a:ext cx="157" cy="87"/>
                </a:xfrm>
                <a:custGeom>
                  <a:avLst/>
                  <a:gdLst/>
                  <a:ahLst/>
                  <a:cxnLst>
                    <a:cxn ang="0">
                      <a:pos x="0" y="53"/>
                    </a:cxn>
                    <a:cxn ang="0">
                      <a:pos x="57" y="5"/>
                    </a:cxn>
                    <a:cxn ang="0">
                      <a:pos x="107" y="0"/>
                    </a:cxn>
                    <a:cxn ang="0">
                      <a:pos x="146" y="13"/>
                    </a:cxn>
                    <a:cxn ang="0">
                      <a:pos x="157" y="45"/>
                    </a:cxn>
                    <a:cxn ang="0">
                      <a:pos x="84" y="33"/>
                    </a:cxn>
                    <a:cxn ang="0">
                      <a:pos x="37" y="50"/>
                    </a:cxn>
                    <a:cxn ang="0">
                      <a:pos x="7" y="87"/>
                    </a:cxn>
                    <a:cxn ang="0">
                      <a:pos x="0" y="53"/>
                    </a:cxn>
                    <a:cxn ang="0">
                      <a:pos x="0" y="53"/>
                    </a:cxn>
                  </a:cxnLst>
                  <a:rect l="0" t="0" r="0" b="0"/>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alpha val="100000"/>
                  </a:schemeClr>
                </a:solidFill>
                <a:ln w="9525">
                  <a:noFill/>
                </a:ln>
              </p:spPr>
              <p:txBody>
                <a:bodyPr/>
                <a:lstStyle/>
                <a:p>
                  <a:endParaRPr lang="zh-CN" altLang="en-US"/>
                </a:p>
              </p:txBody>
            </p:sp>
            <p:sp>
              <p:nvSpPr>
                <p:cNvPr id="1075" name="Freeform 23"/>
                <p:cNvSpPr/>
                <p:nvPr userDrawn="1"/>
              </p:nvSpPr>
              <p:spPr>
                <a:xfrm>
                  <a:off x="636" y="4137"/>
                  <a:ext cx="115" cy="133"/>
                </a:xfrm>
                <a:custGeom>
                  <a:avLst/>
                  <a:gdLst/>
                  <a:ahLst/>
                  <a:cxnLst>
                    <a:cxn ang="0">
                      <a:pos x="0" y="20"/>
                    </a:cxn>
                    <a:cxn ang="0">
                      <a:pos x="80" y="133"/>
                    </a:cxn>
                    <a:cxn ang="0">
                      <a:pos x="115" y="126"/>
                    </a:cxn>
                    <a:cxn ang="0">
                      <a:pos x="112" y="9"/>
                    </a:cxn>
                    <a:cxn ang="0">
                      <a:pos x="83" y="0"/>
                    </a:cxn>
                    <a:cxn ang="0">
                      <a:pos x="90" y="99"/>
                    </a:cxn>
                    <a:cxn ang="0">
                      <a:pos x="36" y="2"/>
                    </a:cxn>
                    <a:cxn ang="0">
                      <a:pos x="0" y="20"/>
                    </a:cxn>
                    <a:cxn ang="0">
                      <a:pos x="0" y="20"/>
                    </a:cxn>
                  </a:cxnLst>
                  <a:rect l="0" t="0" r="0" b="0"/>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alpha val="100000"/>
                  </a:schemeClr>
                </a:solidFill>
                <a:ln w="9525">
                  <a:noFill/>
                </a:ln>
              </p:spPr>
              <p:txBody>
                <a:bodyPr/>
                <a:lstStyle/>
                <a:p>
                  <a:endParaRPr lang="zh-CN" altLang="en-US"/>
                </a:p>
              </p:txBody>
            </p:sp>
            <p:sp>
              <p:nvSpPr>
                <p:cNvPr id="1076" name="Freeform 24"/>
                <p:cNvSpPr/>
                <p:nvPr userDrawn="1"/>
              </p:nvSpPr>
              <p:spPr>
                <a:xfrm>
                  <a:off x="1004" y="3562"/>
                  <a:ext cx="43" cy="117"/>
                </a:xfrm>
                <a:custGeom>
                  <a:avLst/>
                  <a:gdLst/>
                  <a:ahLst/>
                  <a:cxnLst>
                    <a:cxn ang="0">
                      <a:pos x="0" y="10"/>
                    </a:cxn>
                    <a:cxn ang="0">
                      <a:pos x="18" y="47"/>
                    </a:cxn>
                    <a:cxn ang="0">
                      <a:pos x="22" y="77"/>
                    </a:cxn>
                    <a:cxn ang="0">
                      <a:pos x="13" y="117"/>
                    </a:cxn>
                    <a:cxn ang="0">
                      <a:pos x="40" y="110"/>
                    </a:cxn>
                    <a:cxn ang="0">
                      <a:pos x="43" y="58"/>
                    </a:cxn>
                    <a:cxn ang="0">
                      <a:pos x="23" y="0"/>
                    </a:cxn>
                    <a:cxn ang="0">
                      <a:pos x="0" y="10"/>
                    </a:cxn>
                    <a:cxn ang="0">
                      <a:pos x="0" y="10"/>
                    </a:cxn>
                  </a:cxnLst>
                  <a:rect l="0" t="0" r="0" b="0"/>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alpha val="100000"/>
                  </a:schemeClr>
                </a:solidFill>
                <a:ln w="9525">
                  <a:noFill/>
                </a:ln>
              </p:spPr>
              <p:txBody>
                <a:bodyPr/>
                <a:lstStyle/>
                <a:p>
                  <a:endParaRPr lang="zh-CN" altLang="en-US"/>
                </a:p>
              </p:txBody>
            </p:sp>
          </p:grpSp>
          <p:sp>
            <p:nvSpPr>
              <p:cNvPr id="1062" name="Freeform 25"/>
              <p:cNvSpPr/>
              <p:nvPr userDrawn="1"/>
            </p:nvSpPr>
            <p:spPr>
              <a:xfrm>
                <a:off x="76" y="3732"/>
                <a:ext cx="595" cy="250"/>
              </a:xfrm>
              <a:custGeom>
                <a:avLst/>
                <a:gdLst/>
                <a:ahLst/>
                <a:cxnLst>
                  <a:cxn ang="0">
                    <a:pos x="50" y="0"/>
                  </a:cxn>
                  <a:cxn ang="0">
                    <a:pos x="595" y="245"/>
                  </a:cxn>
                  <a:cxn ang="0">
                    <a:pos x="538" y="250"/>
                  </a:cxn>
                  <a:cxn ang="0">
                    <a:pos x="0" y="14"/>
                  </a:cxn>
                  <a:cxn ang="0">
                    <a:pos x="50" y="0"/>
                  </a:cxn>
                  <a:cxn ang="0">
                    <a:pos x="5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1063" name="Freeform 26"/>
              <p:cNvSpPr/>
              <p:nvPr userDrawn="1"/>
            </p:nvSpPr>
            <p:spPr>
              <a:xfrm>
                <a:off x="260" y="3886"/>
                <a:ext cx="244" cy="148"/>
              </a:xfrm>
              <a:custGeom>
                <a:avLst/>
                <a:gdLst/>
                <a:ahLst/>
                <a:cxnLst>
                  <a:cxn ang="0">
                    <a:pos x="7" y="17"/>
                  </a:cxn>
                  <a:cxn ang="0">
                    <a:pos x="80" y="33"/>
                  </a:cxn>
                  <a:cxn ang="0">
                    <a:pos x="162" y="69"/>
                  </a:cxn>
                  <a:cxn ang="0">
                    <a:pos x="220" y="122"/>
                  </a:cxn>
                  <a:cxn ang="0">
                    <a:pos x="163" y="115"/>
                  </a:cxn>
                  <a:cxn ang="0">
                    <a:pos x="69" y="73"/>
                  </a:cxn>
                  <a:cxn ang="0">
                    <a:pos x="25" y="40"/>
                  </a:cxn>
                  <a:cxn ang="0">
                    <a:pos x="53" y="82"/>
                  </a:cxn>
                  <a:cxn ang="0">
                    <a:pos x="136" y="135"/>
                  </a:cxn>
                  <a:cxn ang="0">
                    <a:pos x="233" y="148"/>
                  </a:cxn>
                  <a:cxn ang="0">
                    <a:pos x="244" y="112"/>
                  </a:cxn>
                  <a:cxn ang="0">
                    <a:pos x="197" y="60"/>
                  </a:cxn>
                  <a:cxn ang="0">
                    <a:pos x="85" y="9"/>
                  </a:cxn>
                  <a:cxn ang="0">
                    <a:pos x="0" y="0"/>
                  </a:cxn>
                  <a:cxn ang="0">
                    <a:pos x="7" y="17"/>
                  </a:cxn>
                  <a:cxn ang="0">
                    <a:pos x="7" y="17"/>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sp>
            <p:nvSpPr>
              <p:cNvPr id="1064" name="Freeform 27"/>
              <p:cNvSpPr/>
              <p:nvPr userDrawn="1"/>
            </p:nvSpPr>
            <p:spPr>
              <a:xfrm>
                <a:off x="565" y="3680"/>
                <a:ext cx="107" cy="238"/>
              </a:xfrm>
              <a:custGeom>
                <a:avLst/>
                <a:gdLst/>
                <a:ahLst/>
                <a:cxnLst>
                  <a:cxn ang="0">
                    <a:pos x="12" y="0"/>
                  </a:cxn>
                  <a:cxn ang="0">
                    <a:pos x="46" y="12"/>
                  </a:cxn>
                  <a:cxn ang="0">
                    <a:pos x="40" y="96"/>
                  </a:cxn>
                  <a:cxn ang="0">
                    <a:pos x="53" y="163"/>
                  </a:cxn>
                  <a:cxn ang="0">
                    <a:pos x="107" y="225"/>
                  </a:cxn>
                  <a:cxn ang="0">
                    <a:pos x="49" y="238"/>
                  </a:cxn>
                  <a:cxn ang="0">
                    <a:pos x="15" y="171"/>
                  </a:cxn>
                  <a:cxn ang="0">
                    <a:pos x="0" y="28"/>
                  </a:cxn>
                  <a:cxn ang="0">
                    <a:pos x="12" y="0"/>
                  </a:cxn>
                  <a:cxn ang="0">
                    <a:pos x="12" y="0"/>
                  </a:cxn>
                </a:cxnLst>
                <a:rect l="0" t="0" r="0" b="0"/>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alpha val="100000"/>
                </a:schemeClr>
              </a:solidFill>
              <a:ln w="9525">
                <a:noFill/>
              </a:ln>
            </p:spPr>
            <p:txBody>
              <a:bodyPr/>
              <a:lstStyle/>
              <a:p>
                <a:endParaRPr lang="zh-CN" altLang="en-US"/>
              </a:p>
            </p:txBody>
          </p:sp>
          <p:grpSp>
            <p:nvGrpSpPr>
              <p:cNvPr id="1065" name="Group 28"/>
              <p:cNvGrpSpPr/>
              <p:nvPr userDrawn="1"/>
            </p:nvGrpSpPr>
            <p:grpSpPr>
              <a:xfrm>
                <a:off x="5" y="3490"/>
                <a:ext cx="1124" cy="678"/>
                <a:chOff x="5" y="3490"/>
                <a:chExt cx="1124" cy="678"/>
              </a:xfrm>
            </p:grpSpPr>
            <p:sp>
              <p:nvSpPr>
                <p:cNvPr id="1066" name="Freeform 29"/>
                <p:cNvSpPr/>
                <p:nvPr userDrawn="1"/>
              </p:nvSpPr>
              <p:spPr>
                <a:xfrm>
                  <a:off x="669" y="4048"/>
                  <a:ext cx="75" cy="87"/>
                </a:xfrm>
                <a:custGeom>
                  <a:avLst/>
                  <a:gdLst/>
                  <a:ahLst/>
                  <a:cxnLst>
                    <a:cxn ang="0">
                      <a:pos x="55" y="0"/>
                    </a:cxn>
                    <a:cxn ang="0">
                      <a:pos x="20" y="33"/>
                    </a:cxn>
                    <a:cxn ang="0">
                      <a:pos x="0" y="87"/>
                    </a:cxn>
                    <a:cxn ang="0">
                      <a:pos x="40" y="80"/>
                    </a:cxn>
                    <a:cxn ang="0">
                      <a:pos x="52" y="42"/>
                    </a:cxn>
                    <a:cxn ang="0">
                      <a:pos x="75" y="14"/>
                    </a:cxn>
                    <a:cxn ang="0">
                      <a:pos x="55" y="0"/>
                    </a:cxn>
                    <a:cxn ang="0">
                      <a:pos x="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1067" name="Freeform 30"/>
                <p:cNvSpPr/>
                <p:nvPr userDrawn="1"/>
              </p:nvSpPr>
              <p:spPr>
                <a:xfrm>
                  <a:off x="5" y="3728"/>
                  <a:ext cx="842" cy="440"/>
                </a:xfrm>
                <a:custGeom>
                  <a:avLst/>
                  <a:gdLst/>
                  <a:ahLst/>
                  <a:cxnLst>
                    <a:cxn ang="0">
                      <a:pos x="78" y="0"/>
                    </a:cxn>
                    <a:cxn ang="0">
                      <a:pos x="32" y="26"/>
                    </a:cxn>
                    <a:cxn ang="0">
                      <a:pos x="0" y="104"/>
                    </a:cxn>
                    <a:cxn ang="0">
                      <a:pos x="34" y="179"/>
                    </a:cxn>
                    <a:cxn ang="0">
                      <a:pos x="591" y="434"/>
                    </a:cxn>
                    <a:cxn ang="0">
                      <a:pos x="711" y="418"/>
                    </a:cxn>
                    <a:cxn ang="0">
                      <a:pos x="808" y="440"/>
                    </a:cxn>
                    <a:cxn ang="0">
                      <a:pos x="842" y="404"/>
                    </a:cxn>
                    <a:cxn ang="0">
                      <a:pos x="751" y="332"/>
                    </a:cxn>
                    <a:cxn ang="0">
                      <a:pos x="714" y="256"/>
                    </a:cxn>
                    <a:cxn ang="0">
                      <a:pos x="685" y="264"/>
                    </a:cxn>
                    <a:cxn ang="0">
                      <a:pos x="720" y="332"/>
                    </a:cxn>
                    <a:cxn ang="0">
                      <a:pos x="789" y="405"/>
                    </a:cxn>
                    <a:cxn ang="0">
                      <a:pos x="707" y="394"/>
                    </a:cxn>
                    <a:cxn ang="0">
                      <a:pos x="610" y="407"/>
                    </a:cxn>
                    <a:cxn ang="0">
                      <a:pos x="628" y="325"/>
                    </a:cxn>
                    <a:cxn ang="0">
                      <a:pos x="669" y="269"/>
                    </a:cxn>
                    <a:cxn ang="0">
                      <a:pos x="621" y="276"/>
                    </a:cxn>
                    <a:cxn ang="0">
                      <a:pos x="583" y="329"/>
                    </a:cxn>
                    <a:cxn ang="0">
                      <a:pos x="570" y="396"/>
                    </a:cxn>
                    <a:cxn ang="0">
                      <a:pos x="54" y="155"/>
                    </a:cxn>
                    <a:cxn ang="0">
                      <a:pos x="40" y="108"/>
                    </a:cxn>
                    <a:cxn ang="0">
                      <a:pos x="52" y="48"/>
                    </a:cxn>
                    <a:cxn ang="0">
                      <a:pos x="109" y="0"/>
                    </a:cxn>
                    <a:cxn ang="0">
                      <a:pos x="78" y="0"/>
                    </a:cxn>
                    <a:cxn ang="0">
                      <a:pos x="78"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1068" name="Freeform 31"/>
                <p:cNvSpPr/>
                <p:nvPr userDrawn="1"/>
              </p:nvSpPr>
              <p:spPr>
                <a:xfrm>
                  <a:off x="106" y="3770"/>
                  <a:ext cx="80" cy="167"/>
                </a:xfrm>
                <a:custGeom>
                  <a:avLst/>
                  <a:gdLst/>
                  <a:ahLst/>
                  <a:cxnLst>
                    <a:cxn ang="0">
                      <a:pos x="58" y="0"/>
                    </a:cxn>
                    <a:cxn ang="0">
                      <a:pos x="10" y="53"/>
                    </a:cxn>
                    <a:cxn ang="0">
                      <a:pos x="0" y="115"/>
                    </a:cxn>
                    <a:cxn ang="0">
                      <a:pos x="17" y="157"/>
                    </a:cxn>
                    <a:cxn ang="0">
                      <a:pos x="47" y="167"/>
                    </a:cxn>
                    <a:cxn ang="0">
                      <a:pos x="38" y="77"/>
                    </a:cxn>
                    <a:cxn ang="0">
                      <a:pos x="80" y="8"/>
                    </a:cxn>
                    <a:cxn ang="0">
                      <a:pos x="58" y="0"/>
                    </a:cxn>
                    <a:cxn ang="0">
                      <a:pos x="58"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1069" name="Freeform 32"/>
                <p:cNvSpPr/>
                <p:nvPr userDrawn="1"/>
              </p:nvSpPr>
              <p:spPr>
                <a:xfrm>
                  <a:off x="449" y="3490"/>
                  <a:ext cx="322" cy="594"/>
                </a:xfrm>
                <a:custGeom>
                  <a:avLst/>
                  <a:gdLst/>
                  <a:ahLst/>
                  <a:cxnLst>
                    <a:cxn ang="0">
                      <a:pos x="109" y="448"/>
                    </a:cxn>
                    <a:cxn ang="0">
                      <a:pos x="0" y="62"/>
                    </a:cxn>
                    <a:cxn ang="0">
                      <a:pos x="41" y="19"/>
                    </a:cxn>
                    <a:cxn ang="0">
                      <a:pos x="129" y="0"/>
                    </a:cxn>
                    <a:cxn ang="0">
                      <a:pos x="200" y="29"/>
                    </a:cxn>
                    <a:cxn ang="0">
                      <a:pos x="322" y="594"/>
                    </a:cxn>
                    <a:cxn ang="0">
                      <a:pos x="278" y="546"/>
                    </a:cxn>
                    <a:cxn ang="0">
                      <a:pos x="178" y="49"/>
                    </a:cxn>
                    <a:cxn ang="0">
                      <a:pos x="113" y="31"/>
                    </a:cxn>
                    <a:cxn ang="0">
                      <a:pos x="60" y="37"/>
                    </a:cxn>
                    <a:cxn ang="0">
                      <a:pos x="38" y="71"/>
                    </a:cxn>
                    <a:cxn ang="0">
                      <a:pos x="153" y="462"/>
                    </a:cxn>
                    <a:cxn ang="0">
                      <a:pos x="109" y="448"/>
                    </a:cxn>
                    <a:cxn ang="0">
                      <a:pos x="109" y="448"/>
                    </a:cxn>
                  </a:cxnLst>
                  <a:rect l="0" t="0" r="0" b="0"/>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alpha val="100000"/>
                  </a:schemeClr>
                </a:solidFill>
                <a:ln w="9525">
                  <a:noFill/>
                </a:ln>
              </p:spPr>
              <p:txBody>
                <a:bodyPr/>
                <a:lstStyle/>
                <a:p>
                  <a:endParaRPr lang="zh-CN" altLang="en-US"/>
                </a:p>
              </p:txBody>
            </p:sp>
            <p:sp>
              <p:nvSpPr>
                <p:cNvPr id="1070" name="Freeform 33"/>
                <p:cNvSpPr/>
                <p:nvPr userDrawn="1"/>
              </p:nvSpPr>
              <p:spPr>
                <a:xfrm>
                  <a:off x="578" y="3650"/>
                  <a:ext cx="96" cy="252"/>
                </a:xfrm>
                <a:custGeom>
                  <a:avLst/>
                  <a:gdLst/>
                  <a:ahLst/>
                  <a:cxnLst>
                    <a:cxn ang="0">
                      <a:pos x="0" y="14"/>
                    </a:cxn>
                    <a:cxn ang="0">
                      <a:pos x="38" y="97"/>
                    </a:cxn>
                    <a:cxn ang="0">
                      <a:pos x="57" y="159"/>
                    </a:cxn>
                    <a:cxn ang="0">
                      <a:pos x="58" y="252"/>
                    </a:cxn>
                    <a:cxn ang="0">
                      <a:pos x="96" y="252"/>
                    </a:cxn>
                    <a:cxn ang="0">
                      <a:pos x="94" y="180"/>
                    </a:cxn>
                    <a:cxn ang="0">
                      <a:pos x="81" y="104"/>
                    </a:cxn>
                    <a:cxn ang="0">
                      <a:pos x="50" y="30"/>
                    </a:cxn>
                    <a:cxn ang="0">
                      <a:pos x="32" y="0"/>
                    </a:cxn>
                    <a:cxn ang="0">
                      <a:pos x="0" y="14"/>
                    </a:cxn>
                    <a:cxn ang="0">
                      <a:pos x="0" y="14"/>
                    </a:cxn>
                  </a:cxnLst>
                  <a:rect l="0" t="0" r="0" b="0"/>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alpha val="100000"/>
                  </a:schemeClr>
                </a:solidFill>
                <a:ln w="9525">
                  <a:noFill/>
                </a:ln>
              </p:spPr>
              <p:txBody>
                <a:bodyPr/>
                <a:lstStyle/>
                <a:p>
                  <a:endParaRPr lang="zh-CN" altLang="en-US"/>
                </a:p>
              </p:txBody>
            </p:sp>
            <p:sp>
              <p:nvSpPr>
                <p:cNvPr id="1071" name="Freeform 34"/>
                <p:cNvSpPr/>
                <p:nvPr userDrawn="1"/>
              </p:nvSpPr>
              <p:spPr>
                <a:xfrm>
                  <a:off x="328" y="3630"/>
                  <a:ext cx="195" cy="135"/>
                </a:xfrm>
                <a:custGeom>
                  <a:avLst/>
                  <a:gdLst/>
                  <a:ahLst/>
                  <a:cxnLst>
                    <a:cxn ang="0">
                      <a:pos x="149" y="0"/>
                    </a:cxn>
                    <a:cxn ang="0">
                      <a:pos x="129" y="9"/>
                    </a:cxn>
                    <a:cxn ang="0">
                      <a:pos x="127" y="33"/>
                    </a:cxn>
                    <a:cxn ang="0">
                      <a:pos x="0" y="85"/>
                    </a:cxn>
                    <a:cxn ang="0">
                      <a:pos x="0" y="111"/>
                    </a:cxn>
                    <a:cxn ang="0">
                      <a:pos x="142" y="113"/>
                    </a:cxn>
                    <a:cxn ang="0">
                      <a:pos x="160" y="135"/>
                    </a:cxn>
                    <a:cxn ang="0">
                      <a:pos x="195" y="133"/>
                    </a:cxn>
                    <a:cxn ang="0">
                      <a:pos x="192" y="95"/>
                    </a:cxn>
                    <a:cxn ang="0">
                      <a:pos x="58" y="88"/>
                    </a:cxn>
                    <a:cxn ang="0">
                      <a:pos x="167" y="45"/>
                    </a:cxn>
                    <a:cxn ang="0">
                      <a:pos x="149" y="0"/>
                    </a:cxn>
                    <a:cxn ang="0">
                      <a:pos x="149" y="0"/>
                    </a:cxn>
                  </a:cxnLst>
                  <a:rect l="0" t="0" r="0" b="0"/>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alpha val="100000"/>
                  </a:schemeClr>
                </a:solidFill>
                <a:ln w="9525">
                  <a:noFill/>
                </a:ln>
              </p:spPr>
              <p:txBody>
                <a:bodyPr/>
                <a:lstStyle/>
                <a:p>
                  <a:endParaRPr lang="zh-CN" altLang="en-US"/>
                </a:p>
              </p:txBody>
            </p:sp>
            <p:sp>
              <p:nvSpPr>
                <p:cNvPr id="1072" name="Freeform 35"/>
                <p:cNvSpPr/>
                <p:nvPr userDrawn="1"/>
              </p:nvSpPr>
              <p:spPr>
                <a:xfrm>
                  <a:off x="658" y="3538"/>
                  <a:ext cx="471" cy="212"/>
                </a:xfrm>
                <a:custGeom>
                  <a:avLst/>
                  <a:gdLst/>
                  <a:ahLst/>
                  <a:cxnLst>
                    <a:cxn ang="0">
                      <a:pos x="0" y="66"/>
                    </a:cxn>
                    <a:cxn ang="0">
                      <a:pos x="432" y="0"/>
                    </a:cxn>
                    <a:cxn ang="0">
                      <a:pos x="463" y="39"/>
                    </a:cxn>
                    <a:cxn ang="0">
                      <a:pos x="471" y="91"/>
                    </a:cxn>
                    <a:cxn ang="0">
                      <a:pos x="452" y="141"/>
                    </a:cxn>
                    <a:cxn ang="0">
                      <a:pos x="29" y="212"/>
                    </a:cxn>
                    <a:cxn ang="0">
                      <a:pos x="27" y="192"/>
                    </a:cxn>
                    <a:cxn ang="0">
                      <a:pos x="432" y="121"/>
                    </a:cxn>
                    <a:cxn ang="0">
                      <a:pos x="447" y="73"/>
                    </a:cxn>
                    <a:cxn ang="0">
                      <a:pos x="420" y="29"/>
                    </a:cxn>
                    <a:cxn ang="0">
                      <a:pos x="0" y="93"/>
                    </a:cxn>
                    <a:cxn ang="0">
                      <a:pos x="0" y="66"/>
                    </a:cxn>
                    <a:cxn ang="0">
                      <a:pos x="0" y="66"/>
                    </a:cxn>
                  </a:cxnLst>
                  <a:rect l="0" t="0" r="0" b="0"/>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alpha val="100000"/>
                  </a:schemeClr>
                </a:solidFill>
                <a:ln w="9525">
                  <a:noFill/>
                </a:ln>
              </p:spPr>
              <p:txBody>
                <a:bodyPr/>
                <a:lstStyle/>
                <a:p>
                  <a:endParaRPr lang="zh-CN" altLang="en-US"/>
                </a:p>
              </p:txBody>
            </p:sp>
            <p:sp>
              <p:nvSpPr>
                <p:cNvPr id="1073" name="Freeform 36"/>
                <p:cNvSpPr/>
                <p:nvPr userDrawn="1"/>
              </p:nvSpPr>
              <p:spPr>
                <a:xfrm>
                  <a:off x="717" y="3606"/>
                  <a:ext cx="245" cy="86"/>
                </a:xfrm>
                <a:custGeom>
                  <a:avLst/>
                  <a:gdLst/>
                  <a:ahLst/>
                  <a:cxnLst>
                    <a:cxn ang="0">
                      <a:pos x="0" y="63"/>
                    </a:cxn>
                    <a:cxn ang="0">
                      <a:pos x="33" y="86"/>
                    </a:cxn>
                    <a:cxn ang="0">
                      <a:pos x="111" y="83"/>
                    </a:cxn>
                    <a:cxn ang="0">
                      <a:pos x="210" y="58"/>
                    </a:cxn>
                    <a:cxn ang="0">
                      <a:pos x="245" y="21"/>
                    </a:cxn>
                    <a:cxn ang="0">
                      <a:pos x="222" y="1"/>
                    </a:cxn>
                    <a:cxn ang="0">
                      <a:pos x="127" y="0"/>
                    </a:cxn>
                    <a:cxn ang="0">
                      <a:pos x="55" y="6"/>
                    </a:cxn>
                    <a:cxn ang="0">
                      <a:pos x="8" y="38"/>
                    </a:cxn>
                    <a:cxn ang="0">
                      <a:pos x="56" y="47"/>
                    </a:cxn>
                    <a:cxn ang="0">
                      <a:pos x="138" y="26"/>
                    </a:cxn>
                    <a:cxn ang="0">
                      <a:pos x="209" y="26"/>
                    </a:cxn>
                    <a:cxn ang="0">
                      <a:pos x="135" y="55"/>
                    </a:cxn>
                    <a:cxn ang="0">
                      <a:pos x="71" y="63"/>
                    </a:cxn>
                    <a:cxn ang="0">
                      <a:pos x="0" y="63"/>
                    </a:cxn>
                    <a:cxn ang="0">
                      <a:pos x="0" y="63"/>
                    </a:cxn>
                  </a:cxnLst>
                  <a:rect l="0" t="0" r="0" b="0"/>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alpha val="100000"/>
                  </a:schemeClr>
                </a:solidFill>
                <a:ln w="9525">
                  <a:noFill/>
                </a:ln>
              </p:spPr>
              <p:txBody>
                <a:bodyPr/>
                <a:lstStyle/>
                <a:p>
                  <a:endParaRPr lang="zh-CN" altLang="en-US"/>
                </a:p>
              </p:txBody>
            </p:sp>
          </p:grpSp>
        </p:grpSp>
      </p:grpSp>
      <p:grpSp>
        <p:nvGrpSpPr>
          <p:cNvPr id="1035" name="Group 37"/>
          <p:cNvGrpSpPr/>
          <p:nvPr/>
        </p:nvGrpSpPr>
        <p:grpSpPr>
          <a:xfrm>
            <a:off x="8680450" y="2116138"/>
            <a:ext cx="385763" cy="4308475"/>
            <a:chOff x="5468" y="1333"/>
            <a:chExt cx="243" cy="2714"/>
          </a:xfrm>
        </p:grpSpPr>
        <p:sp>
          <p:nvSpPr>
            <p:cNvPr id="1049" name="Freeform 38"/>
            <p:cNvSpPr/>
            <p:nvPr userDrawn="1"/>
          </p:nvSpPr>
          <p:spPr>
            <a:xfrm flipH="1">
              <a:off x="5468" y="2620"/>
              <a:ext cx="205" cy="1427"/>
            </a:xfrm>
            <a:custGeom>
              <a:avLst/>
              <a:gdLst/>
              <a:ahLst/>
              <a:cxnLst>
                <a:cxn ang="0">
                  <a:pos x="184" y="1379"/>
                </a:cxn>
                <a:cxn ang="0">
                  <a:pos x="101" y="1287"/>
                </a:cxn>
                <a:cxn ang="0">
                  <a:pos x="85" y="1216"/>
                </a:cxn>
                <a:cxn ang="0">
                  <a:pos x="99" y="1111"/>
                </a:cxn>
                <a:cxn ang="0">
                  <a:pos x="157" y="984"/>
                </a:cxn>
                <a:cxn ang="0">
                  <a:pos x="170" y="904"/>
                </a:cxn>
                <a:cxn ang="0">
                  <a:pos x="157" y="851"/>
                </a:cxn>
                <a:cxn ang="0">
                  <a:pos x="106" y="812"/>
                </a:cxn>
                <a:cxn ang="0">
                  <a:pos x="96" y="763"/>
                </a:cxn>
                <a:cxn ang="0">
                  <a:pos x="114" y="693"/>
                </a:cxn>
                <a:cxn ang="0">
                  <a:pos x="197" y="505"/>
                </a:cxn>
                <a:cxn ang="0">
                  <a:pos x="205" y="413"/>
                </a:cxn>
                <a:cxn ang="0">
                  <a:pos x="184" y="312"/>
                </a:cxn>
                <a:cxn ang="0">
                  <a:pos x="114" y="263"/>
                </a:cxn>
                <a:cxn ang="0">
                  <a:pos x="53" y="184"/>
                </a:cxn>
                <a:cxn ang="0">
                  <a:pos x="0" y="0"/>
                </a:cxn>
                <a:cxn ang="0">
                  <a:pos x="8" y="167"/>
                </a:cxn>
                <a:cxn ang="0">
                  <a:pos x="48" y="267"/>
                </a:cxn>
                <a:cxn ang="0">
                  <a:pos x="101" y="329"/>
                </a:cxn>
                <a:cxn ang="0">
                  <a:pos x="160" y="364"/>
                </a:cxn>
                <a:cxn ang="0">
                  <a:pos x="163" y="456"/>
                </a:cxn>
                <a:cxn ang="0">
                  <a:pos x="133" y="553"/>
                </a:cxn>
                <a:cxn ang="0">
                  <a:pos x="64" y="724"/>
                </a:cxn>
                <a:cxn ang="0">
                  <a:pos x="61" y="834"/>
                </a:cxn>
                <a:cxn ang="0">
                  <a:pos x="125" y="895"/>
                </a:cxn>
                <a:cxn ang="0">
                  <a:pos x="122" y="952"/>
                </a:cxn>
                <a:cxn ang="0">
                  <a:pos x="66" y="1071"/>
                </a:cxn>
                <a:cxn ang="0">
                  <a:pos x="42" y="1185"/>
                </a:cxn>
                <a:cxn ang="0">
                  <a:pos x="64" y="1308"/>
                </a:cxn>
                <a:cxn ang="0">
                  <a:pos x="114" y="1374"/>
                </a:cxn>
                <a:cxn ang="0">
                  <a:pos x="178" y="1427"/>
                </a:cxn>
                <a:cxn ang="0">
                  <a:pos x="184" y="1379"/>
                </a:cxn>
                <a:cxn ang="0">
                  <a:pos x="184" y="1379"/>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a:p>
          </p:txBody>
        </p:sp>
        <p:sp>
          <p:nvSpPr>
            <p:cNvPr id="1050" name="Freeform 39"/>
            <p:cNvSpPr/>
            <p:nvPr userDrawn="1"/>
          </p:nvSpPr>
          <p:spPr>
            <a:xfrm flipH="1">
              <a:off x="5506" y="1333"/>
              <a:ext cx="205" cy="1633"/>
            </a:xfrm>
            <a:custGeom>
              <a:avLst/>
              <a:gdLst/>
              <a:ahLst/>
              <a:cxnLst>
                <a:cxn ang="0">
                  <a:pos x="184" y="1578"/>
                </a:cxn>
                <a:cxn ang="0">
                  <a:pos x="101" y="1473"/>
                </a:cxn>
                <a:cxn ang="0">
                  <a:pos x="85" y="1392"/>
                </a:cxn>
                <a:cxn ang="0">
                  <a:pos x="99" y="1271"/>
                </a:cxn>
                <a:cxn ang="0">
                  <a:pos x="157" y="1126"/>
                </a:cxn>
                <a:cxn ang="0">
                  <a:pos x="170" y="1035"/>
                </a:cxn>
                <a:cxn ang="0">
                  <a:pos x="157" y="974"/>
                </a:cxn>
                <a:cxn ang="0">
                  <a:pos x="106" y="930"/>
                </a:cxn>
                <a:cxn ang="0">
                  <a:pos x="96" y="874"/>
                </a:cxn>
                <a:cxn ang="0">
                  <a:pos x="114" y="794"/>
                </a:cxn>
                <a:cxn ang="0">
                  <a:pos x="197" y="578"/>
                </a:cxn>
                <a:cxn ang="0">
                  <a:pos x="205" y="473"/>
                </a:cxn>
                <a:cxn ang="0">
                  <a:pos x="184" y="357"/>
                </a:cxn>
                <a:cxn ang="0">
                  <a:pos x="114" y="302"/>
                </a:cxn>
                <a:cxn ang="0">
                  <a:pos x="53" y="211"/>
                </a:cxn>
                <a:cxn ang="0">
                  <a:pos x="0" y="0"/>
                </a:cxn>
                <a:cxn ang="0">
                  <a:pos x="8" y="191"/>
                </a:cxn>
                <a:cxn ang="0">
                  <a:pos x="48" y="306"/>
                </a:cxn>
                <a:cxn ang="0">
                  <a:pos x="101" y="377"/>
                </a:cxn>
                <a:cxn ang="0">
                  <a:pos x="160" y="417"/>
                </a:cxn>
                <a:cxn ang="0">
                  <a:pos x="163" y="522"/>
                </a:cxn>
                <a:cxn ang="0">
                  <a:pos x="133" y="633"/>
                </a:cxn>
                <a:cxn ang="0">
                  <a:pos x="64" y="829"/>
                </a:cxn>
                <a:cxn ang="0">
                  <a:pos x="61" y="955"/>
                </a:cxn>
                <a:cxn ang="0">
                  <a:pos x="125" y="1025"/>
                </a:cxn>
                <a:cxn ang="0">
                  <a:pos x="122" y="1090"/>
                </a:cxn>
                <a:cxn ang="0">
                  <a:pos x="66" y="1226"/>
                </a:cxn>
                <a:cxn ang="0">
                  <a:pos x="42" y="1357"/>
                </a:cxn>
                <a:cxn ang="0">
                  <a:pos x="64" y="1497"/>
                </a:cxn>
                <a:cxn ang="0">
                  <a:pos x="114" y="1572"/>
                </a:cxn>
                <a:cxn ang="0">
                  <a:pos x="178" y="1633"/>
                </a:cxn>
                <a:cxn ang="0">
                  <a:pos x="184" y="1578"/>
                </a:cxn>
                <a:cxn ang="0">
                  <a:pos x="184" y="1578"/>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a:p>
          </p:txBody>
        </p:sp>
      </p:grpSp>
      <p:grpSp>
        <p:nvGrpSpPr>
          <p:cNvPr id="1036" name="Group 40"/>
          <p:cNvGrpSpPr/>
          <p:nvPr/>
        </p:nvGrpSpPr>
        <p:grpSpPr>
          <a:xfrm>
            <a:off x="7318375" y="90488"/>
            <a:ext cx="2133600" cy="1911350"/>
            <a:chOff x="4610" y="57"/>
            <a:chExt cx="1344" cy="1204"/>
          </a:xfrm>
        </p:grpSpPr>
        <p:grpSp>
          <p:nvGrpSpPr>
            <p:cNvPr id="1037" name="Group 41"/>
            <p:cNvGrpSpPr/>
            <p:nvPr userDrawn="1"/>
          </p:nvGrpSpPr>
          <p:grpSpPr>
            <a:xfrm>
              <a:off x="4610" y="57"/>
              <a:ext cx="1344" cy="1204"/>
              <a:chOff x="4610" y="57"/>
              <a:chExt cx="1344" cy="1204"/>
            </a:xfrm>
          </p:grpSpPr>
          <p:sp>
            <p:nvSpPr>
              <p:cNvPr id="1039" name="Freeform 42"/>
              <p:cNvSpPr/>
              <p:nvPr userDrawn="1"/>
            </p:nvSpPr>
            <p:spPr>
              <a:xfrm rot="-3172564">
                <a:off x="5430" y="1086"/>
                <a:ext cx="62" cy="288"/>
              </a:xfrm>
              <a:custGeom>
                <a:avLst/>
                <a:gdLst/>
                <a:ahLst/>
                <a:cxnLst>
                  <a:cxn ang="0">
                    <a:pos x="31" y="3"/>
                  </a:cxn>
                  <a:cxn ang="0">
                    <a:pos x="33" y="122"/>
                  </a:cxn>
                  <a:cxn ang="0">
                    <a:pos x="0" y="288"/>
                  </a:cxn>
                  <a:cxn ang="0">
                    <a:pos x="20" y="282"/>
                  </a:cxn>
                  <a:cxn ang="0">
                    <a:pos x="55" y="134"/>
                  </a:cxn>
                  <a:cxn ang="0">
                    <a:pos x="62" y="0"/>
                  </a:cxn>
                  <a:cxn ang="0">
                    <a:pos x="31" y="3"/>
                  </a:cxn>
                  <a:cxn ang="0">
                    <a:pos x="31" y="3"/>
                  </a:cxn>
                </a:cxnLst>
                <a:rect l="0" t="0" r="0" b="0"/>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alpha val="100000"/>
                </a:schemeClr>
              </a:solidFill>
              <a:ln w="9525">
                <a:noFill/>
              </a:ln>
            </p:spPr>
            <p:txBody>
              <a:bodyPr/>
              <a:lstStyle/>
              <a:p>
                <a:endParaRPr lang="zh-CN" altLang="en-US"/>
              </a:p>
            </p:txBody>
          </p:sp>
          <p:grpSp>
            <p:nvGrpSpPr>
              <p:cNvPr id="1040" name="Group 43"/>
              <p:cNvGrpSpPr/>
              <p:nvPr userDrawn="1"/>
            </p:nvGrpSpPr>
            <p:grpSpPr>
              <a:xfrm>
                <a:off x="4610" y="57"/>
                <a:ext cx="1344" cy="985"/>
                <a:chOff x="4610" y="57"/>
                <a:chExt cx="1344" cy="985"/>
              </a:xfrm>
            </p:grpSpPr>
            <p:sp>
              <p:nvSpPr>
                <p:cNvPr id="1041" name="Freeform 44"/>
                <p:cNvSpPr/>
                <p:nvPr userDrawn="1"/>
              </p:nvSpPr>
              <p:spPr>
                <a:xfrm rot="-3172564">
                  <a:off x="4966" y="71"/>
                  <a:ext cx="153" cy="125"/>
                </a:xfrm>
                <a:custGeom>
                  <a:avLst/>
                  <a:gdLst/>
                  <a:ahLst/>
                  <a:cxnLst>
                    <a:cxn ang="0">
                      <a:pos x="0" y="0"/>
                    </a:cxn>
                    <a:cxn ang="0">
                      <a:pos x="75" y="66"/>
                    </a:cxn>
                    <a:cxn ang="0">
                      <a:pos x="127" y="125"/>
                    </a:cxn>
                    <a:cxn ang="0">
                      <a:pos x="153" y="50"/>
                    </a:cxn>
                    <a:cxn ang="0">
                      <a:pos x="91" y="3"/>
                    </a:cxn>
                    <a:cxn ang="0">
                      <a:pos x="118" y="66"/>
                    </a:cxn>
                    <a:cxn ang="0">
                      <a:pos x="33" y="6"/>
                    </a:cxn>
                    <a:cxn ang="0">
                      <a:pos x="0" y="0"/>
                    </a:cxn>
                    <a:cxn ang="0">
                      <a:pos x="0" y="0"/>
                    </a:cxn>
                  </a:cxnLst>
                  <a:rect l="0" t="0" r="0" b="0"/>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alpha val="100000"/>
                  </a:schemeClr>
                </a:solidFill>
                <a:ln w="9525">
                  <a:noFill/>
                </a:ln>
              </p:spPr>
              <p:txBody>
                <a:bodyPr/>
                <a:lstStyle/>
                <a:p>
                  <a:endParaRPr lang="zh-CN" altLang="en-US"/>
                </a:p>
              </p:txBody>
            </p:sp>
            <p:sp>
              <p:nvSpPr>
                <p:cNvPr id="1042" name="Freeform 45"/>
                <p:cNvSpPr/>
                <p:nvPr userDrawn="1"/>
              </p:nvSpPr>
              <p:spPr>
                <a:xfrm rot="-3172564">
                  <a:off x="5048" y="331"/>
                  <a:ext cx="269" cy="438"/>
                </a:xfrm>
                <a:custGeom>
                  <a:avLst/>
                  <a:gdLst/>
                  <a:ahLst/>
                  <a:cxnLst>
                    <a:cxn ang="0">
                      <a:pos x="187" y="46"/>
                    </a:cxn>
                    <a:cxn ang="0">
                      <a:pos x="123" y="125"/>
                    </a:cxn>
                    <a:cxn ang="0">
                      <a:pos x="41" y="271"/>
                    </a:cxn>
                    <a:cxn ang="0">
                      <a:pos x="0" y="392"/>
                    </a:cxn>
                    <a:cxn ang="0">
                      <a:pos x="15" y="438"/>
                    </a:cxn>
                    <a:cxn ang="0">
                      <a:pos x="66" y="428"/>
                    </a:cxn>
                    <a:cxn ang="0">
                      <a:pos x="146" y="325"/>
                    </a:cxn>
                    <a:cxn ang="0">
                      <a:pos x="221" y="190"/>
                    </a:cxn>
                    <a:cxn ang="0">
                      <a:pos x="261" y="96"/>
                    </a:cxn>
                    <a:cxn ang="0">
                      <a:pos x="269" y="30"/>
                    </a:cxn>
                    <a:cxn ang="0">
                      <a:pos x="247" y="0"/>
                    </a:cxn>
                    <a:cxn ang="0">
                      <a:pos x="211" y="23"/>
                    </a:cxn>
                    <a:cxn ang="0">
                      <a:pos x="245" y="38"/>
                    </a:cxn>
                    <a:cxn ang="0">
                      <a:pos x="221" y="125"/>
                    </a:cxn>
                    <a:cxn ang="0">
                      <a:pos x="174" y="234"/>
                    </a:cxn>
                    <a:cxn ang="0">
                      <a:pos x="88" y="359"/>
                    </a:cxn>
                    <a:cxn ang="0">
                      <a:pos x="29" y="397"/>
                    </a:cxn>
                    <a:cxn ang="0">
                      <a:pos x="34" y="336"/>
                    </a:cxn>
                    <a:cxn ang="0">
                      <a:pos x="110" y="179"/>
                    </a:cxn>
                    <a:cxn ang="0">
                      <a:pos x="210" y="42"/>
                    </a:cxn>
                    <a:cxn ang="0">
                      <a:pos x="187" y="46"/>
                    </a:cxn>
                    <a:cxn ang="0">
                      <a:pos x="187" y="46"/>
                    </a:cxn>
                  </a:cxnLst>
                  <a:rect l="0" t="0" r="0" b="0"/>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alpha val="100000"/>
                  </a:schemeClr>
                </a:solidFill>
                <a:ln w="9525">
                  <a:noFill/>
                </a:ln>
              </p:spPr>
              <p:txBody>
                <a:bodyPr/>
                <a:lstStyle/>
                <a:p>
                  <a:endParaRPr lang="zh-CN" altLang="en-US"/>
                </a:p>
              </p:txBody>
            </p:sp>
            <p:sp>
              <p:nvSpPr>
                <p:cNvPr id="1043" name="Freeform 46"/>
                <p:cNvSpPr/>
                <p:nvPr userDrawn="1"/>
              </p:nvSpPr>
              <p:spPr>
                <a:xfrm rot="-3172564">
                  <a:off x="4858" y="181"/>
                  <a:ext cx="505" cy="898"/>
                </a:xfrm>
                <a:custGeom>
                  <a:avLst/>
                  <a:gdLst/>
                  <a:ahLst/>
                  <a:cxnLst>
                    <a:cxn ang="0">
                      <a:pos x="490" y="0"/>
                    </a:cxn>
                    <a:cxn ang="0">
                      <a:pos x="0" y="898"/>
                    </a:cxn>
                    <a:cxn ang="0">
                      <a:pos x="48" y="873"/>
                    </a:cxn>
                    <a:cxn ang="0">
                      <a:pos x="505" y="22"/>
                    </a:cxn>
                    <a:cxn ang="0">
                      <a:pos x="490" y="0"/>
                    </a:cxn>
                    <a:cxn ang="0">
                      <a:pos x="490" y="0"/>
                    </a:cxn>
                  </a:cxnLst>
                  <a:rect l="0" t="0" r="0" b="0"/>
                  <a:pathLst>
                    <a:path w="2002" h="2521">
                      <a:moveTo>
                        <a:pt x="1941" y="0"/>
                      </a:moveTo>
                      <a:lnTo>
                        <a:pt x="0" y="2521"/>
                      </a:lnTo>
                      <a:lnTo>
                        <a:pt x="192" y="2450"/>
                      </a:lnTo>
                      <a:lnTo>
                        <a:pt x="2002" y="61"/>
                      </a:lnTo>
                      <a:lnTo>
                        <a:pt x="1941" y="0"/>
                      </a:lnTo>
                      <a:lnTo>
                        <a:pt x="1941" y="0"/>
                      </a:lnTo>
                      <a:close/>
                    </a:path>
                  </a:pathLst>
                </a:custGeom>
                <a:solidFill>
                  <a:schemeClr val="accent2">
                    <a:alpha val="100000"/>
                  </a:schemeClr>
                </a:solidFill>
                <a:ln w="9525">
                  <a:noFill/>
                </a:ln>
              </p:spPr>
              <p:txBody>
                <a:bodyPr/>
                <a:lstStyle/>
                <a:p>
                  <a:endParaRPr lang="zh-CN" altLang="en-US"/>
                </a:p>
              </p:txBody>
            </p:sp>
            <p:sp>
              <p:nvSpPr>
                <p:cNvPr id="1044" name="Freeform 47"/>
                <p:cNvSpPr/>
                <p:nvPr userDrawn="1"/>
              </p:nvSpPr>
              <p:spPr>
                <a:xfrm rot="-3172564">
                  <a:off x="4903" y="-19"/>
                  <a:ext cx="758" cy="1344"/>
                </a:xfrm>
                <a:custGeom>
                  <a:avLst/>
                  <a:gdLst/>
                  <a:ahLst/>
                  <a:cxnLst>
                    <a:cxn ang="0">
                      <a:pos x="24" y="1014"/>
                    </a:cxn>
                    <a:cxn ang="0">
                      <a:pos x="99" y="1010"/>
                    </a:cxn>
                    <a:cxn ang="0">
                      <a:pos x="207" y="1072"/>
                    </a:cxn>
                    <a:cxn ang="0">
                      <a:pos x="172" y="1004"/>
                    </a:cxn>
                    <a:cxn ang="0">
                      <a:pos x="93" y="963"/>
                    </a:cxn>
                    <a:cxn ang="0">
                      <a:pos x="161" y="969"/>
                    </a:cxn>
                    <a:cxn ang="0">
                      <a:pos x="247" y="1023"/>
                    </a:cxn>
                    <a:cxn ang="0">
                      <a:pos x="721" y="150"/>
                    </a:cxn>
                    <a:cxn ang="0">
                      <a:pos x="650" y="53"/>
                    </a:cxn>
                    <a:cxn ang="0">
                      <a:pos x="582" y="0"/>
                    </a:cxn>
                    <a:cxn ang="0">
                      <a:pos x="679" y="28"/>
                    </a:cxn>
                    <a:cxn ang="0">
                      <a:pos x="758" y="153"/>
                    </a:cxn>
                    <a:cxn ang="0">
                      <a:pos x="209" y="1167"/>
                    </a:cxn>
                    <a:cxn ang="0">
                      <a:pos x="121" y="1216"/>
                    </a:cxn>
                    <a:cxn ang="0">
                      <a:pos x="26" y="1344"/>
                    </a:cxn>
                    <a:cxn ang="0">
                      <a:pos x="0" y="1307"/>
                    </a:cxn>
                    <a:cxn ang="0">
                      <a:pos x="33" y="1294"/>
                    </a:cxn>
                    <a:cxn ang="0">
                      <a:pos x="95" y="1206"/>
                    </a:cxn>
                    <a:cxn ang="0">
                      <a:pos x="42" y="1167"/>
                    </a:cxn>
                    <a:cxn ang="0">
                      <a:pos x="42" y="1132"/>
                    </a:cxn>
                    <a:cxn ang="0">
                      <a:pos x="104" y="1175"/>
                    </a:cxn>
                    <a:cxn ang="0">
                      <a:pos x="104" y="1136"/>
                    </a:cxn>
                    <a:cxn ang="0">
                      <a:pos x="152" y="1148"/>
                    </a:cxn>
                    <a:cxn ang="0">
                      <a:pos x="108" y="1097"/>
                    </a:cxn>
                    <a:cxn ang="0">
                      <a:pos x="159" y="1091"/>
                    </a:cxn>
                    <a:cxn ang="0">
                      <a:pos x="24" y="1014"/>
                    </a:cxn>
                    <a:cxn ang="0">
                      <a:pos x="24" y="1014"/>
                    </a:cxn>
                  </a:cxnLst>
                  <a:rect l="0" t="0" r="0" b="0"/>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alpha val="100000"/>
                  </a:schemeClr>
                </a:solidFill>
                <a:ln w="9525">
                  <a:noFill/>
                </a:ln>
              </p:spPr>
              <p:txBody>
                <a:bodyPr/>
                <a:lstStyle/>
                <a:p>
                  <a:endParaRPr lang="zh-CN" altLang="en-US"/>
                </a:p>
              </p:txBody>
            </p:sp>
            <p:sp>
              <p:nvSpPr>
                <p:cNvPr id="1045" name="Freeform 48"/>
                <p:cNvSpPr/>
                <p:nvPr userDrawn="1"/>
              </p:nvSpPr>
              <p:spPr>
                <a:xfrm rot="-3172564">
                  <a:off x="5297" y="896"/>
                  <a:ext cx="169" cy="122"/>
                </a:xfrm>
                <a:custGeom>
                  <a:avLst/>
                  <a:gdLst/>
                  <a:ahLst/>
                  <a:cxnLst>
                    <a:cxn ang="0">
                      <a:pos x="0" y="29"/>
                    </a:cxn>
                    <a:cxn ang="0">
                      <a:pos x="64" y="38"/>
                    </a:cxn>
                    <a:cxn ang="0">
                      <a:pos x="160" y="122"/>
                    </a:cxn>
                    <a:cxn ang="0">
                      <a:pos x="169" y="103"/>
                    </a:cxn>
                    <a:cxn ang="0">
                      <a:pos x="112" y="41"/>
                    </a:cxn>
                    <a:cxn ang="0">
                      <a:pos x="7" y="0"/>
                    </a:cxn>
                    <a:cxn ang="0">
                      <a:pos x="0" y="29"/>
                    </a:cxn>
                    <a:cxn ang="0">
                      <a:pos x="0" y="29"/>
                    </a:cxn>
                  </a:cxnLst>
                  <a:rect l="0" t="0" r="0" b="0"/>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alpha val="100000"/>
                  </a:schemeClr>
                </a:solidFill>
                <a:ln w="9525">
                  <a:noFill/>
                </a:ln>
              </p:spPr>
              <p:txBody>
                <a:bodyPr/>
                <a:lstStyle/>
                <a:p>
                  <a:endParaRPr lang="zh-CN" altLang="en-US"/>
                </a:p>
              </p:txBody>
            </p:sp>
            <p:sp>
              <p:nvSpPr>
                <p:cNvPr id="1046" name="Freeform 49"/>
                <p:cNvSpPr/>
                <p:nvPr userDrawn="1"/>
              </p:nvSpPr>
              <p:spPr>
                <a:xfrm rot="-3172564">
                  <a:off x="5253" y="805"/>
                  <a:ext cx="181" cy="144"/>
                </a:xfrm>
                <a:custGeom>
                  <a:avLst/>
                  <a:gdLst/>
                  <a:ahLst/>
                  <a:cxnLst>
                    <a:cxn ang="0">
                      <a:pos x="0" y="28"/>
                    </a:cxn>
                    <a:cxn ang="0">
                      <a:pos x="86" y="53"/>
                    </a:cxn>
                    <a:cxn ang="0">
                      <a:pos x="161" y="144"/>
                    </a:cxn>
                    <a:cxn ang="0">
                      <a:pos x="181" y="106"/>
                    </a:cxn>
                    <a:cxn ang="0">
                      <a:pos x="106" y="41"/>
                    </a:cxn>
                    <a:cxn ang="0">
                      <a:pos x="18" y="0"/>
                    </a:cxn>
                    <a:cxn ang="0">
                      <a:pos x="0" y="28"/>
                    </a:cxn>
                    <a:cxn ang="0">
                      <a:pos x="0" y="28"/>
                    </a:cxn>
                  </a:cxnLst>
                  <a:rect l="0" t="0" r="0" b="0"/>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alpha val="100000"/>
                  </a:schemeClr>
                </a:solidFill>
                <a:ln w="9525">
                  <a:noFill/>
                </a:ln>
              </p:spPr>
              <p:txBody>
                <a:bodyPr/>
                <a:lstStyle/>
                <a:p>
                  <a:endParaRPr lang="zh-CN" altLang="en-US"/>
                </a:p>
              </p:txBody>
            </p:sp>
            <p:sp>
              <p:nvSpPr>
                <p:cNvPr id="1047" name="Freeform 50"/>
                <p:cNvSpPr/>
                <p:nvPr userDrawn="1"/>
              </p:nvSpPr>
              <p:spPr>
                <a:xfrm rot="-3172564">
                  <a:off x="4985" y="210"/>
                  <a:ext cx="181" cy="147"/>
                </a:xfrm>
                <a:custGeom>
                  <a:avLst/>
                  <a:gdLst/>
                  <a:ahLst/>
                  <a:cxnLst>
                    <a:cxn ang="0">
                      <a:pos x="0" y="28"/>
                    </a:cxn>
                    <a:cxn ang="0">
                      <a:pos x="80" y="50"/>
                    </a:cxn>
                    <a:cxn ang="0">
                      <a:pos x="164" y="147"/>
                    </a:cxn>
                    <a:cxn ang="0">
                      <a:pos x="181" y="112"/>
                    </a:cxn>
                    <a:cxn ang="0">
                      <a:pos x="99" y="31"/>
                    </a:cxn>
                    <a:cxn ang="0">
                      <a:pos x="14" y="0"/>
                    </a:cxn>
                    <a:cxn ang="0">
                      <a:pos x="0" y="28"/>
                    </a:cxn>
                    <a:cxn ang="0">
                      <a:pos x="0" y="28"/>
                    </a:cxn>
                  </a:cxnLst>
                  <a:rect l="0" t="0" r="0" b="0"/>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alpha val="100000"/>
                  </a:schemeClr>
                </a:solidFill>
                <a:ln w="9525">
                  <a:noFill/>
                </a:ln>
              </p:spPr>
              <p:txBody>
                <a:bodyPr/>
                <a:lstStyle/>
                <a:p>
                  <a:endParaRPr lang="zh-CN" altLang="en-US"/>
                </a:p>
              </p:txBody>
            </p:sp>
            <p:sp>
              <p:nvSpPr>
                <p:cNvPr id="1048" name="Freeform 51"/>
                <p:cNvSpPr/>
                <p:nvPr userDrawn="1"/>
              </p:nvSpPr>
              <p:spPr>
                <a:xfrm rot="-3172564">
                  <a:off x="4948" y="141"/>
                  <a:ext cx="179" cy="138"/>
                </a:xfrm>
                <a:custGeom>
                  <a:avLst/>
                  <a:gdLst/>
                  <a:ahLst/>
                  <a:cxnLst>
                    <a:cxn ang="0">
                      <a:pos x="0" y="31"/>
                    </a:cxn>
                    <a:cxn ang="0">
                      <a:pos x="69" y="47"/>
                    </a:cxn>
                    <a:cxn ang="0">
                      <a:pos x="168" y="138"/>
                    </a:cxn>
                    <a:cxn ang="0">
                      <a:pos x="179" y="110"/>
                    </a:cxn>
                    <a:cxn ang="0">
                      <a:pos x="77" y="19"/>
                    </a:cxn>
                    <a:cxn ang="0">
                      <a:pos x="11" y="0"/>
                    </a:cxn>
                    <a:cxn ang="0">
                      <a:pos x="0" y="31"/>
                    </a:cxn>
                    <a:cxn ang="0">
                      <a:pos x="0" y="31"/>
                    </a:cxn>
                  </a:cxnLst>
                  <a:rect l="0" t="0" r="0" b="0"/>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alpha val="100000"/>
                  </a:schemeClr>
                </a:solidFill>
                <a:ln w="9525">
                  <a:noFill/>
                </a:ln>
              </p:spPr>
              <p:txBody>
                <a:bodyPr/>
                <a:lstStyle/>
                <a:p>
                  <a:endParaRPr lang="zh-CN" altLang="en-US"/>
                </a:p>
              </p:txBody>
            </p:sp>
          </p:grpSp>
        </p:grpSp>
        <p:sp>
          <p:nvSpPr>
            <p:cNvPr id="1038"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image" Target="../media/image4.png"/><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png"/><Relationship Id="rId7" Type="http://schemas.openxmlformats.org/officeDocument/2006/relationships/image" Target="../media/image20.wmf"/><Relationship Id="rId6" Type="http://schemas.openxmlformats.org/officeDocument/2006/relationships/oleObject" Target="../embeddings/oleObject3.bin"/><Relationship Id="rId5" Type="http://schemas.openxmlformats.org/officeDocument/2006/relationships/image" Target="../media/image19.wmf"/><Relationship Id="rId4" Type="http://schemas.openxmlformats.org/officeDocument/2006/relationships/oleObject" Target="../embeddings/oleObject2.bin"/><Relationship Id="rId3" Type="http://schemas.openxmlformats.org/officeDocument/2006/relationships/image" Target="../media/image18.wmf"/><Relationship Id="rId2" Type="http://schemas.openxmlformats.org/officeDocument/2006/relationships/oleObject" Target="../embeddings/oleObject1.bin"/><Relationship Id="rId10" Type="http://schemas.openxmlformats.org/officeDocument/2006/relationships/vmlDrawing" Target="../drawings/vmlDrawing1.v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xml"/><Relationship Id="rId2" Type="http://schemas.openxmlformats.org/officeDocument/2006/relationships/image" Target="../media/image29.emf"/><Relationship Id="rId1" Type="http://schemas.openxmlformats.org/officeDocument/2006/relationships/image" Target="../media/image28.emf"/></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image" Target="../media/image30.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tags" Target="../tags/tag5.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9.png"/><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0.png"/><Relationship Id="rId1"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1.png"/><Relationship Id="rId1"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9.png"/><Relationship Id="rId1"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53.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xml"/><Relationship Id="rId3" Type="http://schemas.openxmlformats.org/officeDocument/2006/relationships/image" Target="../media/image56.png"/><Relationship Id="rId2" Type="http://schemas.openxmlformats.org/officeDocument/2006/relationships/tags" Target="../tags/tag7.xml"/><Relationship Id="rId1"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image" Target="../media/image5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60.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6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image" Target="../media/image64.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tags" Target="../tags/tag10.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0.png"/><Relationship Id="rId1" Type="http://schemas.openxmlformats.org/officeDocument/2006/relationships/image" Target="../media/image69.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3.png"/><Relationship Id="rId1" Type="http://schemas.openxmlformats.org/officeDocument/2006/relationships/image" Target="../media/image72.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5.png"/><Relationship Id="rId1" Type="http://schemas.openxmlformats.org/officeDocument/2006/relationships/image" Target="../media/image74.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4.png"/><Relationship Id="rId1" Type="http://schemas.openxmlformats.org/officeDocument/2006/relationships/image" Target="../media/image7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8.png"/><Relationship Id="rId1"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6464" y="1528128"/>
            <a:ext cx="77724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Arial" panose="020B0604020202020204" pitchFamily="34" charset="0"/>
                <a:ea typeface="微软雅黑" panose="020B0503020204020204" charset="-122"/>
                <a:cs typeface="+mj-cs"/>
              </a:rPr>
              <a:t>应用电化学</a:t>
            </a:r>
            <a:endParaRPr kumimoji="0" lang="zh-CN" altLang="en-US" sz="4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Arial" panose="020B0604020202020204" pitchFamily="34" charset="0"/>
              <a:ea typeface="微软雅黑" panose="020B0503020204020204" charset="-122"/>
              <a:cs typeface="+mj-cs"/>
            </a:endParaRPr>
          </a:p>
        </p:txBody>
      </p:sp>
      <p:sp>
        <p:nvSpPr>
          <p:cNvPr id="4099" name="Text Box 3"/>
          <p:cNvSpPr txBox="1"/>
          <p:nvPr/>
        </p:nvSpPr>
        <p:spPr>
          <a:xfrm>
            <a:off x="1258888" y="3860800"/>
            <a:ext cx="6769100" cy="457200"/>
          </a:xfrm>
          <a:prstGeom prst="rect">
            <a:avLst/>
          </a:prstGeom>
          <a:noFill/>
          <a:ln w="9525">
            <a:noFill/>
          </a:ln>
        </p:spPr>
        <p:txBody>
          <a:bodyPr>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50000"/>
              </a:spcBef>
              <a:buNone/>
            </a:pPr>
            <a:endParaRPr lang="zh-CN" altLang="zh-CN" sz="2400" dirty="0">
              <a:latin typeface="Times New Roman" panose="02020603050405020304" pitchFamily="18" charset="0"/>
            </a:endParaRPr>
          </a:p>
        </p:txBody>
      </p:sp>
      <p:sp>
        <p:nvSpPr>
          <p:cNvPr id="4101" name="Text Box 5"/>
          <p:cNvSpPr txBox="1"/>
          <p:nvPr/>
        </p:nvSpPr>
        <p:spPr>
          <a:xfrm>
            <a:off x="2123958" y="3296762"/>
            <a:ext cx="6985000" cy="398780"/>
          </a:xfrm>
          <a:prstGeom prst="rect">
            <a:avLst/>
          </a:prstGeom>
          <a:noFill/>
          <a:ln w="9525">
            <a:noFill/>
          </a:ln>
        </p:spPr>
        <p:txBody>
          <a:bodyPr>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50000"/>
              </a:spcBef>
              <a:buNone/>
            </a:pPr>
            <a:r>
              <a:rPr lang="zh-CN" altLang="en-US" sz="2000" dirty="0">
                <a:latin typeface="Arial" panose="020B0604020202020204" pitchFamily="34" charset="0"/>
                <a:ea typeface="微软雅黑" panose="020B0503020204020204" charset="-122"/>
              </a:rPr>
              <a:t>湖南科技大学材料科学与工程学院</a:t>
            </a:r>
            <a:endParaRPr lang="zh-CN" altLang="en-US" sz="2000" dirty="0">
              <a:latin typeface="Arial" panose="020B0604020202020204" pitchFamily="34" charset="0"/>
              <a:ea typeface="微软雅黑" panose="020B0503020204020204" charset="-122"/>
            </a:endParaRPr>
          </a:p>
        </p:txBody>
      </p:sp>
      <p:sp>
        <p:nvSpPr>
          <p:cNvPr id="2" name="文本框 1"/>
          <p:cNvSpPr txBox="1"/>
          <p:nvPr/>
        </p:nvSpPr>
        <p:spPr>
          <a:xfrm>
            <a:off x="2294461" y="2671128"/>
            <a:ext cx="4572000" cy="460375"/>
          </a:xfrm>
          <a:prstGeom prst="rect">
            <a:avLst/>
          </a:prstGeom>
          <a:noFill/>
        </p:spPr>
        <p:txBody>
          <a:bodyPr wrap="square" rtlCol="0" anchor="t">
            <a:spAutoFit/>
          </a:bodyPr>
          <a:lstStyle/>
          <a:p>
            <a:r>
              <a:rPr lang="en-US" sz="2400" b="1" dirty="0">
                <a:latin typeface="Arial" panose="020B0604020202020204" pitchFamily="34" charset="0"/>
                <a:ea typeface="微软雅黑" panose="020B0503020204020204" charset="-122"/>
              </a:rPr>
              <a:t>Applied Electrochemistry</a:t>
            </a:r>
            <a:endParaRPr lang="en-US" sz="2400" b="1" dirty="0">
              <a:latin typeface="Arial" panose="020B0604020202020204" pitchFamily="34" charset="0"/>
              <a:ea typeface="微软雅黑" panose="020B0503020204020204" charset="-122"/>
            </a:endParaRPr>
          </a:p>
        </p:txBody>
      </p:sp>
      <p:sp>
        <p:nvSpPr>
          <p:cNvPr id="100" name="文本框 99"/>
          <p:cNvSpPr txBox="1"/>
          <p:nvPr/>
        </p:nvSpPr>
        <p:spPr>
          <a:xfrm>
            <a:off x="1786255" y="5013008"/>
            <a:ext cx="5080000" cy="1198880"/>
          </a:xfrm>
          <a:prstGeom prst="rect">
            <a:avLst/>
          </a:prstGeom>
          <a:noFill/>
          <a:ln w="9525">
            <a:noFill/>
          </a:ln>
        </p:spPr>
        <p:txBody>
          <a:bodyPr>
            <a:spAutoFit/>
          </a:bodyPr>
          <a:lstStyle/>
          <a:p>
            <a:pPr algn="ctr"/>
            <a:r>
              <a:rPr lang="en-US" sz="2400">
                <a:solidFill>
                  <a:schemeClr val="tx1"/>
                </a:solidFill>
                <a:latin typeface="Arial" panose="020B0604020202020204" pitchFamily="34" charset="0"/>
                <a:ea typeface="微软雅黑" panose="020B0503020204020204" charset="-122"/>
              </a:rPr>
              <a:t>Tel: 18674372769</a:t>
            </a:r>
            <a:endParaRPr lang="en-US" sz="2400">
              <a:solidFill>
                <a:schemeClr val="tx1"/>
              </a:solidFill>
              <a:latin typeface="Arial" panose="020B0604020202020204" pitchFamily="34" charset="0"/>
              <a:ea typeface="微软雅黑" panose="020B0503020204020204" charset="-122"/>
            </a:endParaRPr>
          </a:p>
          <a:p>
            <a:pPr algn="ctr"/>
            <a:r>
              <a:rPr lang="en-US" sz="2400">
                <a:solidFill>
                  <a:schemeClr val="tx1"/>
                </a:solidFill>
                <a:latin typeface="Arial" panose="020B0604020202020204" pitchFamily="34" charset="0"/>
                <a:ea typeface="微软雅黑" panose="020B0503020204020204" charset="-122"/>
              </a:rPr>
              <a:t>E-mail: 965762752@qq.com</a:t>
            </a:r>
            <a:endParaRPr lang="en-US" sz="2400">
              <a:solidFill>
                <a:schemeClr val="tx1"/>
              </a:solidFill>
              <a:latin typeface="Arial" panose="020B0604020202020204" pitchFamily="34" charset="0"/>
              <a:ea typeface="微软雅黑" panose="020B0503020204020204" charset="-122"/>
            </a:endParaRPr>
          </a:p>
          <a:p>
            <a:pPr algn="ctr"/>
            <a:r>
              <a:rPr lang="en-US" sz="2400">
                <a:solidFill>
                  <a:schemeClr val="tx1"/>
                </a:solidFill>
                <a:latin typeface="Arial" panose="020B0604020202020204" pitchFamily="34" charset="0"/>
                <a:ea typeface="微软雅黑" panose="020B0503020204020204" charset="-122"/>
              </a:rPr>
              <a:t>(</a:t>
            </a:r>
            <a:r>
              <a:rPr lang="zh-CN" altLang="en-US" sz="2400">
                <a:solidFill>
                  <a:schemeClr val="tx1"/>
                </a:solidFill>
                <a:latin typeface="Arial" panose="020B0604020202020204" pitchFamily="34" charset="0"/>
                <a:ea typeface="微软雅黑" panose="020B0503020204020204" charset="-122"/>
              </a:rPr>
              <a:t>知行楼</a:t>
            </a:r>
            <a:r>
              <a:rPr lang="en-US" sz="2400">
                <a:solidFill>
                  <a:schemeClr val="tx1"/>
                </a:solidFill>
                <a:latin typeface="Arial" panose="020B0604020202020204" pitchFamily="34" charset="0"/>
                <a:ea typeface="微软雅黑" panose="020B0503020204020204" charset="-122"/>
              </a:rPr>
              <a:t> A129)</a:t>
            </a:r>
            <a:endParaRPr lang="en-US" altLang="en-US" sz="2400">
              <a:solidFill>
                <a:schemeClr val="tx1"/>
              </a:solidFill>
              <a:latin typeface="Arial" panose="020B0604020202020204" pitchFamily="34" charset="0"/>
              <a:ea typeface="微软雅黑" panose="020B0503020204020204" charset="-122"/>
            </a:endParaRPr>
          </a:p>
        </p:txBody>
      </p:sp>
      <p:pic>
        <p:nvPicPr>
          <p:cNvPr id="8" name="内容占位符 4" descr="32)TWKQC9`8ALH{UR]CO95Q.png"/>
          <p:cNvPicPr>
            <a:picLocks noChangeAspect="1"/>
          </p:cNvPicPr>
          <p:nvPr/>
        </p:nvPicPr>
        <p:blipFill>
          <a:blip r:embed="rId1" cstate="print"/>
          <a:srcRect b="18503"/>
          <a:stretch>
            <a:fillRect/>
          </a:stretch>
        </p:blipFill>
        <p:spPr>
          <a:xfrm>
            <a:off x="1331913" y="260350"/>
            <a:ext cx="2312987" cy="504825"/>
          </a:xfrm>
          <a:prstGeom prst="rect">
            <a:avLst/>
          </a:prstGeom>
        </p:spPr>
      </p:pic>
      <p:pic>
        <p:nvPicPr>
          <p:cNvPr id="9" name="图片 9"/>
          <p:cNvPicPr>
            <a:picLocks noChangeAspect="1"/>
          </p:cNvPicPr>
          <p:nvPr/>
        </p:nvPicPr>
        <p:blipFill>
          <a:blip r:embed="rId2" cstate="print"/>
          <a:srcRect l="3734"/>
          <a:stretch>
            <a:fillRect/>
          </a:stretch>
        </p:blipFill>
        <p:spPr>
          <a:xfrm>
            <a:off x="12700" y="0"/>
            <a:ext cx="1358900" cy="1125855"/>
          </a:xfrm>
          <a:prstGeom prst="rect">
            <a:avLst/>
          </a:prstGeom>
          <a:noFill/>
          <a:ln w="9525">
            <a:noFill/>
          </a:ln>
        </p:spPr>
      </p:pic>
      <p:sp>
        <p:nvSpPr>
          <p:cNvPr id="10" name="矩形 10"/>
          <p:cNvSpPr/>
          <p:nvPr/>
        </p:nvSpPr>
        <p:spPr>
          <a:xfrm>
            <a:off x="1090295" y="858838"/>
            <a:ext cx="4075430" cy="337185"/>
          </a:xfrm>
          <a:prstGeom prst="rect">
            <a:avLst/>
          </a:prstGeom>
          <a:noFill/>
          <a:ln w="9525">
            <a:noFill/>
          </a:ln>
        </p:spPr>
        <p:txBody>
          <a:bodyPr wrap="none">
            <a:spAutoFit/>
          </a:bodyPr>
          <a:lstStyle/>
          <a:p>
            <a:pPr eaLnBrk="1" hangingPunct="1">
              <a:spcBef>
                <a:spcPct val="50000"/>
              </a:spcBef>
              <a:buFont typeface="Arial" panose="020B0604020202020204" pitchFamily="34" charset="0"/>
            </a:pPr>
            <a:r>
              <a:rPr lang="en-US" altLang="zh-CN" sz="1600" dirty="0">
                <a:solidFill>
                  <a:srgbClr val="000000"/>
                </a:solidFill>
                <a:latin typeface="Arial" panose="020B0604020202020204" pitchFamily="34" charset="0"/>
                <a:ea typeface="微软雅黑" panose="020B0503020204020204" charset="-122"/>
              </a:rPr>
              <a:t>Hunan University of Science </a:t>
            </a:r>
            <a:r>
              <a:rPr lang="zh-CN" altLang="en-US" sz="1600" dirty="0">
                <a:solidFill>
                  <a:srgbClr val="000000"/>
                </a:solidFill>
                <a:latin typeface="Arial" panose="020B0604020202020204" pitchFamily="34" charset="0"/>
                <a:ea typeface="微软雅黑" panose="020B0503020204020204" charset="-122"/>
              </a:rPr>
              <a:t>＆</a:t>
            </a:r>
            <a:r>
              <a:rPr lang="en-US" altLang="zh-CN" sz="1600" dirty="0">
                <a:solidFill>
                  <a:srgbClr val="000000"/>
                </a:solidFill>
                <a:latin typeface="Arial" panose="020B0604020202020204" pitchFamily="34" charset="0"/>
                <a:ea typeface="微软雅黑" panose="020B0503020204020204" charset="-122"/>
              </a:rPr>
              <a:t> Technology</a:t>
            </a:r>
            <a:endParaRPr lang="en-US" altLang="zh-CN" sz="1600" dirty="0">
              <a:solidFill>
                <a:srgbClr val="000000"/>
              </a:solidFill>
              <a:latin typeface="Arial" panose="020B0604020202020204" pitchFamily="34" charset="0"/>
              <a:ea typeface="微软雅黑" panose="020B0503020204020204" charset="-122"/>
            </a:endParaRPr>
          </a:p>
        </p:txBody>
      </p:sp>
      <p:sp>
        <p:nvSpPr>
          <p:cNvPr id="3" name="文本框 2"/>
          <p:cNvSpPr txBox="1"/>
          <p:nvPr/>
        </p:nvSpPr>
        <p:spPr>
          <a:xfrm>
            <a:off x="3563620" y="4364990"/>
            <a:ext cx="3048000" cy="521970"/>
          </a:xfrm>
          <a:prstGeom prst="rect">
            <a:avLst/>
          </a:prstGeom>
          <a:noFill/>
        </p:spPr>
        <p:txBody>
          <a:bodyPr wrap="square" rtlCol="0">
            <a:spAutoFit/>
          </a:bodyPr>
          <a:p>
            <a:r>
              <a:rPr lang="zh-CN" altLang="en-US" sz="2800" b="1">
                <a:latin typeface="Arial" panose="020B0604020202020204" pitchFamily="34" charset="0"/>
                <a:ea typeface="微软雅黑" panose="020B0503020204020204" charset="-122"/>
              </a:rPr>
              <a:t>阳立</a:t>
            </a:r>
            <a:endParaRPr lang="zh-CN" altLang="en-US" sz="2800" b="1">
              <a:latin typeface="Arial" panose="020B0604020202020204" pitchFamily="34" charset="0"/>
              <a:ea typeface="微软雅黑" panose="020B050302020402020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body"/>
          </p:nvPr>
        </p:nvSpPr>
        <p:spPr>
          <a:xfrm>
            <a:off x="250825" y="116205"/>
            <a:ext cx="8532495" cy="6143625"/>
          </a:xfrm>
        </p:spPr>
        <p:txBody>
          <a:bodyPr vert="horz" wrap="square" lIns="91440" tIns="45720" rIns="91440" bIns="45720" anchor="t" anchorCtr="0"/>
          <a:lstStyle/>
          <a:p>
            <a:pPr algn="ctr" eaLnBrk="1" hangingPunct="1">
              <a:lnSpc>
                <a:spcPct val="170000"/>
              </a:lnSpc>
              <a:buNone/>
            </a:pPr>
            <a:r>
              <a:rPr lang="zh-CN" altLang="en-US" sz="2800" b="1" dirty="0">
                <a:latin typeface="Arial" panose="020B0604020202020204" pitchFamily="34" charset="0"/>
                <a:ea typeface="微软雅黑" panose="020B0503020204020204" charset="-122"/>
              </a:rPr>
              <a:t>基本教材</a:t>
            </a:r>
            <a:endParaRPr lang="zh-CN" altLang="en-US" sz="2800" b="1" dirty="0">
              <a:latin typeface="Arial" panose="020B0604020202020204" pitchFamily="34" charset="0"/>
              <a:ea typeface="微软雅黑" panose="020B0503020204020204" charset="-122"/>
            </a:endParaRPr>
          </a:p>
          <a:p>
            <a:pPr algn="ctr" eaLnBrk="1" hangingPunct="1">
              <a:lnSpc>
                <a:spcPct val="170000"/>
              </a:lnSpc>
              <a:buNone/>
            </a:pPr>
            <a:r>
              <a:rPr sz="2000" b="1" dirty="0">
                <a:latin typeface="Arial" panose="020B0604020202020204" pitchFamily="34" charset="0"/>
                <a:ea typeface="微软雅黑" panose="020B0503020204020204" charset="-122"/>
                <a:cs typeface="+mn-ea"/>
                <a:sym typeface="+mn-ea"/>
              </a:rPr>
              <a:t>《应用电化学》</a:t>
            </a:r>
            <a:r>
              <a:rPr lang="zh-CN" sz="2000" b="1" dirty="0">
                <a:latin typeface="Arial" panose="020B0604020202020204" pitchFamily="34" charset="0"/>
                <a:ea typeface="微软雅黑" panose="020B0503020204020204" charset="-122"/>
                <a:cs typeface="+mn-ea"/>
                <a:sym typeface="+mn-ea"/>
              </a:rPr>
              <a:t>肖友军</a:t>
            </a:r>
            <a:r>
              <a:rPr sz="2000" b="1" dirty="0">
                <a:latin typeface="Arial" panose="020B0604020202020204" pitchFamily="34" charset="0"/>
                <a:ea typeface="微软雅黑" panose="020B0503020204020204" charset="-122"/>
                <a:cs typeface="+mn-ea"/>
                <a:sym typeface="+mn-ea"/>
              </a:rPr>
              <a:t>,</a:t>
            </a:r>
            <a:r>
              <a:rPr lang="zh-CN" sz="2000" b="1" dirty="0">
                <a:latin typeface="Arial" panose="020B0604020202020204" pitchFamily="34" charset="0"/>
                <a:ea typeface="微软雅黑" panose="020B0503020204020204" charset="-122"/>
                <a:cs typeface="+mn-ea"/>
                <a:sym typeface="+mn-ea"/>
              </a:rPr>
              <a:t>李立清等</a:t>
            </a:r>
            <a:r>
              <a:rPr lang="en-US" sz="2000" b="1" dirty="0">
                <a:latin typeface="Arial" panose="020B0604020202020204" pitchFamily="34" charset="0"/>
                <a:ea typeface="微软雅黑" panose="020B0503020204020204" charset="-122"/>
                <a:cs typeface="+mn-ea"/>
                <a:sym typeface="+mn-ea"/>
              </a:rPr>
              <a:t>  </a:t>
            </a:r>
            <a:r>
              <a:rPr lang="zh-CN" sz="2000" b="1" dirty="0">
                <a:latin typeface="Arial" panose="020B0604020202020204" pitchFamily="34" charset="0"/>
                <a:ea typeface="微软雅黑" panose="020B0503020204020204" charset="-122"/>
                <a:cs typeface="+mn-ea"/>
                <a:sym typeface="+mn-ea"/>
              </a:rPr>
              <a:t>化学工业</a:t>
            </a:r>
            <a:r>
              <a:rPr sz="2000" b="1" dirty="0">
                <a:latin typeface="Arial" panose="020B0604020202020204" pitchFamily="34" charset="0"/>
                <a:ea typeface="微软雅黑" panose="020B0503020204020204" charset="-122"/>
                <a:cs typeface="+mn-ea"/>
                <a:sym typeface="+mn-ea"/>
              </a:rPr>
              <a:t>出版社</a:t>
            </a:r>
            <a:endParaRPr sz="2000" b="1" dirty="0">
              <a:latin typeface="Arial" panose="020B0604020202020204" pitchFamily="34" charset="0"/>
              <a:ea typeface="微软雅黑" panose="020B0503020204020204" charset="-122"/>
              <a:cs typeface="+mn-ea"/>
            </a:endParaRPr>
          </a:p>
          <a:p>
            <a:pPr algn="ctr" eaLnBrk="1" hangingPunct="1">
              <a:lnSpc>
                <a:spcPct val="170000"/>
              </a:lnSpc>
              <a:buNone/>
            </a:pPr>
            <a:r>
              <a:rPr lang="zh-CN" altLang="en-US" sz="2800" b="1" dirty="0">
                <a:latin typeface="Arial" panose="020B0604020202020204" pitchFamily="34" charset="0"/>
                <a:ea typeface="微软雅黑" panose="020B0503020204020204" charset="-122"/>
              </a:rPr>
              <a:t>主要参考书</a:t>
            </a:r>
            <a:endParaRPr lang="zh-CN" altLang="en-US" sz="1800" b="1" dirty="0">
              <a:latin typeface="Arial" panose="020B0604020202020204" pitchFamily="34" charset="0"/>
              <a:ea typeface="微软雅黑" panose="020B0503020204020204" charset="-122"/>
            </a:endParaRPr>
          </a:p>
          <a:p>
            <a:pPr eaLnBrk="1" hangingPunct="1">
              <a:lnSpc>
                <a:spcPct val="110000"/>
              </a:lnSpc>
            </a:pPr>
            <a:r>
              <a:rPr sz="2000" b="1" dirty="0">
                <a:latin typeface="Arial" panose="020B0604020202020204" pitchFamily="34" charset="0"/>
                <a:ea typeface="微软雅黑" panose="020B0503020204020204" charset="-122"/>
                <a:cs typeface="+mn-ea"/>
              </a:rPr>
              <a:t>1.</a:t>
            </a:r>
            <a:r>
              <a:rPr lang="zh-CN" sz="2000" b="1" dirty="0">
                <a:latin typeface="Arial" panose="020B0604020202020204" pitchFamily="34" charset="0"/>
                <a:ea typeface="微软雅黑" panose="020B0503020204020204" charset="-122"/>
                <a:cs typeface="+mn-ea"/>
              </a:rPr>
              <a:t>《</a:t>
            </a:r>
            <a:r>
              <a:rPr sz="2000" b="1" dirty="0">
                <a:latin typeface="Arial" panose="020B0604020202020204" pitchFamily="34" charset="0"/>
                <a:ea typeface="微软雅黑" panose="020B0503020204020204" charset="-122"/>
                <a:cs typeface="+mn-ea"/>
              </a:rPr>
              <a:t>应用电化学</a:t>
            </a:r>
            <a:r>
              <a:rPr lang="zh-CN" sz="2000" b="1" dirty="0">
                <a:latin typeface="Arial" panose="020B0604020202020204" pitchFamily="34" charset="0"/>
                <a:ea typeface="微软雅黑" panose="020B0503020204020204" charset="-122"/>
                <a:cs typeface="+mn-ea"/>
              </a:rPr>
              <a:t>》</a:t>
            </a:r>
            <a:r>
              <a:rPr sz="2000" b="1" dirty="0">
                <a:latin typeface="Arial" panose="020B0604020202020204" pitchFamily="34" charset="0"/>
                <a:ea typeface="微软雅黑" panose="020B0503020204020204" charset="-122"/>
                <a:cs typeface="+mn-ea"/>
              </a:rPr>
              <a:t>贾梦秋,杨文胜主编,高等教育出版社</a:t>
            </a:r>
            <a:endParaRPr sz="2000" b="1" dirty="0">
              <a:latin typeface="Arial" panose="020B0604020202020204" pitchFamily="34" charset="0"/>
              <a:ea typeface="微软雅黑" panose="020B0503020204020204" charset="-122"/>
              <a:cs typeface="+mn-ea"/>
            </a:endParaRPr>
          </a:p>
          <a:p>
            <a:pPr eaLnBrk="1" hangingPunct="1">
              <a:lnSpc>
                <a:spcPct val="110000"/>
              </a:lnSpc>
            </a:pPr>
            <a:r>
              <a:rPr lang="en-US" sz="2000" b="1" dirty="0">
                <a:latin typeface="Arial" panose="020B0604020202020204" pitchFamily="34" charset="0"/>
                <a:ea typeface="微软雅黑" panose="020B0503020204020204" charset="-122"/>
                <a:cs typeface="+mn-ea"/>
              </a:rPr>
              <a:t>2.</a:t>
            </a:r>
            <a:r>
              <a:rPr sz="2000" b="1" dirty="0">
                <a:latin typeface="Arial" panose="020B0604020202020204" pitchFamily="34" charset="0"/>
                <a:ea typeface="微软雅黑" panose="020B0503020204020204" charset="-122"/>
                <a:cs typeface="+mn-ea"/>
                <a:sym typeface="+mn-ea"/>
              </a:rPr>
              <a:t>《电极过程动力学导论》，查全性等著，科学出版社， 1976年</a:t>
            </a:r>
            <a:r>
              <a:rPr lang="en-US" sz="2000" b="1" dirty="0">
                <a:latin typeface="Arial" panose="020B0604020202020204" pitchFamily="34" charset="0"/>
                <a:ea typeface="微软雅黑" panose="020B0503020204020204" charset="-122"/>
                <a:cs typeface="+mn-ea"/>
                <a:sym typeface="+mn-ea"/>
              </a:rPr>
              <a:t>~</a:t>
            </a:r>
            <a:r>
              <a:rPr sz="2000" b="1" dirty="0">
                <a:latin typeface="Arial" panose="020B0604020202020204" pitchFamily="34" charset="0"/>
                <a:ea typeface="微软雅黑" panose="020B0503020204020204" charset="-122"/>
                <a:cs typeface="+mn-ea"/>
                <a:sym typeface="+mn-ea"/>
              </a:rPr>
              <a:t>2004年（4版）</a:t>
            </a:r>
            <a:endParaRPr sz="2000" b="1" dirty="0">
              <a:latin typeface="Arial" panose="020B0604020202020204" pitchFamily="34" charset="0"/>
              <a:ea typeface="微软雅黑" panose="020B0503020204020204" charset="-122"/>
              <a:cs typeface="+mn-ea"/>
            </a:endParaRPr>
          </a:p>
          <a:p>
            <a:pPr eaLnBrk="1" hangingPunct="1">
              <a:lnSpc>
                <a:spcPct val="110000"/>
              </a:lnSpc>
            </a:pPr>
            <a:r>
              <a:rPr sz="2000" b="1" dirty="0">
                <a:latin typeface="Arial" panose="020B0604020202020204" pitchFamily="34" charset="0"/>
                <a:ea typeface="微软雅黑" panose="020B0503020204020204" charset="-122"/>
                <a:cs typeface="+mn-ea"/>
              </a:rPr>
              <a:t>3. </a:t>
            </a:r>
            <a:r>
              <a:rPr lang="zh-CN" sz="2000" b="1" dirty="0">
                <a:latin typeface="Arial" panose="020B0604020202020204" pitchFamily="34" charset="0"/>
                <a:ea typeface="微软雅黑" panose="020B0503020204020204" charset="-122"/>
                <a:cs typeface="+mn-ea"/>
                <a:sym typeface="+mn-ea"/>
              </a:rPr>
              <a:t>《</a:t>
            </a:r>
            <a:r>
              <a:rPr sz="2000" b="1" dirty="0">
                <a:latin typeface="Arial" panose="020B0604020202020204" pitchFamily="34" charset="0"/>
                <a:ea typeface="微软雅黑" panose="020B0503020204020204" charset="-122"/>
                <a:cs typeface="+mn-ea"/>
              </a:rPr>
              <a:t>应用电化学</a:t>
            </a:r>
            <a:r>
              <a:rPr lang="zh-CN" sz="2000" b="1" dirty="0">
                <a:latin typeface="Arial" panose="020B0604020202020204" pitchFamily="34" charset="0"/>
                <a:ea typeface="微软雅黑" panose="020B0503020204020204" charset="-122"/>
                <a:cs typeface="+mn-ea"/>
                <a:sym typeface="+mn-ea"/>
              </a:rPr>
              <a:t>》</a:t>
            </a:r>
            <a:r>
              <a:rPr sz="2000" b="1" dirty="0">
                <a:latin typeface="Arial" panose="020B0604020202020204" pitchFamily="34" charset="0"/>
                <a:ea typeface="微软雅黑" panose="020B0503020204020204" charset="-122"/>
                <a:cs typeface="+mn-ea"/>
              </a:rPr>
              <a:t>杨绮琴等编著，中山大学出版社</a:t>
            </a:r>
            <a:endParaRPr sz="2000" b="1" dirty="0">
              <a:latin typeface="Arial" panose="020B0604020202020204" pitchFamily="34" charset="0"/>
              <a:ea typeface="微软雅黑" panose="020B0503020204020204" charset="-122"/>
              <a:cs typeface="+mn-ea"/>
            </a:endParaRPr>
          </a:p>
          <a:p>
            <a:pPr eaLnBrk="1" hangingPunct="1">
              <a:lnSpc>
                <a:spcPct val="110000"/>
              </a:lnSpc>
            </a:pPr>
            <a:r>
              <a:rPr sz="2000" b="1" dirty="0">
                <a:latin typeface="Arial" panose="020B0604020202020204" pitchFamily="34" charset="0"/>
                <a:ea typeface="微软雅黑" panose="020B0503020204020204" charset="-122"/>
                <a:cs typeface="+mn-ea"/>
              </a:rPr>
              <a:t>4.</a:t>
            </a:r>
            <a:r>
              <a:rPr lang="zh-CN" sz="2000" b="1" dirty="0">
                <a:latin typeface="Arial" panose="020B0604020202020204" pitchFamily="34" charset="0"/>
                <a:ea typeface="微软雅黑" panose="020B0503020204020204" charset="-122"/>
                <a:cs typeface="+mn-ea"/>
                <a:sym typeface="+mn-ea"/>
              </a:rPr>
              <a:t>《</a:t>
            </a:r>
            <a:r>
              <a:rPr sz="2000" b="1" dirty="0">
                <a:latin typeface="Arial" panose="020B0604020202020204" pitchFamily="34" charset="0"/>
                <a:ea typeface="微软雅黑" panose="020B0503020204020204" charset="-122"/>
                <a:cs typeface="+mn-ea"/>
              </a:rPr>
              <a:t>电化学原理</a:t>
            </a:r>
            <a:r>
              <a:rPr lang="zh-CN" sz="2000" b="1" dirty="0">
                <a:latin typeface="Arial" panose="020B0604020202020204" pitchFamily="34" charset="0"/>
                <a:ea typeface="微软雅黑" panose="020B0503020204020204" charset="-122"/>
                <a:cs typeface="+mn-ea"/>
                <a:sym typeface="+mn-ea"/>
              </a:rPr>
              <a:t>》</a:t>
            </a:r>
            <a:r>
              <a:rPr sz="2000" b="1" dirty="0">
                <a:latin typeface="Arial" panose="020B0604020202020204" pitchFamily="34" charset="0"/>
                <a:ea typeface="微软雅黑" panose="020B0503020204020204" charset="-122"/>
                <a:cs typeface="+mn-ea"/>
              </a:rPr>
              <a:t>李荻主编,北京航空航天大学出版社</a:t>
            </a:r>
            <a:endParaRPr sz="2000" b="1" dirty="0">
              <a:latin typeface="Arial" panose="020B0604020202020204" pitchFamily="34" charset="0"/>
              <a:ea typeface="微软雅黑" panose="020B0503020204020204" charset="-122"/>
              <a:cs typeface="+mn-ea"/>
            </a:endParaRPr>
          </a:p>
          <a:p>
            <a:pPr eaLnBrk="1" hangingPunct="1">
              <a:lnSpc>
                <a:spcPct val="110000"/>
              </a:lnSpc>
            </a:pPr>
            <a:r>
              <a:rPr sz="2000" b="1" dirty="0">
                <a:latin typeface="Arial" panose="020B0604020202020204" pitchFamily="34" charset="0"/>
                <a:ea typeface="微软雅黑" panose="020B0503020204020204" charset="-122"/>
                <a:cs typeface="+mn-ea"/>
              </a:rPr>
              <a:t>5.</a:t>
            </a:r>
            <a:r>
              <a:rPr lang="zh-CN" altLang="en-US" sz="2000" b="1" dirty="0">
                <a:latin typeface="Arial" panose="020B0604020202020204" pitchFamily="34" charset="0"/>
                <a:ea typeface="微软雅黑" panose="020B0503020204020204" charset="-122"/>
                <a:cs typeface="+mn-ea"/>
                <a:sym typeface="+mn-ea"/>
              </a:rPr>
              <a:t>《应用电化学》杨辉</a:t>
            </a:r>
            <a:r>
              <a:rPr lang="en-US" altLang="zh-CN" sz="2000" b="1" dirty="0">
                <a:latin typeface="Arial" panose="020B0604020202020204" pitchFamily="34" charset="0"/>
                <a:ea typeface="微软雅黑" panose="020B0503020204020204" charset="-122"/>
                <a:cs typeface="+mn-ea"/>
                <a:sym typeface="+mn-ea"/>
              </a:rPr>
              <a:t>,</a:t>
            </a:r>
            <a:r>
              <a:rPr lang="zh-CN" altLang="en-US" sz="2000" b="1" dirty="0">
                <a:latin typeface="Arial" panose="020B0604020202020204" pitchFamily="34" charset="0"/>
                <a:ea typeface="微软雅黑" panose="020B0503020204020204" charset="-122"/>
                <a:cs typeface="+mn-ea"/>
                <a:sym typeface="+mn-ea"/>
              </a:rPr>
              <a:t>卢文庆编</a:t>
            </a:r>
            <a:r>
              <a:rPr lang="en-US" altLang="zh-CN" sz="2000" b="1" dirty="0">
                <a:latin typeface="Arial" panose="020B0604020202020204" pitchFamily="34" charset="0"/>
                <a:ea typeface="微软雅黑" panose="020B0503020204020204" charset="-122"/>
                <a:cs typeface="+mn-ea"/>
                <a:sym typeface="+mn-ea"/>
              </a:rPr>
              <a:t>,</a:t>
            </a:r>
            <a:r>
              <a:rPr lang="zh-CN" altLang="en-US" sz="2000" b="1" dirty="0">
                <a:latin typeface="Arial" panose="020B0604020202020204" pitchFamily="34" charset="0"/>
                <a:ea typeface="微软雅黑" panose="020B0503020204020204" charset="-122"/>
                <a:cs typeface="+mn-ea"/>
                <a:sym typeface="+mn-ea"/>
              </a:rPr>
              <a:t>科学出版社</a:t>
            </a:r>
            <a:endParaRPr sz="2000" b="1" dirty="0">
              <a:latin typeface="Arial" panose="020B0604020202020204" pitchFamily="34" charset="0"/>
              <a:ea typeface="微软雅黑" panose="020B0503020204020204" charset="-122"/>
              <a:cs typeface="+mn-ea"/>
            </a:endParaRPr>
          </a:p>
          <a:p>
            <a:pPr eaLnBrk="1" hangingPunct="1">
              <a:lnSpc>
                <a:spcPct val="110000"/>
              </a:lnSpc>
            </a:pPr>
            <a:r>
              <a:rPr sz="2000" b="1" dirty="0">
                <a:latin typeface="Arial" panose="020B0604020202020204" pitchFamily="34" charset="0"/>
                <a:ea typeface="微软雅黑" panose="020B0503020204020204" charset="-122"/>
                <a:cs typeface="+mn-ea"/>
              </a:rPr>
              <a:t>6 《电化学测试技术》刘永辉主编，北京航空航天大学出版社</a:t>
            </a:r>
            <a:endParaRPr sz="2000" b="1" dirty="0">
              <a:latin typeface="Arial" panose="020B0604020202020204" pitchFamily="34" charset="0"/>
              <a:ea typeface="微软雅黑" panose="020B0503020204020204" charset="-122"/>
              <a:cs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Rectangle 2"/>
          <p:cNvSpPr>
            <a:spLocks noGrp="1"/>
          </p:cNvSpPr>
          <p:nvPr>
            <p:ph type="body"/>
          </p:nvPr>
        </p:nvSpPr>
        <p:spPr>
          <a:xfrm>
            <a:off x="1187133" y="1196023"/>
            <a:ext cx="7489825" cy="4824412"/>
          </a:xfrm>
        </p:spPr>
        <p:txBody>
          <a:bodyPr vert="horz" wrap="square" lIns="91440" tIns="45720" rIns="91440" bIns="45720" anchor="t" anchorCtr="0"/>
          <a:lstStyle/>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1</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电化学理论基础</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2</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电化学工程基础</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3</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化学电源</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4</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金属表面精饰</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5</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无机物的电解制备</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6</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有机物电合成</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7</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环境保护电化学</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第</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8</a:t>
            </a: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章 电化学腐蚀与防护</a:t>
            </a:r>
            <a:endParaRPr lang="zh-CN" altLang="en-US" sz="2800" dirty="0">
              <a:solidFill>
                <a:schemeClr val="tx1"/>
              </a:solidFill>
              <a:latin typeface="Arial" panose="020B0604020202020204" pitchFamily="34" charset="0"/>
              <a:ea typeface="微软雅黑" panose="020B0503020204020204" charset="-122"/>
              <a:cs typeface="微软雅黑" panose="020B0503020204020204" charset="-122"/>
            </a:endParaRPr>
          </a:p>
          <a:p>
            <a:pPr algn="just" eaLnBrk="1" hangingPunct="1">
              <a:lnSpc>
                <a:spcPct val="90000"/>
              </a:lnSpc>
              <a:buNone/>
            </a:pPr>
            <a:r>
              <a:rPr lang="zh-CN" altLang="en-US" sz="2800" dirty="0">
                <a:solidFill>
                  <a:schemeClr val="tx1"/>
                </a:solidFill>
                <a:latin typeface="Arial" panose="020B0604020202020204" pitchFamily="34" charset="0"/>
                <a:ea typeface="微软雅黑" panose="020B0503020204020204" charset="-122"/>
                <a:cs typeface="微软雅黑" panose="020B0503020204020204" charset="-122"/>
              </a:rPr>
              <a:t>应用电化学实验</a:t>
            </a:r>
            <a:r>
              <a:rPr lang="en-US" altLang="zh-CN" sz="2800" dirty="0">
                <a:solidFill>
                  <a:schemeClr val="tx1"/>
                </a:solidFill>
                <a:latin typeface="Arial" panose="020B0604020202020204" pitchFamily="34" charset="0"/>
                <a:ea typeface="微软雅黑" panose="020B0503020204020204" charset="-122"/>
                <a:cs typeface="微软雅黑" panose="020B0503020204020204" charset="-122"/>
              </a:rPr>
              <a:t> </a:t>
            </a:r>
            <a:endParaRPr lang="en-US" altLang="zh-CN" sz="2800" dirty="0">
              <a:solidFill>
                <a:schemeClr val="tx1"/>
              </a:solidFill>
              <a:latin typeface="Arial" panose="020B0604020202020204" pitchFamily="34" charset="0"/>
              <a:ea typeface="微软雅黑" panose="020B0503020204020204" charset="-122"/>
              <a:cs typeface="微软雅黑" panose="020B0503020204020204" charset="-122"/>
            </a:endParaRPr>
          </a:p>
        </p:txBody>
      </p:sp>
      <p:sp>
        <p:nvSpPr>
          <p:cNvPr id="5123" name="Text Box 6"/>
          <p:cNvSpPr txBox="1"/>
          <p:nvPr/>
        </p:nvSpPr>
        <p:spPr>
          <a:xfrm>
            <a:off x="3275965" y="115888"/>
            <a:ext cx="2663825" cy="829945"/>
          </a:xfrm>
          <a:prstGeom prst="rect">
            <a:avLst/>
          </a:prstGeom>
          <a:noFill/>
          <a:ln w="9525">
            <a:noFill/>
          </a:ln>
        </p:spPr>
        <p:txBody>
          <a:bodyPr>
            <a:spAutoFit/>
          </a:bodyPr>
          <a:lstStyle/>
          <a:p>
            <a:pPr eaLnBrk="1" hangingPunct="1">
              <a:spcBef>
                <a:spcPct val="50000"/>
              </a:spcBef>
            </a:pPr>
            <a:r>
              <a:rPr lang="zh-CN" altLang="en-US" sz="4800" dirty="0">
                <a:solidFill>
                  <a:schemeClr val="tx1"/>
                </a:solidFill>
                <a:latin typeface="Arial" panose="020B0604020202020204" pitchFamily="34" charset="0"/>
                <a:ea typeface="微软雅黑" panose="020B0503020204020204" charset="-122"/>
              </a:rPr>
              <a:t>课程内容</a:t>
            </a:r>
            <a:endParaRPr lang="zh-CN" altLang="en-US" sz="4800" dirty="0">
              <a:solidFill>
                <a:schemeClr val="tx1"/>
              </a:solidFill>
              <a:latin typeface="Arial" panose="020B0604020202020204" pitchFamily="34" charset="0"/>
              <a:ea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nvSpPr>
        <p:spPr bwMode="auto">
          <a:xfrm>
            <a:off x="971550" y="764540"/>
            <a:ext cx="7653655"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zh-CN" altLang="en-US" sz="3600" b="1" dirty="0">
                <a:latin typeface="Arial" panose="020B0604020202020204" pitchFamily="34" charset="0"/>
                <a:ea typeface="微软雅黑" panose="020B0503020204020204" charset="-122"/>
              </a:rPr>
              <a:t>第一章：电化学理论基础</a:t>
            </a:r>
            <a:endParaRPr lang="zh-CN" altLang="en-US" sz="3600" b="1" dirty="0">
              <a:latin typeface="Arial" panose="020B0604020202020204" pitchFamily="34" charset="0"/>
              <a:ea typeface="微软雅黑" panose="020B0503020204020204" charset="-122"/>
            </a:endParaRPr>
          </a:p>
        </p:txBody>
      </p:sp>
      <p:sp>
        <p:nvSpPr>
          <p:cNvPr id="8196" name="Rectangle 5"/>
          <p:cNvSpPr>
            <a:spLocks noGrp="1" noChangeArrowheads="1"/>
          </p:cNvSpPr>
          <p:nvPr/>
        </p:nvSpPr>
        <p:spPr>
          <a:xfrm>
            <a:off x="683895" y="1988820"/>
            <a:ext cx="7066915" cy="3462655"/>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lnSpc>
                <a:spcPct val="150000"/>
              </a:lnSpc>
            </a:pPr>
            <a:r>
              <a:rPr lang="en-US" altLang="zh-CN" sz="3200" dirty="0">
                <a:latin typeface="Arial" panose="020B0604020202020204" pitchFamily="34" charset="0"/>
                <a:ea typeface="微软雅黑" panose="020B0503020204020204" charset="-122"/>
                <a:hlinkClick r:id="rId1" action="ppaction://hlinksldjump"/>
              </a:rPr>
              <a:t>1.1 </a:t>
            </a:r>
            <a:r>
              <a:rPr lang="zh-CN" altLang="en-US" sz="3200" dirty="0">
                <a:latin typeface="Arial" panose="020B0604020202020204" pitchFamily="34" charset="0"/>
                <a:ea typeface="微软雅黑" panose="020B0503020204020204" charset="-122"/>
                <a:hlinkClick r:id="rId1" action="ppaction://hlinksldjump"/>
              </a:rPr>
              <a:t>电化学体系的基本结构单元及电化学基础知识复习</a:t>
            </a:r>
            <a:endParaRPr lang="zh-CN" altLang="en-US" sz="3200" dirty="0">
              <a:latin typeface="Arial" panose="020B0604020202020204" pitchFamily="34" charset="0"/>
              <a:ea typeface="微软雅黑" panose="020B0503020204020204" charset="-122"/>
              <a:hlinkClick r:id="rId1" action="ppaction://hlinksldjump"/>
            </a:endParaRPr>
          </a:p>
          <a:p>
            <a:pPr eaLnBrk="1" hangingPunct="1">
              <a:lnSpc>
                <a:spcPct val="150000"/>
              </a:lnSpc>
            </a:pPr>
            <a:r>
              <a:rPr lang="en-US" altLang="zh-CN" sz="3200" dirty="0">
                <a:latin typeface="Arial" panose="020B0604020202020204" pitchFamily="34" charset="0"/>
                <a:ea typeface="微软雅黑" panose="020B0503020204020204" charset="-122"/>
              </a:rPr>
              <a:t>1.2 </a:t>
            </a:r>
            <a:r>
              <a:rPr lang="zh-CN" altLang="en-US" sz="3200" dirty="0">
                <a:latin typeface="Arial" panose="020B0604020202020204" pitchFamily="34" charset="0"/>
                <a:ea typeface="微软雅黑" panose="020B0503020204020204" charset="-122"/>
              </a:rPr>
              <a:t>电化学过程热力学</a:t>
            </a:r>
            <a:endParaRPr lang="zh-CN" altLang="en-US" sz="3200" dirty="0">
              <a:latin typeface="Arial" panose="020B0604020202020204" pitchFamily="34" charset="0"/>
              <a:ea typeface="微软雅黑" panose="020B0503020204020204" charset="-122"/>
            </a:endParaRPr>
          </a:p>
          <a:p>
            <a:pPr eaLnBrk="1" hangingPunct="1">
              <a:lnSpc>
                <a:spcPct val="150000"/>
              </a:lnSpc>
            </a:pPr>
            <a:r>
              <a:rPr lang="en-US" altLang="zh-CN" sz="3200" dirty="0">
                <a:latin typeface="Arial" panose="020B0604020202020204" pitchFamily="34" charset="0"/>
                <a:ea typeface="微软雅黑" panose="020B0503020204020204" charset="-122"/>
              </a:rPr>
              <a:t>1.3</a:t>
            </a:r>
            <a:r>
              <a:rPr lang="zh-CN" altLang="en-US" sz="3200" dirty="0">
                <a:latin typeface="Arial" panose="020B0604020202020204" pitchFamily="34" charset="0"/>
                <a:ea typeface="微软雅黑" panose="020B0503020204020204" charset="-122"/>
              </a:rPr>
              <a:t>电化学动力学</a:t>
            </a:r>
            <a:endParaRPr lang="zh-CN" altLang="en-US" sz="3200" dirty="0">
              <a:latin typeface="Arial" panose="020B0604020202020204" pitchFamily="34" charset="0"/>
              <a:ea typeface="微软雅黑" panose="020B0503020204020204" charset="-122"/>
            </a:endParaRPr>
          </a:p>
          <a:p>
            <a:pPr marL="0" indent="0" eaLnBrk="1" hangingPunct="1">
              <a:lnSpc>
                <a:spcPct val="150000"/>
              </a:lnSpc>
              <a:buNone/>
            </a:pPr>
            <a:endParaRPr lang="en-US" altLang="zh-CN" sz="3200" dirty="0">
              <a:latin typeface="Arial" panose="020B0604020202020204" pitchFamily="34" charset="0"/>
              <a:ea typeface="微软雅黑" panose="020B0503020204020204"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Rectangle 4"/>
          <p:cNvSpPr>
            <a:spLocks noGrp="1" noChangeArrowheads="1"/>
          </p:cNvSpPr>
          <p:nvPr/>
        </p:nvSpPr>
        <p:spPr bwMode="auto">
          <a:xfrm>
            <a:off x="648335" y="476885"/>
            <a:ext cx="7847330" cy="1266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en-US" altLang="zh-CN" sz="3600" b="1" dirty="0">
                <a:latin typeface="Arial" panose="020B0604020202020204" pitchFamily="34" charset="0"/>
                <a:ea typeface="微软雅黑" panose="020B0503020204020204" charset="-122"/>
              </a:rPr>
              <a:t>1.1 </a:t>
            </a:r>
            <a:r>
              <a:rPr lang="zh-CN" altLang="en-US" sz="3600" b="1" dirty="0">
                <a:latin typeface="Arial" panose="020B0604020202020204" pitchFamily="34" charset="0"/>
                <a:ea typeface="微软雅黑" panose="020B0503020204020204" charset="-122"/>
              </a:rPr>
              <a:t>电化学体系的基本结构单元</a:t>
            </a:r>
            <a:endParaRPr lang="zh-CN" altLang="en-US" sz="3600" b="1" dirty="0">
              <a:latin typeface="Arial" panose="020B0604020202020204" pitchFamily="34" charset="0"/>
              <a:ea typeface="微软雅黑" panose="020B0503020204020204" charset="-122"/>
            </a:endParaRPr>
          </a:p>
          <a:p>
            <a:pPr eaLnBrk="1" hangingPunct="1"/>
            <a:r>
              <a:rPr lang="zh-CN" altLang="en-US" sz="3600" b="1" dirty="0">
                <a:latin typeface="Arial" panose="020B0604020202020204" pitchFamily="34" charset="0"/>
                <a:ea typeface="微软雅黑" panose="020B0503020204020204" charset="-122"/>
              </a:rPr>
              <a:t>及电化学基础知识复习</a:t>
            </a:r>
            <a:endParaRPr lang="zh-CN" altLang="en-US" sz="3600" b="1" dirty="0">
              <a:latin typeface="Arial" panose="020B0604020202020204" pitchFamily="34" charset="0"/>
              <a:ea typeface="微软雅黑" panose="020B0503020204020204" charset="-122"/>
            </a:endParaRPr>
          </a:p>
        </p:txBody>
      </p:sp>
      <p:sp>
        <p:nvSpPr>
          <p:cNvPr id="2" name="文本框 1"/>
          <p:cNvSpPr txBox="1"/>
          <p:nvPr/>
        </p:nvSpPr>
        <p:spPr>
          <a:xfrm>
            <a:off x="1115695" y="2060575"/>
            <a:ext cx="7482205" cy="3309620"/>
          </a:xfrm>
          <a:prstGeom prst="rect">
            <a:avLst/>
          </a:prstGeom>
          <a:noFill/>
        </p:spPr>
        <p:txBody>
          <a:bodyPr wrap="square" rtlCol="0" anchor="t">
            <a:noAutofit/>
          </a:bodyPr>
          <a:p>
            <a:r>
              <a:rPr lang="en-US" altLang="zh-CN" sz="2800"/>
              <a:t>1.1.0</a:t>
            </a:r>
            <a:r>
              <a:rPr lang="zh-CN" altLang="en-US" sz="2800"/>
              <a:t>电化学科学的发展简史</a:t>
            </a:r>
            <a:endParaRPr lang="zh-CN" altLang="en-US" sz="2800"/>
          </a:p>
          <a:p>
            <a:r>
              <a:rPr lang="en-US" altLang="zh-CN" sz="2800"/>
              <a:t>1.1.1</a:t>
            </a:r>
            <a:r>
              <a:rPr lang="zh-CN" altLang="en-US" sz="2800"/>
              <a:t>电化学研究对象与内容</a:t>
            </a:r>
            <a:endParaRPr lang="zh-CN" altLang="en-US" sz="2800"/>
          </a:p>
          <a:p>
            <a:r>
              <a:rPr lang="en-US" altLang="zh-CN" sz="2800"/>
              <a:t>1.1.2 </a:t>
            </a:r>
            <a:r>
              <a:rPr lang="zh-CN" altLang="en-US" sz="2800"/>
              <a:t>电化学科学的应用</a:t>
            </a:r>
            <a:endParaRPr lang="zh-CN" altLang="en-US" sz="2800"/>
          </a:p>
          <a:p>
            <a:r>
              <a:rPr lang="en-US" altLang="zh-CN" sz="2800"/>
              <a:t>1.1.3</a:t>
            </a:r>
            <a:r>
              <a:rPr lang="zh-CN" altLang="en-US" sz="2800"/>
              <a:t>原电池和电解池</a:t>
            </a:r>
            <a:endParaRPr lang="zh-CN" altLang="en-US" sz="2800"/>
          </a:p>
          <a:p>
            <a:r>
              <a:rPr lang="en-US" altLang="zh-CN" sz="2800"/>
              <a:t>1.1.4</a:t>
            </a:r>
            <a:r>
              <a:rPr lang="zh-CN" altLang="en-US" sz="2800"/>
              <a:t>电化学反应与氧化还原反应的区别</a:t>
            </a:r>
            <a:endParaRPr lang="zh-CN" altLang="en-US" sz="2800"/>
          </a:p>
          <a:p>
            <a:r>
              <a:rPr lang="en-US" altLang="zh-CN" sz="2800"/>
              <a:t>1.1.5 </a:t>
            </a:r>
            <a:r>
              <a:rPr lang="zh-CN" altLang="en-US" sz="2800"/>
              <a:t>电化学体系的基本结构单元</a:t>
            </a:r>
            <a:endParaRPr lang="zh-CN" altLang="en-US" sz="2800"/>
          </a:p>
          <a:p>
            <a:r>
              <a:rPr lang="en-US" altLang="zh-CN" sz="2800"/>
              <a:t>1.1.6</a:t>
            </a:r>
            <a:r>
              <a:rPr lang="zh-CN" altLang="en-US" sz="2800"/>
              <a:t>电极电势的定义、意义与测定</a:t>
            </a:r>
            <a:endParaRPr lang="zh-CN" altLang="en-US" sz="2800"/>
          </a:p>
          <a:p>
            <a:r>
              <a:rPr lang="en-US" altLang="zh-CN" sz="2800"/>
              <a:t>1.1.7</a:t>
            </a:r>
            <a:r>
              <a:rPr lang="zh-CN" altLang="en-US" sz="2800"/>
              <a:t>电极电势的</a:t>
            </a:r>
            <a:r>
              <a:rPr lang="en-US" altLang="zh-CN" sz="2800"/>
              <a:t>Nernst</a:t>
            </a:r>
            <a:r>
              <a:rPr lang="zh-CN" altLang="en-US" sz="2800"/>
              <a:t>方程</a:t>
            </a:r>
            <a:endParaRPr lang="zh-CN" alt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13"/>
          <p:cNvGrpSpPr/>
          <p:nvPr/>
        </p:nvGrpSpPr>
        <p:grpSpPr bwMode="auto">
          <a:xfrm>
            <a:off x="914400" y="1631950"/>
            <a:ext cx="7467600" cy="1601788"/>
            <a:chOff x="576" y="1028"/>
            <a:chExt cx="4704" cy="1009"/>
          </a:xfrm>
        </p:grpSpPr>
        <p:sp>
          <p:nvSpPr>
            <p:cNvPr id="9222" name="Text Box 14"/>
            <p:cNvSpPr txBox="1">
              <a:spLocks noChangeArrowheads="1"/>
            </p:cNvSpPr>
            <p:nvPr/>
          </p:nvSpPr>
          <p:spPr bwMode="auto">
            <a:xfrm>
              <a:off x="710" y="1028"/>
              <a:ext cx="4474" cy="705"/>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t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kumimoji="0" lang="zh-CN" altLang="en-US" sz="2800" b="1" dirty="0">
                  <a:latin typeface="Arial" panose="020B0604020202020204" pitchFamily="34" charset="0"/>
                  <a:ea typeface="微软雅黑" panose="020B0503020204020204" charset="-122"/>
                </a:rPr>
                <a:t>电化学就是从电学现象与化学现象的联系去寻找化学变化规律的学科</a:t>
              </a:r>
              <a:endParaRPr kumimoji="0" lang="zh-CN" altLang="en-US" sz="2800" b="1" dirty="0">
                <a:latin typeface="Arial" panose="020B0604020202020204" pitchFamily="34" charset="0"/>
                <a:ea typeface="微软雅黑" panose="020B0503020204020204" charset="-122"/>
              </a:endParaRPr>
            </a:p>
          </p:txBody>
        </p:sp>
        <p:sp>
          <p:nvSpPr>
            <p:cNvPr id="9223" name="Line 15"/>
            <p:cNvSpPr>
              <a:spLocks noChangeShapeType="1"/>
            </p:cNvSpPr>
            <p:nvPr/>
          </p:nvSpPr>
          <p:spPr bwMode="auto">
            <a:xfrm>
              <a:off x="576" y="2016"/>
              <a:ext cx="4704" cy="0"/>
            </a:xfrm>
            <a:prstGeom prst="line">
              <a:avLst/>
            </a:prstGeom>
            <a:noFill/>
            <a:ln w="19050" cap="sq">
              <a:solidFill>
                <a:schemeClr val="tx1"/>
              </a:solidFill>
              <a:round/>
            </a:ln>
            <a:extLst>
              <a:ext uri="{909E8E84-426E-40DD-AFC4-6F175D3DCCD1}">
                <a14:hiddenFill xmlns:a14="http://schemas.microsoft.com/office/drawing/2010/main">
                  <a:noFill/>
                </a14:hiddenFill>
              </a:ext>
            </a:extLst>
          </p:spPr>
          <p:txBody>
            <a:bodyPr wrap="none" tIns="0" bIns="0" anchor="ctr"/>
            <a:lstStyle/>
            <a:p>
              <a:endParaRPr lang="zh-CN" altLang="en-US"/>
            </a:p>
          </p:txBody>
        </p:sp>
        <p:sp>
          <p:nvSpPr>
            <p:cNvPr id="9224" name="Line 16"/>
            <p:cNvSpPr>
              <a:spLocks noChangeShapeType="1"/>
            </p:cNvSpPr>
            <p:nvPr/>
          </p:nvSpPr>
          <p:spPr bwMode="auto">
            <a:xfrm>
              <a:off x="576" y="2037"/>
              <a:ext cx="4704" cy="0"/>
            </a:xfrm>
            <a:prstGeom prst="line">
              <a:avLst/>
            </a:prstGeom>
            <a:noFill/>
            <a:ln w="19050" cap="sq">
              <a:solidFill>
                <a:schemeClr val="tx2"/>
              </a:solidFill>
              <a:round/>
            </a:ln>
            <a:extLst>
              <a:ext uri="{909E8E84-426E-40DD-AFC4-6F175D3DCCD1}">
                <a14:hiddenFill xmlns:a14="http://schemas.microsoft.com/office/drawing/2010/main">
                  <a:noFill/>
                </a14:hiddenFill>
              </a:ext>
            </a:extLst>
          </p:spPr>
          <p:txBody>
            <a:bodyPr wrap="none" tIns="0" bIns="0" anchor="ctr"/>
            <a:lstStyle/>
            <a:p>
              <a:endParaRPr lang="zh-CN" altLang="en-US"/>
            </a:p>
          </p:txBody>
        </p:sp>
      </p:grpSp>
      <p:sp>
        <p:nvSpPr>
          <p:cNvPr id="9221" name="Text Box 17"/>
          <p:cNvSpPr txBox="1">
            <a:spLocks noChangeArrowheads="1"/>
          </p:cNvSpPr>
          <p:nvPr/>
        </p:nvSpPr>
        <p:spPr bwMode="auto">
          <a:xfrm>
            <a:off x="1979930" y="620395"/>
            <a:ext cx="5149215" cy="1055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a:sym typeface="+mn-ea"/>
              </a:rPr>
              <a:t>1.1.0</a:t>
            </a:r>
            <a:r>
              <a:rPr lang="en-US" altLang="zh-CN" b="1">
                <a:latin typeface="Arial" panose="020B0604020202020204" pitchFamily="34" charset="0"/>
                <a:ea typeface="微软雅黑" panose="020B0503020204020204" charset="-122"/>
              </a:rPr>
              <a:t>    </a:t>
            </a:r>
            <a:r>
              <a:rPr lang="zh-CN" altLang="en-US" b="1">
                <a:latin typeface="Arial" panose="020B0604020202020204" pitchFamily="34" charset="0"/>
                <a:ea typeface="微软雅黑" panose="020B0503020204020204" charset="-122"/>
              </a:rPr>
              <a:t>电化学的发展史</a:t>
            </a:r>
            <a:endParaRPr lang="zh-CN" altLang="en-US" b="1">
              <a:latin typeface="Arial" panose="020B0604020202020204" pitchFamily="34" charset="0"/>
              <a:ea typeface="微软雅黑" panose="020B0503020204020204" charset="-122"/>
            </a:endParaRPr>
          </a:p>
        </p:txBody>
      </p:sp>
      <p:sp>
        <p:nvSpPr>
          <p:cNvPr id="5" name="矩形 4"/>
          <p:cNvSpPr/>
          <p:nvPr/>
        </p:nvSpPr>
        <p:spPr>
          <a:xfrm>
            <a:off x="1282148" y="3267076"/>
            <a:ext cx="7371521" cy="2861310"/>
          </a:xfrm>
          <a:prstGeom prst="rect">
            <a:avLst/>
          </a:prstGeom>
        </p:spPr>
        <p:txBody>
          <a:bodyPr wrap="square">
            <a:spAutoFit/>
          </a:bodyPr>
          <a:lstStyle/>
          <a:p>
            <a:pPr>
              <a:lnSpc>
                <a:spcPct val="150000"/>
              </a:lnSpc>
            </a:pPr>
            <a:r>
              <a:rPr lang="zh-CN" altLang="en-US" sz="2400" dirty="0">
                <a:latin typeface="Arial" panose="020B0604020202020204" pitchFamily="34" charset="0"/>
                <a:ea typeface="微软雅黑" panose="020B0503020204020204" charset="-122"/>
              </a:rPr>
              <a:t>（</a:t>
            </a:r>
            <a:r>
              <a:rPr lang="en-US" altLang="zh-CN" sz="2400" dirty="0">
                <a:latin typeface="Arial" panose="020B0604020202020204" pitchFamily="34" charset="0"/>
                <a:ea typeface="微软雅黑" panose="020B0503020204020204" charset="-122"/>
              </a:rPr>
              <a:t>1</a:t>
            </a:r>
            <a:r>
              <a:rPr lang="zh-CN" altLang="en-US" sz="2400" dirty="0">
                <a:latin typeface="Arial" panose="020B0604020202020204" pitchFamily="34" charset="0"/>
                <a:ea typeface="微软雅黑" panose="020B0503020204020204" charset="-122"/>
              </a:rPr>
              <a:t>）电能与化学能相互转换的科学</a:t>
            </a:r>
            <a:endParaRPr lang="en-US" altLang="zh-CN" sz="2400" dirty="0">
              <a:latin typeface="Arial" panose="020B0604020202020204" pitchFamily="34" charset="0"/>
              <a:ea typeface="微软雅黑" panose="020B0503020204020204" charset="-122"/>
            </a:endParaRPr>
          </a:p>
          <a:p>
            <a:pPr>
              <a:lnSpc>
                <a:spcPct val="150000"/>
              </a:lnSpc>
            </a:pPr>
            <a:r>
              <a:rPr lang="zh-CN" altLang="en-US" sz="2400" dirty="0">
                <a:latin typeface="Arial" panose="020B0604020202020204" pitchFamily="34" charset="0"/>
                <a:ea typeface="微软雅黑" panose="020B0503020204020204" charset="-122"/>
              </a:rPr>
              <a:t>（</a:t>
            </a:r>
            <a:r>
              <a:rPr lang="en-US" altLang="zh-CN" sz="2400" dirty="0">
                <a:latin typeface="Arial" panose="020B0604020202020204" pitchFamily="34" charset="0"/>
                <a:ea typeface="微软雅黑" panose="020B0503020204020204" charset="-122"/>
              </a:rPr>
              <a:t>2</a:t>
            </a:r>
            <a:r>
              <a:rPr lang="zh-CN" altLang="en-US" sz="2400" dirty="0">
                <a:latin typeface="Arial" panose="020B0604020202020204" pitchFamily="34" charset="0"/>
                <a:ea typeface="微软雅黑" panose="020B0503020204020204" charset="-122"/>
              </a:rPr>
              <a:t>）电子导体与离子导体形成的带电界面性质及其上所发生变化的科学 </a:t>
            </a:r>
            <a:endParaRPr lang="en-US" altLang="zh-CN" sz="2400" dirty="0">
              <a:latin typeface="Arial" panose="020B0604020202020204" pitchFamily="34" charset="0"/>
              <a:ea typeface="微软雅黑" panose="020B0503020204020204" charset="-122"/>
            </a:endParaRPr>
          </a:p>
          <a:p>
            <a:pPr>
              <a:lnSpc>
                <a:spcPct val="150000"/>
              </a:lnSpc>
            </a:pPr>
            <a:r>
              <a:rPr lang="zh-CN" altLang="en-US" sz="2400" dirty="0">
                <a:latin typeface="Arial" panose="020B0604020202020204" pitchFamily="34" charset="0"/>
                <a:ea typeface="微软雅黑" panose="020B0503020204020204" charset="-122"/>
              </a:rPr>
              <a:t>（</a:t>
            </a:r>
            <a:r>
              <a:rPr lang="en-US" altLang="zh-CN" sz="2400" dirty="0">
                <a:latin typeface="Arial" panose="020B0604020202020204" pitchFamily="34" charset="0"/>
                <a:ea typeface="微软雅黑" panose="020B0503020204020204" charset="-122"/>
              </a:rPr>
              <a:t>3</a:t>
            </a:r>
            <a:r>
              <a:rPr lang="zh-CN" altLang="en-US" sz="2400" dirty="0">
                <a:latin typeface="Arial" panose="020B0604020202020204" pitchFamily="34" charset="0"/>
                <a:ea typeface="微软雅黑" panose="020B0503020204020204" charset="-122"/>
              </a:rPr>
              <a:t>）控制离子导体、电子导体、半导体、量子半导体、介电体的本体及界面间荷电粒子存在和移动的科学 </a:t>
            </a:r>
            <a:endParaRPr lang="zh-CN" altLang="en-US" sz="2400" dirty="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221"/>
                                        </p:tgtEl>
                                        <p:attrNameLst>
                                          <p:attrName>style.visibility</p:attrName>
                                        </p:attrNameLst>
                                      </p:cBhvr>
                                      <p:to>
                                        <p:strVal val="visible"/>
                                      </p:to>
                                    </p:set>
                                    <p:anim calcmode="lin" valueType="num">
                                      <p:cBhvr additive="base">
                                        <p:cTn id="11" dur="500" fill="hold"/>
                                        <p:tgtEl>
                                          <p:spTgt spid="9221"/>
                                        </p:tgtEl>
                                        <p:attrNameLst>
                                          <p:attrName>ppt_x</p:attrName>
                                        </p:attrNameLst>
                                      </p:cBhvr>
                                      <p:tavLst>
                                        <p:tav tm="0">
                                          <p:val>
                                            <p:strVal val="#ppt_x"/>
                                          </p:val>
                                        </p:tav>
                                        <p:tav tm="100000">
                                          <p:val>
                                            <p:strVal val="#ppt_x"/>
                                          </p:val>
                                        </p:tav>
                                      </p:tavLst>
                                    </p:anim>
                                    <p:anim calcmode="lin" valueType="num">
                                      <p:cBhvr additive="base">
                                        <p:cTn id="12" dur="500" fill="hold"/>
                                        <p:tgtEl>
                                          <p:spTgt spid="922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1" grpId="1"/>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395288" y="1456690"/>
            <a:ext cx="8229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zh-CN" altLang="en-US" sz="2800">
                <a:solidFill>
                  <a:srgbClr val="000000"/>
                </a:solidFill>
                <a:latin typeface="Arial" panose="020B0604020202020204" pitchFamily="34" charset="0"/>
                <a:ea typeface="微软雅黑" panose="020B0503020204020204" charset="-122"/>
              </a:rPr>
              <a:t>电化学诞生于</a:t>
            </a:r>
            <a:r>
              <a:rPr lang="en-US" altLang="zh-CN" sz="2800">
                <a:solidFill>
                  <a:srgbClr val="FF0000"/>
                </a:solidFill>
                <a:latin typeface="Arial" panose="020B0604020202020204" pitchFamily="34" charset="0"/>
                <a:ea typeface="微软雅黑" panose="020B0503020204020204" charset="-122"/>
              </a:rPr>
              <a:t>18-19</a:t>
            </a:r>
            <a:r>
              <a:rPr lang="zh-CN" altLang="en-US" sz="2800">
                <a:solidFill>
                  <a:srgbClr val="000000"/>
                </a:solidFill>
                <a:latin typeface="Arial" panose="020B0604020202020204" pitchFamily="34" charset="0"/>
                <a:ea typeface="微软雅黑" panose="020B0503020204020204" charset="-122"/>
              </a:rPr>
              <a:t>世纪。</a:t>
            </a:r>
            <a:endParaRPr lang="zh-CN" altLang="en-US" sz="2800">
              <a:latin typeface="Arial" panose="020B0604020202020204" pitchFamily="34" charset="0"/>
              <a:ea typeface="微软雅黑" panose="020B0503020204020204" charset="-122"/>
            </a:endParaRPr>
          </a:p>
        </p:txBody>
      </p:sp>
      <p:sp>
        <p:nvSpPr>
          <p:cNvPr id="10244" name="Text Box 3"/>
          <p:cNvSpPr txBox="1">
            <a:spLocks noChangeArrowheads="1"/>
          </p:cNvSpPr>
          <p:nvPr/>
        </p:nvSpPr>
        <p:spPr bwMode="auto">
          <a:xfrm>
            <a:off x="342900" y="2052638"/>
            <a:ext cx="84582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a:solidFill>
                  <a:srgbClr val="000000"/>
                </a:solidFill>
                <a:latin typeface="Arial" panose="020B0604020202020204" pitchFamily="34" charset="0"/>
                <a:ea typeface="微软雅黑" panose="020B0503020204020204" charset="-122"/>
              </a:rPr>
              <a:t>1</a:t>
            </a:r>
            <a:r>
              <a:rPr lang="zh-CN" altLang="en-US" sz="2800">
                <a:solidFill>
                  <a:srgbClr val="000000"/>
                </a:solidFill>
                <a:latin typeface="Arial" panose="020B0604020202020204" pitchFamily="34" charset="0"/>
                <a:ea typeface="微软雅黑" panose="020B0503020204020204" charset="-122"/>
              </a:rPr>
              <a:t>．在</a:t>
            </a:r>
            <a:r>
              <a:rPr lang="en-US" altLang="zh-CN" sz="2800">
                <a:solidFill>
                  <a:srgbClr val="000000"/>
                </a:solidFill>
                <a:latin typeface="Arial" panose="020B0604020202020204" pitchFamily="34" charset="0"/>
                <a:ea typeface="微软雅黑" panose="020B0503020204020204" charset="-122"/>
              </a:rPr>
              <a:t>1791</a:t>
            </a:r>
            <a:r>
              <a:rPr lang="zh-CN" altLang="en-US" sz="2800">
                <a:solidFill>
                  <a:srgbClr val="000000"/>
                </a:solidFill>
                <a:latin typeface="Arial" panose="020B0604020202020204" pitchFamily="34" charset="0"/>
                <a:ea typeface="微软雅黑" panose="020B0503020204020204" charset="-122"/>
              </a:rPr>
              <a:t>年，</a:t>
            </a:r>
            <a:r>
              <a:rPr lang="en-US" altLang="zh-CN" sz="2800">
                <a:solidFill>
                  <a:srgbClr val="FF0000"/>
                </a:solidFill>
                <a:latin typeface="Arial" panose="020B0604020202020204" pitchFamily="34" charset="0"/>
                <a:ea typeface="微软雅黑" panose="020B0503020204020204" charset="-122"/>
              </a:rPr>
              <a:t>Galvani</a:t>
            </a:r>
            <a:r>
              <a:rPr lang="zh-CN" altLang="en-US" sz="2800">
                <a:solidFill>
                  <a:srgbClr val="FF0000"/>
                </a:solidFill>
                <a:latin typeface="Arial" panose="020B0604020202020204" pitchFamily="34" charset="0"/>
                <a:ea typeface="微软雅黑" panose="020B0503020204020204" charset="-122"/>
              </a:rPr>
              <a:t>（</a:t>
            </a:r>
            <a:r>
              <a:rPr lang="zh-CN" altLang="en-US" sz="2800">
                <a:solidFill>
                  <a:srgbClr val="000000"/>
                </a:solidFill>
                <a:latin typeface="Arial" panose="020B0604020202020204" pitchFamily="34" charset="0"/>
                <a:ea typeface="微软雅黑" panose="020B0503020204020204" charset="-122"/>
              </a:rPr>
              <a:t>伽划尼）从事青蛙生理功能的研究时，首先偶然构成了电化学电路。</a:t>
            </a:r>
            <a:endParaRPr lang="zh-CN" altLang="en-US" sz="2800">
              <a:solidFill>
                <a:srgbClr val="000000"/>
              </a:solidFill>
              <a:latin typeface="Arial" panose="020B0604020202020204" pitchFamily="34" charset="0"/>
              <a:ea typeface="微软雅黑" panose="020B0503020204020204" charset="-122"/>
            </a:endParaRPr>
          </a:p>
        </p:txBody>
      </p:sp>
      <p:sp>
        <p:nvSpPr>
          <p:cNvPr id="10245" name="Text Box 4"/>
          <p:cNvSpPr txBox="1">
            <a:spLocks noChangeArrowheads="1"/>
          </p:cNvSpPr>
          <p:nvPr/>
        </p:nvSpPr>
        <p:spPr bwMode="auto">
          <a:xfrm>
            <a:off x="304800" y="3195638"/>
            <a:ext cx="82296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a:solidFill>
                  <a:srgbClr val="000000"/>
                </a:solidFill>
                <a:latin typeface="Arial" panose="020B0604020202020204" pitchFamily="34" charset="0"/>
                <a:ea typeface="微软雅黑" panose="020B0503020204020204" charset="-122"/>
              </a:rPr>
              <a:t>2</a:t>
            </a:r>
            <a:r>
              <a:rPr lang="zh-CN" altLang="en-US" sz="2800">
                <a:solidFill>
                  <a:srgbClr val="000000"/>
                </a:solidFill>
                <a:latin typeface="Arial" panose="020B0604020202020204" pitchFamily="34" charset="0"/>
                <a:ea typeface="微软雅黑" panose="020B0503020204020204" charset="-122"/>
              </a:rPr>
              <a:t>．</a:t>
            </a:r>
            <a:r>
              <a:rPr lang="en-US" altLang="zh-CN" sz="2800">
                <a:solidFill>
                  <a:srgbClr val="FF0000"/>
                </a:solidFill>
                <a:latin typeface="Arial" panose="020B0604020202020204" pitchFamily="34" charset="0"/>
                <a:ea typeface="微软雅黑" panose="020B0503020204020204" charset="-122"/>
              </a:rPr>
              <a:t>1799</a:t>
            </a:r>
            <a:r>
              <a:rPr lang="zh-CN" altLang="en-US" sz="2800">
                <a:solidFill>
                  <a:srgbClr val="FF0000"/>
                </a:solidFill>
                <a:latin typeface="Arial" panose="020B0604020202020204" pitchFamily="34" charset="0"/>
                <a:ea typeface="微软雅黑" panose="020B0503020204020204" charset="-122"/>
              </a:rPr>
              <a:t>年伏特</a:t>
            </a:r>
            <a:r>
              <a:rPr lang="zh-CN" altLang="en-US" sz="2800">
                <a:solidFill>
                  <a:srgbClr val="000000"/>
                </a:solidFill>
                <a:latin typeface="Arial" panose="020B0604020202020204" pitchFamily="34" charset="0"/>
                <a:ea typeface="微软雅黑" panose="020B0503020204020204" charset="-122"/>
              </a:rPr>
              <a:t>（</a:t>
            </a:r>
            <a:r>
              <a:rPr lang="en-US" altLang="zh-CN" sz="2800">
                <a:solidFill>
                  <a:srgbClr val="000000"/>
                </a:solidFill>
                <a:latin typeface="Arial" panose="020B0604020202020204" pitchFamily="34" charset="0"/>
                <a:ea typeface="微软雅黑" panose="020B0503020204020204" charset="-122"/>
              </a:rPr>
              <a:t>Volta</a:t>
            </a:r>
            <a:r>
              <a:rPr lang="zh-CN" altLang="en-US" sz="2800">
                <a:solidFill>
                  <a:srgbClr val="000000"/>
                </a:solidFill>
                <a:latin typeface="Arial" panose="020B0604020202020204" pitchFamily="34" charset="0"/>
                <a:ea typeface="微软雅黑" panose="020B0503020204020204" charset="-122"/>
              </a:rPr>
              <a:t>）将锌片与铜片叠起来，中间用浸有硫酸的毛呢隔开，构成电堆。这是世界上出现的</a:t>
            </a:r>
            <a:r>
              <a:rPr lang="zh-CN" altLang="en-US" sz="2800">
                <a:solidFill>
                  <a:srgbClr val="FF0000"/>
                </a:solidFill>
                <a:latin typeface="Arial" panose="020B0604020202020204" pitchFamily="34" charset="0"/>
                <a:ea typeface="微软雅黑" panose="020B0503020204020204" charset="-122"/>
              </a:rPr>
              <a:t>第一个化学能转化为电能的化学电源</a:t>
            </a:r>
            <a:r>
              <a:rPr lang="zh-CN" altLang="en-US" sz="2800">
                <a:solidFill>
                  <a:srgbClr val="000000"/>
                </a:solidFill>
                <a:latin typeface="Arial" panose="020B0604020202020204" pitchFamily="34" charset="0"/>
                <a:ea typeface="微软雅黑" panose="020B0503020204020204" charset="-122"/>
              </a:rPr>
              <a:t>。</a:t>
            </a:r>
            <a:endParaRPr lang="zh-CN" altLang="en-US" sz="2800">
              <a:solidFill>
                <a:srgbClr val="000000"/>
              </a:solidFill>
              <a:latin typeface="Arial" panose="020B0604020202020204" pitchFamily="34" charset="0"/>
              <a:ea typeface="微软雅黑" panose="020B0503020204020204" charset="-122"/>
            </a:endParaRPr>
          </a:p>
        </p:txBody>
      </p:sp>
      <p:sp>
        <p:nvSpPr>
          <p:cNvPr id="10246" name="Text Box 5"/>
          <p:cNvSpPr txBox="1">
            <a:spLocks noChangeArrowheads="1"/>
          </p:cNvSpPr>
          <p:nvPr/>
        </p:nvSpPr>
        <p:spPr bwMode="auto">
          <a:xfrm>
            <a:off x="304800" y="4719638"/>
            <a:ext cx="8153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a:solidFill>
                  <a:schemeClr val="tx2"/>
                </a:solidFill>
                <a:latin typeface="Arial" panose="020B0604020202020204" pitchFamily="34" charset="0"/>
                <a:ea typeface="微软雅黑" panose="020B0503020204020204" charset="-122"/>
              </a:rPr>
              <a:t>3</a:t>
            </a:r>
            <a:r>
              <a:rPr lang="zh-CN" altLang="en-US" sz="2800">
                <a:solidFill>
                  <a:schemeClr val="tx2"/>
                </a:solidFill>
                <a:latin typeface="Arial" panose="020B0604020202020204" pitchFamily="34" charset="0"/>
                <a:ea typeface="微软雅黑" panose="020B0503020204020204" charset="-122"/>
              </a:rPr>
              <a:t>．</a:t>
            </a:r>
            <a:r>
              <a:rPr lang="en-US" altLang="zh-CN" sz="2800">
                <a:solidFill>
                  <a:srgbClr val="FF0000"/>
                </a:solidFill>
                <a:latin typeface="Arial" panose="020B0604020202020204" pitchFamily="34" charset="0"/>
                <a:ea typeface="微软雅黑" panose="020B0503020204020204" charset="-122"/>
              </a:rPr>
              <a:t>1800</a:t>
            </a:r>
            <a:r>
              <a:rPr lang="zh-CN" altLang="en-US" sz="2800">
                <a:solidFill>
                  <a:srgbClr val="FF0000"/>
                </a:solidFill>
                <a:latin typeface="Arial" panose="020B0604020202020204" pitchFamily="34" charset="0"/>
                <a:ea typeface="微软雅黑" panose="020B0503020204020204" charset="-122"/>
              </a:rPr>
              <a:t>年</a:t>
            </a:r>
            <a:r>
              <a:rPr lang="zh-CN" altLang="en-US" sz="2800">
                <a:solidFill>
                  <a:srgbClr val="000000"/>
                </a:solidFill>
                <a:latin typeface="Arial" panose="020B0604020202020204" pitchFamily="34" charset="0"/>
                <a:ea typeface="微软雅黑" panose="020B0503020204020204" charset="-122"/>
              </a:rPr>
              <a:t>英国的</a:t>
            </a:r>
            <a:r>
              <a:rPr lang="zh-CN" altLang="en-US" sz="2800">
                <a:solidFill>
                  <a:srgbClr val="FF0000"/>
                </a:solidFill>
                <a:latin typeface="Arial" panose="020B0604020202020204" pitchFamily="34" charset="0"/>
                <a:ea typeface="微软雅黑" panose="020B0503020204020204" charset="-122"/>
              </a:rPr>
              <a:t>尼科尔逊</a:t>
            </a:r>
            <a:r>
              <a:rPr lang="zh-CN" altLang="en-US" sz="2800">
                <a:solidFill>
                  <a:srgbClr val="000000"/>
                </a:solidFill>
                <a:latin typeface="Arial" panose="020B0604020202020204" pitchFamily="34" charset="0"/>
                <a:ea typeface="微软雅黑" panose="020B0503020204020204" charset="-122"/>
              </a:rPr>
              <a:t>和</a:t>
            </a:r>
            <a:r>
              <a:rPr lang="zh-CN" altLang="en-US" sz="2800">
                <a:solidFill>
                  <a:srgbClr val="FF0000"/>
                </a:solidFill>
                <a:latin typeface="Arial" panose="020B0604020202020204" pitchFamily="34" charset="0"/>
                <a:ea typeface="微软雅黑" panose="020B0503020204020204" charset="-122"/>
              </a:rPr>
              <a:t>卡里斯尔</a:t>
            </a:r>
            <a:r>
              <a:rPr lang="zh-CN" altLang="en-US" sz="2800">
                <a:solidFill>
                  <a:srgbClr val="000000"/>
                </a:solidFill>
                <a:latin typeface="Arial" panose="020B0604020202020204" pitchFamily="34" charset="0"/>
                <a:ea typeface="微软雅黑" panose="020B0503020204020204" charset="-122"/>
              </a:rPr>
              <a:t>采用伏打电池电解水获得成功，这是电解水的第一次尝试。使人们认识到可以将电用于化学研究。</a:t>
            </a:r>
            <a:endParaRPr lang="zh-CN" altLang="en-US" sz="2800">
              <a:latin typeface="Arial" panose="020B0604020202020204" pitchFamily="34" charset="0"/>
              <a:ea typeface="微软雅黑" panose="020B0503020204020204" charset="-122"/>
            </a:endParaRPr>
          </a:p>
        </p:txBody>
      </p:sp>
      <p:sp>
        <p:nvSpPr>
          <p:cNvPr id="10247" name="Rectangle 7"/>
          <p:cNvSpPr>
            <a:spLocks noChangeArrowheads="1"/>
          </p:cNvSpPr>
          <p:nvPr/>
        </p:nvSpPr>
        <p:spPr bwMode="auto">
          <a:xfrm>
            <a:off x="395288" y="857250"/>
            <a:ext cx="62376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latin typeface="Arial" panose="020B0604020202020204" pitchFamily="34" charset="0"/>
                <a:ea typeface="微软雅黑" panose="020B0503020204020204" charset="-122"/>
              </a:rPr>
              <a:t>一、电化学热力学发展（</a:t>
            </a:r>
            <a:r>
              <a:rPr lang="en-US" altLang="zh-CN" sz="2800" b="1" dirty="0">
                <a:latin typeface="Arial" panose="020B0604020202020204" pitchFamily="34" charset="0"/>
                <a:ea typeface="微软雅黑" panose="020B0503020204020204" charset="-122"/>
              </a:rPr>
              <a:t>1799~1905</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a:spLocks noChangeArrowheads="1"/>
          </p:cNvSpPr>
          <p:nvPr/>
        </p:nvSpPr>
        <p:spPr bwMode="auto">
          <a:xfrm>
            <a:off x="685800" y="1295400"/>
            <a:ext cx="7772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b="1">
                <a:latin typeface="Arial" panose="020B0604020202020204" pitchFamily="34" charset="0"/>
                <a:ea typeface="微软雅黑" panose="020B0503020204020204" charset="-122"/>
              </a:rPr>
              <a:t>4</a:t>
            </a:r>
            <a:r>
              <a:rPr lang="zh-CN" altLang="en-US" sz="2800" b="1">
                <a:latin typeface="Arial" panose="020B0604020202020204" pitchFamily="34" charset="0"/>
                <a:ea typeface="微软雅黑" panose="020B0503020204020204" charset="-122"/>
              </a:rPr>
              <a:t>．</a:t>
            </a:r>
            <a:r>
              <a:rPr lang="en-US" altLang="zh-CN" sz="2800" b="1">
                <a:solidFill>
                  <a:srgbClr val="FF0000"/>
                </a:solidFill>
                <a:latin typeface="Arial" panose="020B0604020202020204" pitchFamily="34" charset="0"/>
                <a:ea typeface="微软雅黑" panose="020B0503020204020204" charset="-122"/>
              </a:rPr>
              <a:t>1807</a:t>
            </a:r>
            <a:r>
              <a:rPr lang="zh-CN" altLang="en-US" sz="2800" b="1">
                <a:solidFill>
                  <a:srgbClr val="FF0000"/>
                </a:solidFill>
                <a:latin typeface="Arial" panose="020B0604020202020204" pitchFamily="34" charset="0"/>
                <a:ea typeface="微软雅黑" panose="020B0503020204020204" charset="-122"/>
              </a:rPr>
              <a:t>年戴维</a:t>
            </a:r>
            <a:r>
              <a:rPr lang="zh-CN" altLang="en-US" sz="2800" b="1">
                <a:latin typeface="Arial" panose="020B0604020202020204" pitchFamily="34" charset="0"/>
                <a:ea typeface="微软雅黑" panose="020B0503020204020204" charset="-122"/>
              </a:rPr>
              <a:t>用电解法析出金属钾和钠。</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11268" name="Text Box 3"/>
          <p:cNvSpPr txBox="1">
            <a:spLocks noChangeArrowheads="1"/>
          </p:cNvSpPr>
          <p:nvPr/>
        </p:nvSpPr>
        <p:spPr bwMode="auto">
          <a:xfrm>
            <a:off x="685800" y="2362200"/>
            <a:ext cx="7772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b="1">
                <a:latin typeface="Arial" panose="020B0604020202020204" pitchFamily="34" charset="0"/>
                <a:ea typeface="微软雅黑" panose="020B0503020204020204" charset="-122"/>
              </a:rPr>
              <a:t>5.</a:t>
            </a:r>
            <a:r>
              <a:rPr lang="zh-CN" altLang="en-US" sz="2800" b="1">
                <a:latin typeface="Arial" panose="020B0604020202020204" pitchFamily="34" charset="0"/>
                <a:ea typeface="微软雅黑" panose="020B0503020204020204" charset="-122"/>
              </a:rPr>
              <a:t>大量的生产实践和科学实验知识的积累推动了电化学理论工作的发展。</a:t>
            </a:r>
            <a:r>
              <a:rPr lang="en-US" altLang="zh-CN" sz="2800" b="1">
                <a:solidFill>
                  <a:srgbClr val="FF0000"/>
                </a:solidFill>
                <a:latin typeface="Arial" panose="020B0604020202020204" pitchFamily="34" charset="0"/>
                <a:ea typeface="微软雅黑" panose="020B0503020204020204" charset="-122"/>
              </a:rPr>
              <a:t>1833</a:t>
            </a:r>
            <a:r>
              <a:rPr lang="zh-CN" altLang="en-US" sz="2800" b="1">
                <a:solidFill>
                  <a:srgbClr val="FF0000"/>
                </a:solidFill>
                <a:latin typeface="Arial" panose="020B0604020202020204" pitchFamily="34" charset="0"/>
                <a:ea typeface="微软雅黑" panose="020B0503020204020204" charset="-122"/>
              </a:rPr>
              <a:t>年</a:t>
            </a:r>
            <a:r>
              <a:rPr lang="zh-CN" altLang="en-US" sz="2800" b="1">
                <a:latin typeface="Arial" panose="020B0604020202020204" pitchFamily="34" charset="0"/>
                <a:ea typeface="微软雅黑" panose="020B0503020204020204" charset="-122"/>
              </a:rPr>
              <a:t>得到了</a:t>
            </a:r>
            <a:r>
              <a:rPr lang="zh-CN" altLang="en-US" sz="2800" b="1">
                <a:solidFill>
                  <a:srgbClr val="FF0000"/>
                </a:solidFill>
                <a:latin typeface="Arial" panose="020B0604020202020204" pitchFamily="34" charset="0"/>
                <a:ea typeface="微软雅黑" panose="020B0503020204020204" charset="-122"/>
              </a:rPr>
              <a:t>法拉第定律</a:t>
            </a:r>
            <a:r>
              <a:rPr lang="zh-CN" altLang="en-US" sz="2800" b="1">
                <a:latin typeface="Arial" panose="020B0604020202020204" pitchFamily="34" charset="0"/>
                <a:ea typeface="微软雅黑" panose="020B0503020204020204" charset="-122"/>
              </a:rPr>
              <a:t>。</a:t>
            </a:r>
            <a:r>
              <a:rPr lang="zh-CN" altLang="en-US" sz="2400">
                <a:latin typeface="Arial" panose="020B0604020202020204" pitchFamily="34" charset="0"/>
                <a:ea typeface="微软雅黑" panose="020B0503020204020204" charset="-122"/>
              </a:rPr>
              <a:t>  </a:t>
            </a:r>
            <a:endParaRPr lang="zh-CN" altLang="en-US" sz="2400">
              <a:latin typeface="Arial" panose="020B0604020202020204" pitchFamily="34" charset="0"/>
              <a:ea typeface="微软雅黑" panose="020B0503020204020204" charset="-122"/>
            </a:endParaRPr>
          </a:p>
        </p:txBody>
      </p:sp>
      <p:sp>
        <p:nvSpPr>
          <p:cNvPr id="11269" name="Text Box 4"/>
          <p:cNvSpPr txBox="1">
            <a:spLocks noChangeArrowheads="1"/>
          </p:cNvSpPr>
          <p:nvPr/>
        </p:nvSpPr>
        <p:spPr bwMode="auto">
          <a:xfrm>
            <a:off x="647700" y="4038600"/>
            <a:ext cx="78486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b="1">
                <a:latin typeface="Arial" panose="020B0604020202020204" pitchFamily="34" charset="0"/>
                <a:ea typeface="微软雅黑" panose="020B0503020204020204" charset="-122"/>
              </a:rPr>
              <a:t>6.</a:t>
            </a:r>
            <a:r>
              <a:rPr lang="zh-CN" altLang="en-US" sz="2800" b="1">
                <a:latin typeface="Arial" panose="020B0604020202020204" pitchFamily="34" charset="0"/>
                <a:ea typeface="微软雅黑" panose="020B0503020204020204" charset="-122"/>
              </a:rPr>
              <a:t>随后电化学理论又获得了进一步的发展，</a:t>
            </a:r>
            <a:r>
              <a:rPr lang="en-US" altLang="zh-CN" sz="2800" b="1">
                <a:solidFill>
                  <a:srgbClr val="FF0000"/>
                </a:solidFill>
                <a:latin typeface="Arial" panose="020B0604020202020204" pitchFamily="34" charset="0"/>
                <a:ea typeface="微软雅黑" panose="020B0503020204020204" charset="-122"/>
              </a:rPr>
              <a:t>1887</a:t>
            </a:r>
            <a:r>
              <a:rPr lang="zh-CN" altLang="en-US" sz="2800" b="1">
                <a:solidFill>
                  <a:srgbClr val="FF0000"/>
                </a:solidFill>
                <a:latin typeface="Arial" panose="020B0604020202020204" pitchFamily="34" charset="0"/>
                <a:ea typeface="微软雅黑" panose="020B0503020204020204" charset="-122"/>
              </a:rPr>
              <a:t>年阿累尼乌斯提出了电离学说</a:t>
            </a:r>
            <a:r>
              <a:rPr lang="zh-CN" altLang="en-US" sz="2800" b="1">
                <a:solidFill>
                  <a:srgbClr val="08048E"/>
                </a:solidFill>
                <a:latin typeface="Arial" panose="020B0604020202020204" pitchFamily="34" charset="0"/>
                <a:ea typeface="微软雅黑" panose="020B0503020204020204" charset="-122"/>
              </a:rPr>
              <a:t>。</a:t>
            </a:r>
            <a:r>
              <a:rPr lang="zh-CN" altLang="en-US" sz="2800" b="1">
                <a:latin typeface="Arial" panose="020B0604020202020204" pitchFamily="34" charset="0"/>
                <a:ea typeface="微软雅黑" panose="020B0503020204020204" charset="-122"/>
              </a:rPr>
              <a:t> </a:t>
            </a:r>
            <a:endParaRPr lang="zh-CN" altLang="en-US" sz="2800" b="1">
              <a:latin typeface="Arial" panose="020B0604020202020204" pitchFamily="34" charset="0"/>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457200" y="990600"/>
            <a:ext cx="78486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a:latin typeface="Arial" panose="020B0604020202020204" pitchFamily="34" charset="0"/>
                <a:ea typeface="微软雅黑" panose="020B0503020204020204" charset="-122"/>
              </a:rPr>
              <a:t>7</a:t>
            </a:r>
            <a:r>
              <a:rPr lang="zh-CN" altLang="en-US" sz="2800">
                <a:latin typeface="Arial" panose="020B0604020202020204" pitchFamily="34" charset="0"/>
                <a:ea typeface="微软雅黑" panose="020B0503020204020204" charset="-122"/>
              </a:rPr>
              <a:t>．</a:t>
            </a:r>
            <a:r>
              <a:rPr lang="en-US" altLang="zh-CN" sz="2800">
                <a:solidFill>
                  <a:srgbClr val="FF0000"/>
                </a:solidFill>
                <a:latin typeface="Arial" panose="020B0604020202020204" pitchFamily="34" charset="0"/>
                <a:ea typeface="微软雅黑" panose="020B0503020204020204" charset="-122"/>
              </a:rPr>
              <a:t>1889</a:t>
            </a:r>
            <a:r>
              <a:rPr lang="zh-CN" altLang="en-US" sz="2800">
                <a:solidFill>
                  <a:srgbClr val="FF0000"/>
                </a:solidFill>
                <a:latin typeface="Arial" panose="020B0604020202020204" pitchFamily="34" charset="0"/>
                <a:ea typeface="微软雅黑" panose="020B0503020204020204" charset="-122"/>
              </a:rPr>
              <a:t>年</a:t>
            </a:r>
            <a:r>
              <a:rPr lang="en-US" altLang="zh-CN" sz="2800">
                <a:solidFill>
                  <a:srgbClr val="FF0000"/>
                </a:solidFill>
                <a:latin typeface="Arial" panose="020B0604020202020204" pitchFamily="34" charset="0"/>
                <a:ea typeface="微软雅黑" panose="020B0503020204020204" charset="-122"/>
              </a:rPr>
              <a:t>Nernst</a:t>
            </a:r>
            <a:r>
              <a:rPr lang="zh-CN" altLang="en-US" sz="2800">
                <a:latin typeface="Arial" panose="020B0604020202020204" pitchFamily="34" charset="0"/>
                <a:ea typeface="微软雅黑" panose="020B0503020204020204" charset="-122"/>
              </a:rPr>
              <a:t>建立了电极电势公式，提出了电极电势与电极反应各组分浓度间关系的</a:t>
            </a:r>
            <a:r>
              <a:rPr lang="en-US" altLang="zh-CN" sz="2800">
                <a:latin typeface="Arial" panose="020B0604020202020204" pitchFamily="34" charset="0"/>
                <a:ea typeface="微软雅黑" panose="020B0503020204020204" charset="-122"/>
              </a:rPr>
              <a:t>Nernst</a:t>
            </a:r>
            <a:r>
              <a:rPr lang="zh-CN" altLang="en-US" sz="2800">
                <a:latin typeface="Arial" panose="020B0604020202020204" pitchFamily="34" charset="0"/>
                <a:ea typeface="微软雅黑" panose="020B0503020204020204" charset="-122"/>
              </a:rPr>
              <a:t>公式。 </a:t>
            </a:r>
            <a:endParaRPr lang="zh-CN" altLang="en-US" sz="2800">
              <a:latin typeface="Arial" panose="020B0604020202020204" pitchFamily="34" charset="0"/>
              <a:ea typeface="微软雅黑" panose="020B0503020204020204" charset="-122"/>
            </a:endParaRPr>
          </a:p>
        </p:txBody>
      </p:sp>
      <p:sp>
        <p:nvSpPr>
          <p:cNvPr id="12292" name="Text Box 3"/>
          <p:cNvSpPr txBox="1">
            <a:spLocks noChangeArrowheads="1"/>
          </p:cNvSpPr>
          <p:nvPr/>
        </p:nvSpPr>
        <p:spPr bwMode="auto">
          <a:xfrm>
            <a:off x="533400" y="2667000"/>
            <a:ext cx="7850188"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None/>
            </a:pPr>
            <a:r>
              <a:rPr lang="en-US" altLang="zh-CN" sz="2800">
                <a:latin typeface="Arial" panose="020B0604020202020204" pitchFamily="34" charset="0"/>
                <a:ea typeface="微软雅黑" panose="020B0503020204020204" charset="-122"/>
              </a:rPr>
              <a:t>8</a:t>
            </a:r>
            <a:r>
              <a:rPr lang="zh-CN" altLang="en-US" sz="2800">
                <a:latin typeface="Arial" panose="020B0604020202020204" pitchFamily="34" charset="0"/>
                <a:ea typeface="微软雅黑" panose="020B0503020204020204" charset="-122"/>
              </a:rPr>
              <a:t>．十九世纪</a:t>
            </a:r>
            <a:r>
              <a:rPr lang="en-US" altLang="zh-CN" sz="2800">
                <a:latin typeface="Arial" panose="020B0604020202020204" pitchFamily="34" charset="0"/>
                <a:ea typeface="微软雅黑" panose="020B0503020204020204" charset="-122"/>
              </a:rPr>
              <a:t>70</a:t>
            </a:r>
            <a:r>
              <a:rPr lang="zh-CN" altLang="en-US" sz="2800">
                <a:latin typeface="Arial" panose="020B0604020202020204" pitchFamily="34" charset="0"/>
                <a:ea typeface="微软雅黑" panose="020B0503020204020204" charset="-122"/>
              </a:rPr>
              <a:t>年代</a:t>
            </a:r>
            <a:r>
              <a:rPr lang="en-US" altLang="zh-CN" sz="2800">
                <a:latin typeface="Arial" panose="020B0604020202020204" pitchFamily="34" charset="0"/>
                <a:ea typeface="微软雅黑" panose="020B0503020204020204" charset="-122"/>
              </a:rPr>
              <a:t>Helmholtz</a:t>
            </a:r>
            <a:r>
              <a:rPr lang="zh-CN" altLang="en-US" sz="2800">
                <a:latin typeface="Arial" panose="020B0604020202020204" pitchFamily="34" charset="0"/>
                <a:ea typeface="微软雅黑" panose="020B0503020204020204" charset="-122"/>
              </a:rPr>
              <a:t>首次提出了</a:t>
            </a:r>
            <a:r>
              <a:rPr lang="zh-CN" altLang="en-US" sz="2800">
                <a:solidFill>
                  <a:srgbClr val="FF0000"/>
                </a:solidFill>
                <a:latin typeface="Arial" panose="020B0604020202020204" pitchFamily="34" charset="0"/>
                <a:ea typeface="微软雅黑" panose="020B0503020204020204" charset="-122"/>
              </a:rPr>
              <a:t>双电层的概念 </a:t>
            </a:r>
            <a:endParaRPr lang="zh-CN" altLang="en-US" sz="2800">
              <a:solidFill>
                <a:srgbClr val="FF0000"/>
              </a:solidFill>
              <a:latin typeface="Arial" panose="020B0604020202020204" pitchFamily="34" charset="0"/>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Grp="1" noChangeArrowheads="1"/>
          </p:cNvSpPr>
          <p:nvPr/>
        </p:nvSpPr>
        <p:spPr>
          <a:xfrm>
            <a:off x="246821" y="1239354"/>
            <a:ext cx="8650357" cy="3756715"/>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r>
              <a:rPr lang="zh-CN" altLang="en-US" sz="2800" b="1" dirty="0">
                <a:latin typeface="Arial" panose="020B0604020202020204" pitchFamily="34" charset="0"/>
                <a:ea typeface="微软雅黑" panose="020B0503020204020204" charset="-122"/>
              </a:rPr>
              <a:t>二、电化学动力学发展（ </a:t>
            </a:r>
            <a:r>
              <a:rPr lang="en-US" altLang="zh-CN" sz="2800" b="1" dirty="0">
                <a:latin typeface="Arial" panose="020B0604020202020204" pitchFamily="34" charset="0"/>
                <a:ea typeface="微软雅黑" panose="020B0503020204020204" charset="-122"/>
              </a:rPr>
              <a:t>20</a:t>
            </a:r>
            <a:r>
              <a:rPr lang="zh-CN" altLang="en-US" sz="2800" b="1" dirty="0">
                <a:latin typeface="Arial" panose="020B0604020202020204" pitchFamily="34" charset="0"/>
                <a:ea typeface="微软雅黑" panose="020B0503020204020204" charset="-122"/>
              </a:rPr>
              <a:t>世纪</a:t>
            </a:r>
            <a:r>
              <a:rPr lang="en-US" altLang="zh-CN" sz="2800" b="1" dirty="0">
                <a:latin typeface="Arial" panose="020B0604020202020204" pitchFamily="34" charset="0"/>
                <a:ea typeface="微软雅黑" panose="020B0503020204020204" charset="-122"/>
              </a:rPr>
              <a:t>40</a:t>
            </a:r>
            <a:r>
              <a:rPr lang="zh-CN" altLang="en-US" sz="2800" b="1" dirty="0">
                <a:latin typeface="Arial" panose="020B0604020202020204" pitchFamily="34" charset="0"/>
                <a:ea typeface="微软雅黑" panose="020B0503020204020204" charset="-122"/>
              </a:rPr>
              <a:t>年代）</a:t>
            </a:r>
            <a:endParaRPr lang="zh-CN" altLang="en-US" sz="2800" b="1" dirty="0">
              <a:latin typeface="Arial" panose="020B0604020202020204" pitchFamily="34" charset="0"/>
              <a:ea typeface="微软雅黑" panose="020B0503020204020204" charset="-122"/>
            </a:endParaRPr>
          </a:p>
          <a:p>
            <a:pPr eaLnBrk="1" hangingPunct="1"/>
            <a:r>
              <a:rPr lang="zh-CN" altLang="en-US" sz="2400" dirty="0">
                <a:latin typeface="Arial" panose="020B0604020202020204" pitchFamily="34" charset="0"/>
                <a:ea typeface="微软雅黑" panose="020B0503020204020204" charset="-122"/>
              </a:rPr>
              <a:t>电化学动力学： 研究电极反应速度及其影响因素</a:t>
            </a:r>
            <a:endParaRPr lang="zh-CN" altLang="en-US" sz="2400" dirty="0">
              <a:latin typeface="Arial" panose="020B0604020202020204" pitchFamily="34" charset="0"/>
              <a:ea typeface="微软雅黑" panose="020B0503020204020204" charset="-122"/>
            </a:endParaRPr>
          </a:p>
          <a:p>
            <a:pPr eaLnBrk="1" hangingPunct="1">
              <a:lnSpc>
                <a:spcPct val="150000"/>
              </a:lnSpc>
            </a:pPr>
            <a:r>
              <a:rPr lang="zh-CN" altLang="en-US" sz="2400" dirty="0">
                <a:latin typeface="Arial" panose="020B0604020202020204" pitchFamily="34" charset="0"/>
                <a:ea typeface="微软雅黑" panose="020B0503020204020204" charset="-122"/>
              </a:rPr>
              <a:t> 弗鲁姆金等</a:t>
            </a:r>
            <a:r>
              <a:rPr lang="en-US" altLang="zh-CN" sz="2400" dirty="0">
                <a:latin typeface="Arial" panose="020B0604020202020204" pitchFamily="34" charset="0"/>
                <a:ea typeface="微软雅黑" panose="020B0503020204020204" charset="-122"/>
              </a:rPr>
              <a:t>   </a:t>
            </a:r>
            <a:r>
              <a:rPr lang="zh-CN" altLang="en-US" sz="2400" dirty="0">
                <a:latin typeface="Arial" panose="020B0604020202020204" pitchFamily="34" charset="0"/>
                <a:ea typeface="微软雅黑" panose="020B0503020204020204" charset="-122"/>
              </a:rPr>
              <a:t>对析氢过程动力学（</a:t>
            </a:r>
            <a:r>
              <a:rPr lang="en-US" altLang="zh-CN" sz="2400" dirty="0">
                <a:latin typeface="Arial" panose="020B0604020202020204" pitchFamily="34" charset="0"/>
                <a:ea typeface="微软雅黑" panose="020B0503020204020204" charset="-122"/>
              </a:rPr>
              <a:t>1905</a:t>
            </a:r>
            <a:r>
              <a:rPr lang="zh-CN" altLang="en-US" sz="2400" dirty="0">
                <a:latin typeface="Arial" panose="020B0604020202020204" pitchFamily="34" charset="0"/>
                <a:ea typeface="微软雅黑" panose="020B0503020204020204" charset="-122"/>
              </a:rPr>
              <a:t>年</a:t>
            </a:r>
            <a:r>
              <a:rPr lang="en-US" altLang="zh-CN" sz="2400" dirty="0">
                <a:latin typeface="Arial" panose="020B0604020202020204" pitchFamily="34" charset="0"/>
                <a:ea typeface="微软雅黑" panose="020B0503020204020204" charset="-122"/>
              </a:rPr>
              <a:t>Tafel</a:t>
            </a:r>
            <a:r>
              <a:rPr lang="zh-CN" altLang="en-US" sz="2400" dirty="0">
                <a:latin typeface="Arial" panose="020B0604020202020204" pitchFamily="34" charset="0"/>
                <a:ea typeface="微软雅黑" panose="020B0503020204020204" charset="-122"/>
              </a:rPr>
              <a:t>测定了在各种金属上析氢的电化学反应速率，确定了氢过电势和电流密度的关系，从而提出了</a:t>
            </a:r>
            <a:r>
              <a:rPr lang="en-US" altLang="zh-CN" sz="2400" dirty="0">
                <a:solidFill>
                  <a:srgbClr val="FF0000"/>
                </a:solidFill>
                <a:latin typeface="Arial" panose="020B0604020202020204" pitchFamily="34" charset="0"/>
                <a:ea typeface="微软雅黑" panose="020B0503020204020204" charset="-122"/>
              </a:rPr>
              <a:t>Tafel</a:t>
            </a:r>
            <a:r>
              <a:rPr lang="zh-CN" altLang="en-US" sz="2400" dirty="0">
                <a:solidFill>
                  <a:srgbClr val="FF0000"/>
                </a:solidFill>
                <a:latin typeface="Arial" panose="020B0604020202020204" pitchFamily="34" charset="0"/>
                <a:ea typeface="微软雅黑" panose="020B0503020204020204" charset="-122"/>
              </a:rPr>
              <a:t>方程</a:t>
            </a:r>
            <a:r>
              <a:rPr lang="zh-CN" altLang="en-US" sz="2400" dirty="0">
                <a:latin typeface="Arial" panose="020B0604020202020204" pitchFamily="34" charset="0"/>
                <a:ea typeface="微软雅黑" panose="020B0503020204020204" charset="-122"/>
              </a:rPr>
              <a:t>。</a:t>
            </a:r>
            <a:r>
              <a:rPr lang="en-US" altLang="zh-CN" sz="2400" dirty="0">
                <a:latin typeface="Arial" panose="020B0604020202020204" pitchFamily="34" charset="0"/>
                <a:ea typeface="微软雅黑" panose="020B0503020204020204" charset="-122"/>
              </a:rPr>
              <a:t>Tafel</a:t>
            </a:r>
            <a:r>
              <a:rPr lang="zh-CN" altLang="en-US" sz="2400" dirty="0">
                <a:latin typeface="Arial" panose="020B0604020202020204" pitchFamily="34" charset="0"/>
                <a:ea typeface="微软雅黑" panose="020B0503020204020204" charset="-122"/>
              </a:rPr>
              <a:t>方程是</a:t>
            </a:r>
            <a:r>
              <a:rPr lang="zh-CN" altLang="en-US" sz="2400" dirty="0">
                <a:solidFill>
                  <a:srgbClr val="FF0000"/>
                </a:solidFill>
                <a:latin typeface="Arial" panose="020B0604020202020204" pitchFamily="34" charset="0"/>
                <a:ea typeface="微软雅黑" panose="020B0503020204020204" charset="-122"/>
              </a:rPr>
              <a:t>电化学动力学的第一定律</a:t>
            </a:r>
            <a:r>
              <a:rPr lang="zh-CN" altLang="en-US" sz="2400" dirty="0">
                <a:latin typeface="Arial" panose="020B0604020202020204" pitchFamily="34" charset="0"/>
                <a:ea typeface="微软雅黑" panose="020B0503020204020204" charset="-122"/>
              </a:rPr>
              <a:t>）和双电层结构研究取得进展</a:t>
            </a:r>
            <a:endParaRPr lang="zh-CN" altLang="en-US" sz="2400" dirty="0">
              <a:latin typeface="Arial" panose="020B0604020202020204" pitchFamily="34" charset="0"/>
              <a:ea typeface="微软雅黑" panose="020B0503020204020204" charset="-122"/>
            </a:endParaRPr>
          </a:p>
          <a:p>
            <a:pPr eaLnBrk="1" hangingPunct="1"/>
            <a:r>
              <a:rPr lang="zh-CN" altLang="en-US" sz="2400" dirty="0">
                <a:latin typeface="Arial" panose="020B0604020202020204" pitchFamily="34" charset="0"/>
                <a:ea typeface="微软雅黑" panose="020B0503020204020204" charset="-122"/>
              </a:rPr>
              <a:t> 格来亨</a:t>
            </a:r>
            <a:r>
              <a:rPr lang="en-US" altLang="zh-CN" sz="2400" dirty="0">
                <a:latin typeface="Arial" panose="020B0604020202020204" pitchFamily="34" charset="0"/>
                <a:ea typeface="微软雅黑" panose="020B0503020204020204" charset="-122"/>
              </a:rPr>
              <a:t>    </a:t>
            </a:r>
            <a:r>
              <a:rPr lang="zh-CN" altLang="en-US" sz="2400" dirty="0">
                <a:latin typeface="Arial" panose="020B0604020202020204" pitchFamily="34" charset="0"/>
                <a:ea typeface="微软雅黑" panose="020B0503020204020204" charset="-122"/>
              </a:rPr>
              <a:t>用滴汞电极研究两类导体界面 </a:t>
            </a:r>
            <a:r>
              <a:rPr lang="zh-CN" altLang="en-US" sz="2400" b="1" dirty="0">
                <a:latin typeface="Arial" panose="020B0604020202020204" pitchFamily="34" charset="0"/>
                <a:ea typeface="微软雅黑" panose="020B0503020204020204" charset="-122"/>
              </a:rPr>
              <a:t>  </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p:cNvSpPr txBox="1">
            <a:spLocks noChangeArrowheads="1"/>
          </p:cNvSpPr>
          <p:nvPr/>
        </p:nvSpPr>
        <p:spPr bwMode="auto">
          <a:xfrm>
            <a:off x="762000" y="1143000"/>
            <a:ext cx="8077200" cy="406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en-US" altLang="zh-CN" sz="2800" b="1" dirty="0">
                <a:solidFill>
                  <a:srgbClr val="000000"/>
                </a:solidFill>
                <a:latin typeface="Arial" panose="020B0604020202020204" pitchFamily="34" charset="0"/>
                <a:ea typeface="微软雅黑" panose="020B0503020204020204" charset="-122"/>
              </a:rPr>
              <a:t>20</a:t>
            </a:r>
            <a:r>
              <a:rPr lang="zh-CN" altLang="en-US" sz="2800" b="1" dirty="0">
                <a:solidFill>
                  <a:srgbClr val="000000"/>
                </a:solidFill>
                <a:latin typeface="Arial" panose="020B0604020202020204" pitchFamily="34" charset="0"/>
                <a:ea typeface="微软雅黑" panose="020B0503020204020204" charset="-122"/>
              </a:rPr>
              <a:t>世纪</a:t>
            </a:r>
            <a:r>
              <a:rPr lang="en-US" altLang="zh-CN" sz="2800" b="1" dirty="0">
                <a:solidFill>
                  <a:srgbClr val="000000"/>
                </a:solidFill>
                <a:latin typeface="Arial" panose="020B0604020202020204" pitchFamily="34" charset="0"/>
                <a:ea typeface="微软雅黑" panose="020B0503020204020204" charset="-122"/>
              </a:rPr>
              <a:t>40</a:t>
            </a:r>
            <a:r>
              <a:rPr lang="zh-CN" altLang="en-US" sz="2800" b="1" dirty="0">
                <a:solidFill>
                  <a:srgbClr val="000000"/>
                </a:solidFill>
                <a:latin typeface="Arial" panose="020B0604020202020204" pitchFamily="34" charset="0"/>
                <a:ea typeface="微软雅黑" panose="020B0503020204020204" charset="-122"/>
              </a:rPr>
              <a:t>年代前苏联科学家</a:t>
            </a:r>
            <a:r>
              <a:rPr lang="zh-CN" altLang="en-US" b="1" dirty="0">
                <a:solidFill>
                  <a:srgbClr val="FF0000"/>
                </a:solidFill>
                <a:latin typeface="Arial" panose="020B0604020202020204" pitchFamily="34" charset="0"/>
                <a:ea typeface="微软雅黑" panose="020B0503020204020204" charset="-122"/>
              </a:rPr>
              <a:t>弗鲁姆金</a:t>
            </a:r>
            <a:r>
              <a:rPr lang="zh-CN" altLang="en-US" b="1" dirty="0">
                <a:latin typeface="Arial" panose="020B0604020202020204" pitchFamily="34" charset="0"/>
                <a:ea typeface="微软雅黑" panose="020B0503020204020204" charset="-122"/>
              </a:rPr>
              <a:t>奠定了</a:t>
            </a:r>
            <a:r>
              <a:rPr lang="zh-CN" altLang="en-US" sz="2800" b="1" dirty="0">
                <a:solidFill>
                  <a:srgbClr val="000000"/>
                </a:solidFill>
                <a:latin typeface="Arial" panose="020B0604020202020204" pitchFamily="34" charset="0"/>
                <a:ea typeface="微软雅黑" panose="020B0503020204020204" charset="-122"/>
              </a:rPr>
              <a:t>从化学动力学角度作了大量的工作，后来英美科学家等在这方面又作了奠基性工作，推动了电化学理论的发展，开始形成以研究电极反应速率及其影响因素为主要对象的</a:t>
            </a:r>
            <a:r>
              <a:rPr lang="zh-CN" altLang="en-US" sz="2800" b="1" dirty="0">
                <a:solidFill>
                  <a:srgbClr val="FF0000"/>
                </a:solidFill>
                <a:latin typeface="Arial" panose="020B0604020202020204" pitchFamily="34" charset="0"/>
                <a:ea typeface="微软雅黑" panose="020B0503020204020204" charset="-122"/>
              </a:rPr>
              <a:t>电极过程动力学</a:t>
            </a:r>
            <a:r>
              <a:rPr lang="zh-CN" altLang="en-US" sz="2800" b="1" dirty="0">
                <a:solidFill>
                  <a:srgbClr val="000000"/>
                </a:solidFill>
                <a:latin typeface="Arial" panose="020B0604020202020204" pitchFamily="34" charset="0"/>
                <a:ea typeface="微软雅黑" panose="020B0503020204020204" charset="-122"/>
              </a:rPr>
              <a:t>，并使之</a:t>
            </a:r>
            <a:r>
              <a:rPr lang="zh-CN" altLang="en-US" sz="2800" b="1" dirty="0">
                <a:solidFill>
                  <a:srgbClr val="FF0000"/>
                </a:solidFill>
                <a:latin typeface="Arial" panose="020B0604020202020204" pitchFamily="34" charset="0"/>
                <a:ea typeface="微软雅黑" panose="020B0503020204020204" charset="-122"/>
              </a:rPr>
              <a:t>成为现代电化学的主体</a:t>
            </a:r>
            <a:endParaRPr lang="zh-CN" altLang="en-US" sz="2800" b="1" dirty="0">
              <a:solidFill>
                <a:srgbClr val="FF0000"/>
              </a:solidFill>
              <a:latin typeface="Arial" panose="020B0604020202020204" pitchFamily="34" charset="0"/>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ChangeArrowheads="1"/>
          </p:cNvSpPr>
          <p:nvPr/>
        </p:nvSpPr>
        <p:spPr bwMode="auto">
          <a:xfrm>
            <a:off x="395288" y="923925"/>
            <a:ext cx="8569325" cy="556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dirty="0">
                <a:latin typeface="Arial" panose="020B0604020202020204" pitchFamily="34" charset="0"/>
                <a:ea typeface="微软雅黑" panose="020B0503020204020204" charset="-122"/>
              </a:rPr>
              <a:t>三、理论和实验技术突破性进展（ </a:t>
            </a:r>
            <a:r>
              <a:rPr lang="en-US" altLang="zh-CN" sz="2800" b="1" dirty="0">
                <a:latin typeface="Arial" panose="020B0604020202020204" pitchFamily="34" charset="0"/>
                <a:ea typeface="微软雅黑" panose="020B0503020204020204" charset="-122"/>
              </a:rPr>
              <a:t>20</a:t>
            </a:r>
            <a:r>
              <a:rPr lang="zh-CN" altLang="en-US" sz="2800" b="1" dirty="0">
                <a:latin typeface="Arial" panose="020B0604020202020204" pitchFamily="34" charset="0"/>
                <a:ea typeface="微软雅黑" panose="020B0503020204020204" charset="-122"/>
              </a:rPr>
              <a:t>世纪</a:t>
            </a:r>
            <a:r>
              <a:rPr lang="en-US" altLang="zh-CN" sz="2800" b="1" dirty="0">
                <a:latin typeface="Arial" panose="020B0604020202020204" pitchFamily="34" charset="0"/>
                <a:ea typeface="微软雅黑" panose="020B0503020204020204" charset="-122"/>
              </a:rPr>
              <a:t>60</a:t>
            </a:r>
            <a:r>
              <a:rPr lang="zh-CN" altLang="en-US" sz="2800" b="1" dirty="0">
                <a:latin typeface="Arial" panose="020B0604020202020204" pitchFamily="34" charset="0"/>
                <a:ea typeface="微软雅黑" panose="020B0503020204020204" charset="-122"/>
              </a:rPr>
              <a:t>年代）</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理论方面：非稳态传质过程动力学</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表面转化步骤</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复杂电极过程</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电子传递理论    </a:t>
            </a:r>
            <a:r>
              <a:rPr lang="en-US" altLang="zh-CN" sz="2800" b="1" dirty="0">
                <a:latin typeface="Arial" panose="020B0604020202020204" pitchFamily="34" charset="0"/>
                <a:ea typeface="微软雅黑" panose="020B0503020204020204" charset="-122"/>
              </a:rPr>
              <a:t>R.A. Marcus</a:t>
            </a:r>
            <a:r>
              <a:rPr lang="zh-CN" altLang="en-US" sz="2800" b="1" dirty="0">
                <a:latin typeface="Arial" panose="020B0604020202020204" pitchFamily="34" charset="0"/>
                <a:ea typeface="微软雅黑" panose="020B0503020204020204" charset="-122"/>
              </a:rPr>
              <a:t>（</a:t>
            </a:r>
            <a:r>
              <a:rPr lang="zh-CN" altLang="en-US" sz="2400" b="1" dirty="0">
                <a:latin typeface="Arial" panose="020B0604020202020204" pitchFamily="34" charset="0"/>
                <a:ea typeface="微软雅黑" panose="020B0503020204020204" charset="-122"/>
              </a:rPr>
              <a:t>马库斯</a:t>
            </a:r>
            <a:r>
              <a:rPr lang="zh-CN" altLang="en-US" sz="2800" b="1" dirty="0">
                <a:latin typeface="Arial" panose="020B0604020202020204" pitchFamily="34" charset="0"/>
                <a:ea typeface="微软雅黑" panose="020B0503020204020204" charset="-122"/>
              </a:rPr>
              <a:t>） </a:t>
            </a:r>
            <a:r>
              <a:rPr lang="en-US" altLang="zh-CN" sz="2800" b="1" dirty="0">
                <a:latin typeface="Arial" panose="020B0604020202020204" pitchFamily="34" charset="0"/>
                <a:ea typeface="微软雅黑" panose="020B0503020204020204" charset="-122"/>
              </a:rPr>
              <a:t>1992 </a:t>
            </a:r>
            <a:r>
              <a:rPr lang="zh-CN" altLang="en-US" sz="2800" b="1" dirty="0">
                <a:latin typeface="Arial" panose="020B0604020202020204" pitchFamily="34" charset="0"/>
                <a:ea typeface="微软雅黑" panose="020B0503020204020204" charset="-122"/>
              </a:rPr>
              <a:t>诺贝尔化学奖（</a:t>
            </a:r>
            <a:r>
              <a:rPr lang="zh-CN" altLang="en-US" sz="2000" b="1" dirty="0">
                <a:latin typeface="Arial" panose="020B0604020202020204" pitchFamily="34" charset="0"/>
                <a:ea typeface="微软雅黑" panose="020B0503020204020204" charset="-122"/>
              </a:rPr>
              <a:t>马库斯电子转移反应速度取决于电子给体与受体间的距离、反应自由能的变化以及反应物与周围溶剂重组能的大小</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实验技术方面：界面交流阻抗法</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暂态测试方法</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线性电位扫描法</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旋转圆盘电极系统</a:t>
            </a:r>
            <a:endParaRPr lang="zh-CN" altLang="en-US" sz="2800" b="1" dirty="0">
              <a:latin typeface="Arial" panose="020B0604020202020204" pitchFamily="34" charset="0"/>
              <a:ea typeface="微软雅黑" panose="020B0503020204020204" charset="-122"/>
            </a:endParaRPr>
          </a:p>
          <a:p>
            <a:pPr eaLnBrk="1" hangingPunct="1">
              <a:spcBef>
                <a:spcPct val="0"/>
              </a:spcBef>
              <a:buFontTx/>
              <a:buNone/>
            </a:pPr>
            <a:r>
              <a:rPr lang="zh-CN" altLang="en-US" sz="2800" b="1" dirty="0">
                <a:latin typeface="Arial" panose="020B0604020202020204" pitchFamily="34" charset="0"/>
                <a:ea typeface="微软雅黑" panose="020B0503020204020204" charset="-122"/>
              </a:rPr>
              <a:t>                                    电化学 </a:t>
            </a:r>
            <a:r>
              <a:rPr lang="en-US" altLang="zh-CN" sz="2800" b="1" dirty="0">
                <a:latin typeface="Arial" panose="020B0604020202020204" pitchFamily="34" charset="0"/>
                <a:ea typeface="微软雅黑" panose="020B0503020204020204" charset="-122"/>
              </a:rPr>
              <a:t>in-situ</a:t>
            </a:r>
            <a:r>
              <a:rPr lang="zh-CN" altLang="en-US" sz="2800" b="1" dirty="0">
                <a:latin typeface="Arial" panose="020B0604020202020204" pitchFamily="34" charset="0"/>
                <a:ea typeface="微软雅黑" panose="020B0503020204020204" charset="-122"/>
              </a:rPr>
              <a:t>测试技术 </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ChangeArrowheads="1"/>
          </p:cNvSpPr>
          <p:nvPr/>
        </p:nvSpPr>
        <p:spPr bwMode="auto">
          <a:xfrm>
            <a:off x="720090" y="909613"/>
            <a:ext cx="7704138" cy="4615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四、电化学理论新发展（</a:t>
            </a:r>
            <a:r>
              <a:rPr lang="en-US" altLang="zh-CN" sz="2800" b="1" dirty="0">
                <a:latin typeface="Arial" panose="020B0604020202020204" pitchFamily="34" charset="0"/>
                <a:ea typeface="微软雅黑" panose="020B0503020204020204" charset="-122"/>
              </a:rPr>
              <a:t>20</a:t>
            </a:r>
            <a:r>
              <a:rPr lang="zh-CN" altLang="en-US" sz="2800" b="1" dirty="0">
                <a:latin typeface="Arial" panose="020B0604020202020204" pitchFamily="34" charset="0"/>
                <a:ea typeface="微软雅黑" panose="020B0503020204020204" charset="-122"/>
              </a:rPr>
              <a:t>世纪</a:t>
            </a:r>
            <a:r>
              <a:rPr lang="en-US" altLang="zh-CN" sz="2800" b="1" dirty="0">
                <a:latin typeface="Arial" panose="020B0604020202020204" pitchFamily="34" charset="0"/>
                <a:ea typeface="微软雅黑" panose="020B0503020204020204" charset="-122"/>
              </a:rPr>
              <a:t>80</a:t>
            </a:r>
            <a:r>
              <a:rPr lang="zh-CN" altLang="en-US" sz="2800" b="1" dirty="0">
                <a:latin typeface="Arial" panose="020B0604020202020204" pitchFamily="34" charset="0"/>
                <a:ea typeface="微软雅黑" panose="020B0503020204020204" charset="-122"/>
              </a:rPr>
              <a:t>年代以后）</a:t>
            </a:r>
            <a:endParaRPr lang="zh-CN" altLang="en-US" sz="2800" b="1" dirty="0">
              <a:latin typeface="Arial" panose="020B0604020202020204" pitchFamily="34" charset="0"/>
              <a:ea typeface="微软雅黑" panose="020B0503020204020204" charset="-122"/>
            </a:endParaRPr>
          </a:p>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      将量子力学引进电化学领域形成</a:t>
            </a:r>
            <a:r>
              <a:rPr lang="zh-CN" altLang="en-US" sz="2800" b="1" dirty="0">
                <a:solidFill>
                  <a:srgbClr val="FF0000"/>
                </a:solidFill>
                <a:latin typeface="Arial" panose="020B0604020202020204" pitchFamily="34" charset="0"/>
                <a:ea typeface="微软雅黑" panose="020B0503020204020204" charset="-122"/>
              </a:rPr>
              <a:t>量子电化学</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      与环境科学结合形成</a:t>
            </a:r>
            <a:r>
              <a:rPr lang="zh-CN" altLang="en-US" sz="2800" b="1" dirty="0">
                <a:solidFill>
                  <a:srgbClr val="FF0000"/>
                </a:solidFill>
                <a:latin typeface="Arial" panose="020B0604020202020204" pitchFamily="34" charset="0"/>
                <a:ea typeface="微软雅黑" panose="020B0503020204020204" charset="-122"/>
              </a:rPr>
              <a:t>环境电化学</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      与材料结合形成</a:t>
            </a:r>
            <a:r>
              <a:rPr lang="zh-CN" altLang="en-US" sz="2800" b="1" dirty="0">
                <a:solidFill>
                  <a:srgbClr val="FF0000"/>
                </a:solidFill>
                <a:latin typeface="Arial" panose="020B0604020202020204" pitchFamily="34" charset="0"/>
                <a:ea typeface="微软雅黑" panose="020B0503020204020204" charset="-122"/>
              </a:rPr>
              <a:t>材料电化学</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      与光结合形成</a:t>
            </a:r>
            <a:r>
              <a:rPr lang="zh-CN" altLang="en-US" sz="2800" b="1" dirty="0">
                <a:solidFill>
                  <a:srgbClr val="FF0000"/>
                </a:solidFill>
                <a:latin typeface="Arial" panose="020B0604020202020204" pitchFamily="34" charset="0"/>
                <a:ea typeface="微软雅黑" panose="020B0503020204020204" charset="-122"/>
              </a:rPr>
              <a:t>光电化学</a:t>
            </a:r>
            <a:endParaRPr lang="zh-CN" altLang="en-US" sz="2800" b="1" dirty="0">
              <a:solidFill>
                <a:srgbClr val="FF0000"/>
              </a:solidFill>
              <a:latin typeface="Arial" panose="020B0604020202020204" pitchFamily="34" charset="0"/>
              <a:ea typeface="微软雅黑" panose="020B0503020204020204" charset="-122"/>
            </a:endParaRPr>
          </a:p>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      与半导体结合形成</a:t>
            </a:r>
            <a:r>
              <a:rPr lang="zh-CN" altLang="en-US" sz="2800" b="1" dirty="0">
                <a:solidFill>
                  <a:srgbClr val="FF0000"/>
                </a:solidFill>
                <a:latin typeface="Arial" panose="020B0604020202020204" pitchFamily="34" charset="0"/>
                <a:ea typeface="微软雅黑" panose="020B0503020204020204" charset="-122"/>
              </a:rPr>
              <a:t>半导体电化学</a:t>
            </a:r>
            <a:endParaRPr lang="zh-CN" altLang="en-US" sz="2800" b="1" dirty="0">
              <a:solidFill>
                <a:srgbClr val="FF0000"/>
              </a:solidFill>
              <a:latin typeface="Arial" panose="020B0604020202020204" pitchFamily="34" charset="0"/>
              <a:ea typeface="微软雅黑" panose="020B0503020204020204" charset="-122"/>
            </a:endParaRPr>
          </a:p>
          <a:p>
            <a:pPr eaLnBrk="1" hangingPunct="1">
              <a:lnSpc>
                <a:spcPct val="150000"/>
              </a:lnSpc>
              <a:spcBef>
                <a:spcPct val="0"/>
              </a:spcBef>
              <a:buFontTx/>
              <a:buNone/>
            </a:pPr>
            <a:r>
              <a:rPr lang="zh-CN" altLang="en-US" sz="2800" b="1" dirty="0">
                <a:latin typeface="Arial" panose="020B0604020202020204" pitchFamily="34" charset="0"/>
                <a:ea typeface="微软雅黑" panose="020B0503020204020204" charset="-122"/>
              </a:rPr>
              <a:t>      与生物化学结合形成</a:t>
            </a:r>
            <a:r>
              <a:rPr lang="zh-CN" altLang="en-US" sz="2800" b="1" dirty="0">
                <a:solidFill>
                  <a:srgbClr val="FF0000"/>
                </a:solidFill>
                <a:latin typeface="Arial" panose="020B0604020202020204" pitchFamily="34" charset="0"/>
                <a:ea typeface="微软雅黑" panose="020B0503020204020204" charset="-122"/>
              </a:rPr>
              <a:t>生物电化学</a:t>
            </a:r>
            <a:r>
              <a:rPr lang="zh-CN" altLang="en-US" sz="2800" b="1" dirty="0">
                <a:latin typeface="Arial" panose="020B0604020202020204" pitchFamily="34" charset="0"/>
                <a:ea typeface="微软雅黑" panose="020B0503020204020204" charset="-122"/>
              </a:rPr>
              <a:t>    </a:t>
            </a:r>
            <a:endParaRPr lang="zh-CN" altLang="en-US" sz="2400" dirty="0">
              <a:latin typeface="Arial" panose="020B0604020202020204" pitchFamily="34" charset="0"/>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2007年10月10日，在德国首都柏林的德国马普学会弗里茨－哈伯研究所，德国科学家格哈德·埃特尔出席为他举行的诺贝尔奖获奖庆祝活动。皇家科学院的新闻公报说：“今年的化学奖授予在表面化学方面的开创性研究。这一学科对于化学工业而言非常重要，而且能够帮助我们理解铁为什么会生锈、燃料电池如何工作、汽车里的催化剂如何工作。”"/>
          <p:cNvPicPr>
            <a:picLocks noChangeAspect="1"/>
          </p:cNvPicPr>
          <p:nvPr/>
        </p:nvPicPr>
        <p:blipFill>
          <a:blip r:embed="rId1"/>
          <a:stretch>
            <a:fillRect/>
          </a:stretch>
        </p:blipFill>
        <p:spPr>
          <a:xfrm>
            <a:off x="467995" y="476885"/>
            <a:ext cx="4022725" cy="5472113"/>
          </a:xfrm>
          <a:prstGeom prst="rect">
            <a:avLst/>
          </a:prstGeom>
          <a:noFill/>
          <a:ln w="9525">
            <a:noFill/>
          </a:ln>
        </p:spPr>
      </p:pic>
      <p:sp>
        <p:nvSpPr>
          <p:cNvPr id="8195" name="Text Box 3"/>
          <p:cNvSpPr txBox="1"/>
          <p:nvPr/>
        </p:nvSpPr>
        <p:spPr>
          <a:xfrm>
            <a:off x="5004118" y="836930"/>
            <a:ext cx="4105275" cy="5631180"/>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400" dirty="0">
                <a:latin typeface="Arial" panose="020B0604020202020204" pitchFamily="34" charset="0"/>
                <a:ea typeface="微软雅黑" panose="020B0503020204020204" charset="-122"/>
                <a:cs typeface="+mn-ea"/>
              </a:rPr>
              <a:t>     </a:t>
            </a:r>
            <a:r>
              <a:rPr lang="zh-CN" altLang="en-US" sz="2400" dirty="0">
                <a:latin typeface="Arial" panose="020B0604020202020204" pitchFamily="34" charset="0"/>
                <a:ea typeface="微软雅黑" panose="020B0503020204020204" charset="-122"/>
                <a:cs typeface="+mn-ea"/>
              </a:rPr>
              <a:t>德国科学家（</a:t>
            </a:r>
            <a:r>
              <a:rPr lang="en-US" altLang="zh-CN" sz="2400" dirty="0">
                <a:latin typeface="Arial" panose="020B0604020202020204" pitchFamily="34" charset="0"/>
                <a:ea typeface="微软雅黑" panose="020B0503020204020204" charset="-122"/>
                <a:cs typeface="+mn-ea"/>
              </a:rPr>
              <a:t>Gerhard Ertl</a:t>
            </a:r>
            <a:r>
              <a:rPr lang="zh-CN" altLang="en-US" sz="2400" dirty="0">
                <a:latin typeface="Arial" panose="020B0604020202020204" pitchFamily="34" charset="0"/>
                <a:ea typeface="微软雅黑" panose="020B0503020204020204" charset="-122"/>
                <a:cs typeface="+mn-ea"/>
              </a:rPr>
              <a:t>）因对固体表面化学研究取得的杰出成就荣获</a:t>
            </a:r>
            <a:r>
              <a:rPr lang="en-US" altLang="zh-CN" sz="2400" dirty="0">
                <a:latin typeface="Arial" panose="020B0604020202020204" pitchFamily="34" charset="0"/>
                <a:ea typeface="微软雅黑" panose="020B0503020204020204" charset="-122"/>
                <a:cs typeface="+mn-ea"/>
              </a:rPr>
              <a:t>2007</a:t>
            </a:r>
            <a:r>
              <a:rPr lang="zh-CN" altLang="en-US" sz="2400" dirty="0">
                <a:latin typeface="Arial" panose="020B0604020202020204" pitchFamily="34" charset="0"/>
                <a:ea typeface="微软雅黑" panose="020B0503020204020204" charset="-122"/>
                <a:cs typeface="+mn-ea"/>
              </a:rPr>
              <a:t>年度诺贝尔化学奖。</a:t>
            </a:r>
            <a:endParaRPr lang="zh-CN" altLang="en-US" sz="2400" dirty="0">
              <a:latin typeface="Arial" panose="020B0604020202020204" pitchFamily="34" charset="0"/>
              <a:ea typeface="微软雅黑" panose="020B0503020204020204" charset="-122"/>
              <a:cs typeface="+mn-ea"/>
            </a:endParaRPr>
          </a:p>
          <a:p>
            <a:pPr marL="0" lvl="0" indent="0" eaLnBrk="1" hangingPunct="1">
              <a:spcBef>
                <a:spcPct val="0"/>
              </a:spcBef>
              <a:buNone/>
            </a:pPr>
            <a:r>
              <a:rPr lang="zh-CN" altLang="en-US" sz="2400" dirty="0">
                <a:latin typeface="Arial" panose="020B0604020202020204" pitchFamily="34" charset="0"/>
                <a:ea typeface="微软雅黑" panose="020B0503020204020204" charset="-122"/>
                <a:cs typeface="+mn-ea"/>
              </a:rPr>
              <a:t>　 </a:t>
            </a:r>
            <a:r>
              <a:rPr lang="en-US" altLang="zh-CN" sz="2400" dirty="0">
                <a:latin typeface="Arial" panose="020B0604020202020204" pitchFamily="34" charset="0"/>
                <a:ea typeface="微软雅黑" panose="020B0503020204020204" charset="-122"/>
                <a:cs typeface="+mn-ea"/>
              </a:rPr>
              <a:t>10</a:t>
            </a:r>
            <a:r>
              <a:rPr lang="zh-CN" altLang="en-US" sz="2400" dirty="0">
                <a:latin typeface="Arial" panose="020B0604020202020204" pitchFamily="34" charset="0"/>
                <a:ea typeface="微软雅黑" panose="020B0503020204020204" charset="-122"/>
                <a:cs typeface="+mn-ea"/>
              </a:rPr>
              <a:t>月</a:t>
            </a:r>
            <a:r>
              <a:rPr lang="en-US" altLang="zh-CN" sz="2400" dirty="0">
                <a:latin typeface="Arial" panose="020B0604020202020204" pitchFamily="34" charset="0"/>
                <a:ea typeface="微软雅黑" panose="020B0503020204020204" charset="-122"/>
                <a:cs typeface="+mn-ea"/>
              </a:rPr>
              <a:t>10</a:t>
            </a:r>
            <a:r>
              <a:rPr lang="zh-CN" altLang="en-US" sz="2400" dirty="0">
                <a:latin typeface="Arial" panose="020B0604020202020204" pitchFamily="34" charset="0"/>
                <a:ea typeface="微软雅黑" panose="020B0503020204020204" charset="-122"/>
                <a:cs typeface="+mn-ea"/>
              </a:rPr>
              <a:t>日，瑞典皇家科学院发布的颁奖声明称，埃特尔在表面化学方面进行了开创性的研究，这些研究对化学工业非常重要，同时也帮助人们理解各种不同的化学过程，比如</a:t>
            </a:r>
            <a:r>
              <a:rPr lang="zh-CN" altLang="en-US" sz="2400" dirty="0">
                <a:solidFill>
                  <a:srgbClr val="FF3300"/>
                </a:solidFill>
                <a:latin typeface="Arial" panose="020B0604020202020204" pitchFamily="34" charset="0"/>
                <a:ea typeface="微软雅黑" panose="020B0503020204020204" charset="-122"/>
                <a:cs typeface="+mn-ea"/>
              </a:rPr>
              <a:t>铁是如何生锈的</a:t>
            </a:r>
            <a:r>
              <a:rPr lang="zh-CN" altLang="en-US" sz="2400" dirty="0">
                <a:latin typeface="Arial" panose="020B0604020202020204" pitchFamily="34" charset="0"/>
                <a:ea typeface="微软雅黑" panose="020B0503020204020204" charset="-122"/>
                <a:cs typeface="+mn-ea"/>
              </a:rPr>
              <a:t>、</a:t>
            </a:r>
            <a:r>
              <a:rPr lang="zh-CN" altLang="en-US" sz="2400" dirty="0">
                <a:solidFill>
                  <a:srgbClr val="FF3300"/>
                </a:solidFill>
                <a:latin typeface="Arial" panose="020B0604020202020204" pitchFamily="34" charset="0"/>
                <a:ea typeface="微软雅黑" panose="020B0503020204020204" charset="-122"/>
                <a:cs typeface="+mn-ea"/>
              </a:rPr>
              <a:t>燃料电池如何工作</a:t>
            </a:r>
            <a:r>
              <a:rPr lang="zh-CN" altLang="en-US" sz="2400" dirty="0">
                <a:latin typeface="Arial" panose="020B0604020202020204" pitchFamily="34" charset="0"/>
                <a:ea typeface="微软雅黑" panose="020B0503020204020204" charset="-122"/>
                <a:cs typeface="+mn-ea"/>
              </a:rPr>
              <a:t>以及</a:t>
            </a:r>
            <a:r>
              <a:rPr lang="zh-CN" altLang="en-US" sz="2400" dirty="0">
                <a:solidFill>
                  <a:srgbClr val="FF3300"/>
                </a:solidFill>
                <a:latin typeface="Arial" panose="020B0604020202020204" pitchFamily="34" charset="0"/>
                <a:ea typeface="微软雅黑" panose="020B0503020204020204" charset="-122"/>
                <a:cs typeface="+mn-ea"/>
              </a:rPr>
              <a:t>汽车催化剂如何发挥作用，甚至可以解释臭氧层为何遭受破坏</a:t>
            </a:r>
            <a:r>
              <a:rPr lang="zh-CN" altLang="en-US" sz="2400" dirty="0">
                <a:latin typeface="Arial" panose="020B0604020202020204" pitchFamily="34" charset="0"/>
                <a:ea typeface="微软雅黑" panose="020B0503020204020204" charset="-122"/>
                <a:cs typeface="+mn-ea"/>
              </a:rPr>
              <a:t>等等。</a:t>
            </a:r>
            <a:endParaRPr lang="zh-CN" altLang="en-US" sz="2400" dirty="0">
              <a:latin typeface="Arial" panose="020B0604020202020204" pitchFamily="34" charset="0"/>
              <a:ea typeface="微软雅黑" panose="020B0503020204020204" charset="-122"/>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anim calcmode="lin" valueType="num">
                                      <p:cBhvr additive="base">
                                        <p:cTn id="7" dur="500"/>
                                        <p:tgtEl>
                                          <p:spTgt spid="8195"/>
                                        </p:tgtEl>
                                        <p:attrNameLst>
                                          <p:attrName>ppt_y</p:attrName>
                                        </p:attrNameLst>
                                      </p:cBhvr>
                                      <p:tavLst>
                                        <p:tav tm="0">
                                          <p:val>
                                            <p:strVal val="#ppt_y+#ppt_h*1.125000"/>
                                          </p:val>
                                        </p:tav>
                                        <p:tav tm="100000">
                                          <p:val>
                                            <p:strVal val="#ppt_y"/>
                                          </p:val>
                                        </p:tav>
                                      </p:tavLst>
                                    </p:anim>
                                    <p:animEffect transition="in" filter="wipe(up)">
                                      <p:cBhvr>
                                        <p:cTn id="8" dur="500"/>
                                        <p:tgtEl>
                                          <p:spTgt spid="8195"/>
                                        </p:tgtEl>
                                      </p:cBhvr>
                                    </p:animEffect>
                                  </p:childTnLst>
                                </p:cTn>
                              </p:par>
                              <p:par>
                                <p:cTn id="9" presetID="12" presetClass="entr" presetSubtype="4" fill="hold" nodeType="withEffect">
                                  <p:stCondLst>
                                    <p:cond delay="0"/>
                                  </p:stCondLst>
                                  <p:childTnLst>
                                    <p:set>
                                      <p:cBhvr>
                                        <p:cTn id="10" dur="1" fill="hold">
                                          <p:stCondLst>
                                            <p:cond delay="0"/>
                                          </p:stCondLst>
                                        </p:cTn>
                                        <p:tgtEl>
                                          <p:spTgt spid="8194"/>
                                        </p:tgtEl>
                                        <p:attrNameLst>
                                          <p:attrName>style.visibility</p:attrName>
                                        </p:attrNameLst>
                                      </p:cBhvr>
                                      <p:to>
                                        <p:strVal val="visible"/>
                                      </p:to>
                                    </p:set>
                                    <p:anim calcmode="lin" valueType="num">
                                      <p:cBhvr additive="base">
                                        <p:cTn id="11" dur="500"/>
                                        <p:tgtEl>
                                          <p:spTgt spid="8194"/>
                                        </p:tgtEl>
                                        <p:attrNameLst>
                                          <p:attrName>ppt_y</p:attrName>
                                        </p:attrNameLst>
                                      </p:cBhvr>
                                      <p:tavLst>
                                        <p:tav tm="0">
                                          <p:val>
                                            <p:strVal val="#ppt_y+#ppt_h*1.125000"/>
                                          </p:val>
                                        </p:tav>
                                        <p:tav tm="100000">
                                          <p:val>
                                            <p:strVal val="#ppt_y"/>
                                          </p:val>
                                        </p:tav>
                                      </p:tavLst>
                                    </p:anim>
                                    <p:animEffect transition="in" filter="wipe(up)">
                                      <p:cBhvr>
                                        <p:cTn id="12"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nimBg="1"/>
      <p:bldP spid="819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683260" y="1701165"/>
            <a:ext cx="7718425" cy="3787140"/>
          </a:xfrm>
          <a:prstGeom prst="rect">
            <a:avLst/>
          </a:prstGeom>
        </p:spPr>
      </p:pic>
      <p:sp>
        <p:nvSpPr>
          <p:cNvPr id="40964" name="Rectangle 4"/>
          <p:cNvSpPr>
            <a:spLocks noChangeArrowheads="1"/>
          </p:cNvSpPr>
          <p:nvPr>
            <p:custDataLst>
              <p:tags r:id="rId3"/>
            </p:custDataLst>
          </p:nvPr>
        </p:nvSpPr>
        <p:spPr bwMode="auto">
          <a:xfrm>
            <a:off x="467360" y="548323"/>
            <a:ext cx="7793038"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a:latin typeface="Arial" panose="020B0604020202020204" pitchFamily="34" charset="0"/>
                <a:ea typeface="微软雅黑" panose="020B0503020204020204" charset="-122"/>
              </a:rPr>
              <a:t>1.1.1  </a:t>
            </a:r>
            <a:r>
              <a:rPr lang="zh-CN" altLang="en-US" sz="3600">
                <a:latin typeface="Arial" panose="020B0604020202020204" pitchFamily="34" charset="0"/>
                <a:ea typeface="微软雅黑" panose="020B0503020204020204" charset="-122"/>
              </a:rPr>
              <a:t>电化学科学的研究对象</a:t>
            </a:r>
            <a:endParaRPr lang="zh-CN" altLang="en-US" sz="3600">
              <a:latin typeface="Arial" panose="020B0604020202020204" pitchFamily="34" charset="0"/>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1315" y="1620004"/>
            <a:ext cx="7470808" cy="1877028"/>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162" y="3428999"/>
            <a:ext cx="7359264" cy="28922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7273" y="1114010"/>
            <a:ext cx="7691436" cy="1337641"/>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273" y="3342656"/>
            <a:ext cx="8137493" cy="23814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59979" y="1035532"/>
            <a:ext cx="6409859" cy="673998"/>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739" y="1932125"/>
            <a:ext cx="8366723" cy="347476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47495" y="621030"/>
            <a:ext cx="3048000" cy="583565"/>
          </a:xfrm>
          <a:prstGeom prst="rect">
            <a:avLst/>
          </a:prstGeom>
          <a:noFill/>
        </p:spPr>
        <p:txBody>
          <a:bodyPr wrap="square" rtlCol="0">
            <a:spAutoFit/>
          </a:bodyPr>
          <a:p>
            <a:r>
              <a:rPr lang="zh-CN" altLang="en-US" sz="3200" b="1">
                <a:latin typeface="Arial" panose="020B0604020202020204" pitchFamily="34" charset="0"/>
                <a:ea typeface="微软雅黑" panose="020B0503020204020204" charset="-122"/>
              </a:rPr>
              <a:t>什么是载流子？</a:t>
            </a:r>
            <a:endParaRPr lang="zh-CN" altLang="en-US" sz="3200" b="1">
              <a:latin typeface="Arial" panose="020B0604020202020204" pitchFamily="34" charset="0"/>
              <a:ea typeface="微软雅黑" panose="020B0503020204020204" charset="-122"/>
            </a:endParaRPr>
          </a:p>
        </p:txBody>
      </p:sp>
      <p:sp>
        <p:nvSpPr>
          <p:cNvPr id="3" name="文本框 2"/>
          <p:cNvSpPr txBox="1"/>
          <p:nvPr/>
        </p:nvSpPr>
        <p:spPr>
          <a:xfrm>
            <a:off x="899795" y="1629410"/>
            <a:ext cx="7542530" cy="3692525"/>
          </a:xfrm>
          <a:prstGeom prst="rect">
            <a:avLst/>
          </a:prstGeom>
          <a:noFill/>
        </p:spPr>
        <p:txBody>
          <a:bodyPr wrap="square" rtlCol="0">
            <a:spAutoFit/>
          </a:bodyPr>
          <a:p>
            <a:r>
              <a:rPr lang="zh-CN" altLang="en-US" sz="3000">
                <a:latin typeface="Arial" panose="020B0604020202020204" pitchFamily="34" charset="0"/>
                <a:ea typeface="微软雅黑" panose="020B0503020204020204" charset="-122"/>
              </a:rPr>
              <a:t>电流载体，称载流子。在物理学中，载流子指可以自由移动的带有电荷的物质微粒，如电子和离子。</a:t>
            </a:r>
            <a:endParaRPr lang="zh-CN" altLang="en-US" sz="3000">
              <a:latin typeface="Arial" panose="020B0604020202020204" pitchFamily="34" charset="0"/>
              <a:ea typeface="微软雅黑" panose="020B0503020204020204" charset="-122"/>
            </a:endParaRPr>
          </a:p>
          <a:p>
            <a:endParaRPr lang="zh-CN" altLang="en-US" sz="2400">
              <a:latin typeface="Arial" panose="020B0604020202020204" pitchFamily="34" charset="0"/>
              <a:ea typeface="微软雅黑" panose="020B0503020204020204" charset="-122"/>
            </a:endParaRPr>
          </a:p>
          <a:p>
            <a:r>
              <a:rPr lang="zh-CN" altLang="en-US" sz="2400">
                <a:latin typeface="Arial" panose="020B0604020202020204" pitchFamily="34" charset="0"/>
                <a:ea typeface="微软雅黑" panose="020B0503020204020204" charset="-122"/>
              </a:rPr>
              <a:t>如：</a:t>
            </a:r>
            <a:endParaRPr lang="zh-CN" altLang="en-US" sz="2400">
              <a:latin typeface="Arial" panose="020B0604020202020204" pitchFamily="34" charset="0"/>
              <a:ea typeface="微软雅黑" panose="020B0503020204020204" charset="-122"/>
            </a:endParaRPr>
          </a:p>
          <a:p>
            <a:pPr marL="342900" indent="-342900">
              <a:buFont typeface="Wingdings" panose="05000000000000000000" charset="0"/>
              <a:buChar char="Ø"/>
            </a:pPr>
            <a:r>
              <a:rPr lang="zh-CN" altLang="en-US" sz="2400">
                <a:latin typeface="Arial" panose="020B0604020202020204" pitchFamily="34" charset="0"/>
                <a:ea typeface="微软雅黑" panose="020B0503020204020204" charset="-122"/>
                <a:sym typeface="+mn-ea"/>
              </a:rPr>
              <a:t>导体中的自由电子，</a:t>
            </a:r>
            <a:endParaRPr lang="zh-CN" altLang="en-US" sz="2400">
              <a:latin typeface="Arial" panose="020B0604020202020204" pitchFamily="34" charset="0"/>
              <a:ea typeface="微软雅黑" panose="020B0503020204020204" charset="-122"/>
            </a:endParaRPr>
          </a:p>
          <a:p>
            <a:pPr marL="342900" indent="-342900">
              <a:buFont typeface="Wingdings" panose="05000000000000000000" charset="0"/>
              <a:buChar char="Ø"/>
            </a:pPr>
            <a:r>
              <a:rPr lang="zh-CN" altLang="en-US" sz="2400">
                <a:latin typeface="Arial" panose="020B0604020202020204" pitchFamily="34" charset="0"/>
                <a:ea typeface="微软雅黑" panose="020B0503020204020204" charset="-122"/>
              </a:rPr>
              <a:t>半导体中带负电的自由电子和带正电的自由空穴，</a:t>
            </a:r>
            <a:endParaRPr lang="zh-CN" altLang="en-US" sz="2400">
              <a:latin typeface="Arial" panose="020B0604020202020204" pitchFamily="34" charset="0"/>
              <a:ea typeface="微软雅黑" panose="020B0503020204020204" charset="-122"/>
            </a:endParaRPr>
          </a:p>
          <a:p>
            <a:pPr marL="342900" indent="-342900">
              <a:buFont typeface="Wingdings" panose="05000000000000000000" charset="0"/>
              <a:buChar char="Ø"/>
            </a:pPr>
            <a:r>
              <a:rPr lang="zh-CN" altLang="en-US" sz="2400">
                <a:latin typeface="Arial" panose="020B0604020202020204" pitchFamily="34" charset="0"/>
                <a:ea typeface="微软雅黑" panose="020B0503020204020204" charset="-122"/>
              </a:rPr>
              <a:t>电解液中的正、负离子，</a:t>
            </a:r>
            <a:endParaRPr lang="zh-CN" altLang="en-US" sz="2400">
              <a:latin typeface="Arial" panose="020B0604020202020204" pitchFamily="34" charset="0"/>
              <a:ea typeface="微软雅黑" panose="020B0503020204020204" charset="-122"/>
            </a:endParaRPr>
          </a:p>
          <a:p>
            <a:pPr marL="342900" indent="-342900">
              <a:buFont typeface="Wingdings" panose="05000000000000000000" charset="0"/>
              <a:buChar char="Ø"/>
            </a:pPr>
            <a:r>
              <a:rPr lang="zh-CN" altLang="en-US" sz="2400">
                <a:latin typeface="Arial" panose="020B0604020202020204" pitchFamily="34" charset="0"/>
                <a:ea typeface="微软雅黑" panose="020B0503020204020204" charset="-122"/>
              </a:rPr>
              <a:t>放电气体中的离子等。</a:t>
            </a:r>
            <a:endParaRPr lang="zh-CN" altLang="en-US" sz="2400">
              <a:latin typeface="Arial" panose="020B0604020202020204" pitchFamily="34" charset="0"/>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3"/>
          <p:cNvSpPr/>
          <p:nvPr/>
        </p:nvSpPr>
        <p:spPr>
          <a:xfrm>
            <a:off x="323850" y="476885"/>
            <a:ext cx="8458200" cy="1260475"/>
          </a:xfrm>
          <a:prstGeom prst="rect">
            <a:avLst/>
          </a:prstGeom>
          <a:noFill/>
          <a:ln w="9525">
            <a:noFill/>
          </a:ln>
        </p:spPr>
        <p:txBody>
          <a:bodyPr>
            <a:spAutoFit/>
          </a:bodyPr>
          <a:p>
            <a:pPr algn="just" eaLnBrk="0" hangingPunct="0"/>
            <a:r>
              <a:rPr lang="zh-CN" altLang="en-US" sz="2800" b="1" dirty="0">
                <a:solidFill>
                  <a:srgbClr val="0000FF"/>
                </a:solidFill>
                <a:latin typeface="Arial" panose="020B0604020202020204" pitchFamily="34" charset="0"/>
                <a:ea typeface="微软雅黑" panose="020B0503020204020204" charset="-122"/>
              </a:rPr>
              <a:t>两类导体及特征</a:t>
            </a:r>
            <a:r>
              <a:rPr lang="zh-CN" altLang="en-US" sz="2800" dirty="0">
                <a:solidFill>
                  <a:schemeClr val="tx1"/>
                </a:solidFill>
                <a:latin typeface="Arial" panose="020B0604020202020204" pitchFamily="34" charset="0"/>
                <a:ea typeface="微软雅黑" panose="020B0503020204020204" charset="-122"/>
              </a:rPr>
              <a:t> ：</a:t>
            </a:r>
            <a:endParaRPr lang="zh-CN" altLang="en-US" sz="2800" dirty="0">
              <a:solidFill>
                <a:schemeClr val="tx1"/>
              </a:solidFill>
              <a:latin typeface="Arial" panose="020B0604020202020204" pitchFamily="34" charset="0"/>
              <a:ea typeface="微软雅黑" panose="020B0503020204020204" charset="-122"/>
            </a:endParaRPr>
          </a:p>
          <a:p>
            <a:pPr algn="just" eaLnBrk="0" hangingPunct="0"/>
            <a:r>
              <a:rPr lang="zh-CN" altLang="en-US" sz="2400" dirty="0">
                <a:solidFill>
                  <a:schemeClr val="tx1"/>
                </a:solidFill>
                <a:latin typeface="Arial" panose="020B0604020202020204" pitchFamily="34" charset="0"/>
                <a:ea typeface="微软雅黑" panose="020B0503020204020204" charset="-122"/>
              </a:rPr>
              <a:t>第一类：</a:t>
            </a:r>
            <a:r>
              <a:rPr lang="zh-CN" altLang="en-US" sz="2400" dirty="0">
                <a:solidFill>
                  <a:srgbClr val="0000FF"/>
                </a:solidFill>
                <a:latin typeface="Arial" panose="020B0604020202020204" pitchFamily="34" charset="0"/>
                <a:ea typeface="微软雅黑" panose="020B0503020204020204" charset="-122"/>
              </a:rPr>
              <a:t>电子导体</a:t>
            </a:r>
            <a:r>
              <a:rPr lang="zh-CN" altLang="en-US" sz="2400" dirty="0">
                <a:solidFill>
                  <a:schemeClr val="tx1"/>
                </a:solidFill>
                <a:latin typeface="Arial" panose="020B0604020202020204" pitchFamily="34" charset="0"/>
                <a:ea typeface="微软雅黑" panose="020B0503020204020204" charset="-122"/>
              </a:rPr>
              <a:t>（例：金属、石墨、金属氧化物等）</a:t>
            </a:r>
            <a:endParaRPr lang="zh-CN" altLang="en-US" sz="2400" b="0" dirty="0">
              <a:solidFill>
                <a:schemeClr val="tx1"/>
              </a:solidFill>
              <a:latin typeface="Arial" panose="020B0604020202020204" pitchFamily="34" charset="0"/>
              <a:ea typeface="微软雅黑" panose="020B0503020204020204" charset="-122"/>
            </a:endParaRPr>
          </a:p>
          <a:p>
            <a:pPr algn="just" eaLnBrk="0" hangingPunct="0"/>
            <a:r>
              <a:rPr lang="en-US" altLang="zh-CN" sz="2400" b="0" dirty="0">
                <a:solidFill>
                  <a:schemeClr val="tx1"/>
                </a:solidFill>
                <a:latin typeface="Arial" panose="020B0604020202020204" pitchFamily="34" charset="0"/>
                <a:ea typeface="微软雅黑" panose="020B0503020204020204" charset="-122"/>
              </a:rPr>
              <a:t>第二类：</a:t>
            </a:r>
            <a:r>
              <a:rPr lang="en-US" altLang="zh-CN" sz="2400" b="0" dirty="0">
                <a:solidFill>
                  <a:srgbClr val="0000FF"/>
                </a:solidFill>
                <a:latin typeface="Arial" panose="020B0604020202020204" pitchFamily="34" charset="0"/>
                <a:ea typeface="微软雅黑" panose="020B0503020204020204" charset="-122"/>
              </a:rPr>
              <a:t>离子导体</a:t>
            </a:r>
            <a:r>
              <a:rPr lang="en-US" altLang="zh-CN" sz="2400" b="0" dirty="0">
                <a:solidFill>
                  <a:schemeClr val="tx1"/>
                </a:solidFill>
                <a:latin typeface="Arial" panose="020B0604020202020204" pitchFamily="34" charset="0"/>
                <a:ea typeface="微软雅黑" panose="020B0503020204020204" charset="-122"/>
              </a:rPr>
              <a:t>（例：电解质溶液、熔融盐等）</a:t>
            </a:r>
            <a:endParaRPr lang="en-US" altLang="zh-CN" sz="2400" b="0" dirty="0">
              <a:solidFill>
                <a:schemeClr val="tx1"/>
              </a:solidFill>
              <a:latin typeface="Arial" panose="020B0604020202020204" pitchFamily="34" charset="0"/>
              <a:ea typeface="微软雅黑" panose="020B0503020204020204" charset="-122"/>
            </a:endParaRPr>
          </a:p>
        </p:txBody>
      </p:sp>
      <p:pic>
        <p:nvPicPr>
          <p:cNvPr id="1350663" name="Picture 7"/>
          <p:cNvPicPr>
            <a:picLocks noChangeAspect="1"/>
          </p:cNvPicPr>
          <p:nvPr/>
        </p:nvPicPr>
        <p:blipFill>
          <a:blip r:embed="rId1"/>
          <a:stretch>
            <a:fillRect/>
          </a:stretch>
        </p:blipFill>
        <p:spPr>
          <a:xfrm>
            <a:off x="179705" y="2493010"/>
            <a:ext cx="8839200" cy="30305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xEl>
                                              <p:charRg st="11" end="36"/>
                                            </p:txEl>
                                          </p:spTgt>
                                        </p:tgtEl>
                                        <p:attrNameLst>
                                          <p:attrName>style.visibility</p:attrName>
                                        </p:attrNameLst>
                                      </p:cBhvr>
                                      <p:to>
                                        <p:strVal val="visible"/>
                                      </p:to>
                                    </p:set>
                                    <p:animEffect transition="in" filter="blinds(horizontal)">
                                      <p:cBhvr>
                                        <p:cTn id="7" dur="500"/>
                                        <p:tgtEl>
                                          <p:spTgt spid="2">
                                            <p:txEl>
                                              <p:charRg st="11" end="36"/>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xEl>
                                              <p:charRg st="2" end="2"/>
                                            </p:txEl>
                                          </p:spTgt>
                                        </p:tgtEl>
                                        <p:attrNameLst>
                                          <p:attrName>style.visibility</p:attrName>
                                        </p:attrNameLst>
                                      </p:cBhvr>
                                      <p:to>
                                        <p:strVal val="visible"/>
                                      </p:to>
                                    </p:set>
                                    <p:animEffect transition="in" filter="blinds(horizontal)">
                                      <p:cBhvr>
                                        <p:cTn id="11" dur="500"/>
                                        <p:tgtEl>
                                          <p:spTgt spid="2">
                                            <p:txEl>
                                              <p:char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350663"/>
                                        </p:tgtEl>
                                        <p:attrNameLst>
                                          <p:attrName>style.visibility</p:attrName>
                                        </p:attrNameLst>
                                      </p:cBhvr>
                                      <p:to>
                                        <p:strVal val="visible"/>
                                      </p:to>
                                    </p:set>
                                    <p:animEffect transition="in" filter="blinds(horizontal)">
                                      <p:cBhvr>
                                        <p:cTn id="15" dur="500"/>
                                        <p:tgtEl>
                                          <p:spTgt spid="135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684213" y="620713"/>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dirty="0">
                <a:latin typeface="Arial" panose="020B0604020202020204" pitchFamily="34" charset="0"/>
                <a:ea typeface="微软雅黑" panose="020B0503020204020204" charset="-122"/>
              </a:rPr>
              <a:t>1.1.2 </a:t>
            </a:r>
            <a:r>
              <a:rPr lang="zh-CN" altLang="en-US" sz="3600" dirty="0">
                <a:latin typeface="Arial" panose="020B0604020202020204" pitchFamily="34" charset="0"/>
                <a:ea typeface="微软雅黑" panose="020B0503020204020204" charset="-122"/>
              </a:rPr>
              <a:t>电化学科学的应用</a:t>
            </a:r>
            <a:endParaRPr lang="zh-CN" altLang="en-US" sz="3600" dirty="0">
              <a:latin typeface="Arial" panose="020B0604020202020204" pitchFamily="34" charset="0"/>
              <a:ea typeface="微软雅黑" panose="020B0503020204020204" charset="-122"/>
            </a:endParaRPr>
          </a:p>
        </p:txBody>
      </p:sp>
      <p:sp>
        <p:nvSpPr>
          <p:cNvPr id="27653" name="Text Box 5"/>
          <p:cNvSpPr txBox="1">
            <a:spLocks noChangeArrowheads="1"/>
          </p:cNvSpPr>
          <p:nvPr/>
        </p:nvSpPr>
        <p:spPr bwMode="auto">
          <a:xfrm>
            <a:off x="303213" y="2373313"/>
            <a:ext cx="1828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latin typeface="Arial" panose="020B0604020202020204" pitchFamily="34" charset="0"/>
                <a:ea typeface="微软雅黑" panose="020B0503020204020204" charset="-122"/>
              </a:rPr>
              <a:t>能量转换</a:t>
            </a:r>
            <a:endParaRPr lang="zh-CN" altLang="en-US" sz="2800">
              <a:latin typeface="Arial" panose="020B0604020202020204" pitchFamily="34" charset="0"/>
              <a:ea typeface="微软雅黑" panose="020B0503020204020204" charset="-122"/>
            </a:endParaRPr>
          </a:p>
        </p:txBody>
      </p:sp>
      <p:sp>
        <p:nvSpPr>
          <p:cNvPr id="27654" name="Text Box 6"/>
          <p:cNvSpPr txBox="1">
            <a:spLocks noChangeArrowheads="1"/>
          </p:cNvSpPr>
          <p:nvPr/>
        </p:nvSpPr>
        <p:spPr bwMode="auto">
          <a:xfrm>
            <a:off x="2055813" y="1916113"/>
            <a:ext cx="2057400" cy="142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buFontTx/>
              <a:buNone/>
            </a:pPr>
            <a:r>
              <a:rPr lang="zh-CN" altLang="en-US" sz="2800">
                <a:latin typeface="Arial" panose="020B0604020202020204" pitchFamily="34" charset="0"/>
                <a:ea typeface="微软雅黑" panose="020B0503020204020204" charset="-122"/>
              </a:rPr>
              <a:t>原电池</a:t>
            </a:r>
            <a:endParaRPr lang="zh-CN" altLang="en-US" sz="2800">
              <a:latin typeface="Arial" panose="020B0604020202020204" pitchFamily="34" charset="0"/>
              <a:ea typeface="微软雅黑" panose="020B0503020204020204" charset="-122"/>
            </a:endParaRPr>
          </a:p>
          <a:p>
            <a:pPr eaLnBrk="1" hangingPunct="1">
              <a:lnSpc>
                <a:spcPct val="70000"/>
              </a:lnSpc>
              <a:spcBef>
                <a:spcPct val="50000"/>
              </a:spcBef>
              <a:buFontTx/>
              <a:buNone/>
            </a:pPr>
            <a:r>
              <a:rPr lang="zh-CN" altLang="en-US" sz="2800">
                <a:latin typeface="Arial" panose="020B0604020202020204" pitchFamily="34" charset="0"/>
                <a:ea typeface="微软雅黑" panose="020B0503020204020204" charset="-122"/>
              </a:rPr>
              <a:t>二次电池</a:t>
            </a:r>
            <a:endParaRPr lang="zh-CN" altLang="en-US" sz="2800">
              <a:latin typeface="Arial" panose="020B0604020202020204" pitchFamily="34" charset="0"/>
              <a:ea typeface="微软雅黑" panose="020B0503020204020204" charset="-122"/>
            </a:endParaRPr>
          </a:p>
          <a:p>
            <a:pPr eaLnBrk="1" hangingPunct="1">
              <a:lnSpc>
                <a:spcPct val="70000"/>
              </a:lnSpc>
              <a:spcBef>
                <a:spcPct val="50000"/>
              </a:spcBef>
              <a:buFontTx/>
              <a:buNone/>
            </a:pPr>
            <a:r>
              <a:rPr lang="zh-CN" altLang="en-US" sz="2800">
                <a:latin typeface="Arial" panose="020B0604020202020204" pitchFamily="34" charset="0"/>
                <a:ea typeface="微软雅黑" panose="020B0503020204020204" charset="-122"/>
              </a:rPr>
              <a:t>燃料电池</a:t>
            </a:r>
            <a:endParaRPr lang="zh-CN" altLang="en-US" sz="2800">
              <a:latin typeface="Arial" panose="020B0604020202020204" pitchFamily="34" charset="0"/>
              <a:ea typeface="微软雅黑" panose="020B0503020204020204" charset="-122"/>
            </a:endParaRPr>
          </a:p>
        </p:txBody>
      </p:sp>
      <p:sp>
        <p:nvSpPr>
          <p:cNvPr id="27655" name="Text Box 7"/>
          <p:cNvSpPr txBox="1">
            <a:spLocks noChangeArrowheads="1"/>
          </p:cNvSpPr>
          <p:nvPr/>
        </p:nvSpPr>
        <p:spPr bwMode="auto">
          <a:xfrm>
            <a:off x="4418013" y="2144713"/>
            <a:ext cx="13716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latin typeface="Arial" panose="020B0604020202020204" pitchFamily="34" charset="0"/>
                <a:ea typeface="微软雅黑" panose="020B0503020204020204" charset="-122"/>
              </a:rPr>
              <a:t>电化学工艺学</a:t>
            </a:r>
            <a:endParaRPr lang="zh-CN" altLang="en-US" sz="2800">
              <a:latin typeface="Arial" panose="020B0604020202020204" pitchFamily="34" charset="0"/>
              <a:ea typeface="微软雅黑" panose="020B0503020204020204" charset="-122"/>
            </a:endParaRPr>
          </a:p>
        </p:txBody>
      </p:sp>
      <p:sp>
        <p:nvSpPr>
          <p:cNvPr id="27656" name="Text Box 8"/>
          <p:cNvSpPr txBox="1">
            <a:spLocks noChangeArrowheads="1"/>
          </p:cNvSpPr>
          <p:nvPr/>
        </p:nvSpPr>
        <p:spPr bwMode="auto">
          <a:xfrm>
            <a:off x="5865813" y="1763713"/>
            <a:ext cx="3048000" cy="1900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latin typeface="Arial" panose="020B0604020202020204" pitchFamily="34" charset="0"/>
                <a:ea typeface="微软雅黑" panose="020B0503020204020204" charset="-122"/>
              </a:rPr>
              <a:t>金属的生产与精炼                          </a:t>
            </a:r>
            <a:endParaRPr lang="zh-CN" altLang="en-US" sz="2800">
              <a:latin typeface="Arial" panose="020B0604020202020204" pitchFamily="34" charset="0"/>
              <a:ea typeface="微软雅黑" panose="020B0503020204020204" charset="-122"/>
            </a:endParaRPr>
          </a:p>
          <a:p>
            <a:pPr eaLnBrk="1" hangingPunct="1">
              <a:buFontTx/>
              <a:buNone/>
            </a:pPr>
            <a:r>
              <a:rPr lang="zh-CN" altLang="en-US" sz="2800">
                <a:latin typeface="Arial" panose="020B0604020202020204" pitchFamily="34" charset="0"/>
                <a:ea typeface="微软雅黑" panose="020B0503020204020204" charset="-122"/>
              </a:rPr>
              <a:t>电镀                                                                                         防腐蚀措施、工艺                                                                                            水的净化</a:t>
            </a:r>
            <a:endParaRPr lang="zh-CN" altLang="en-US" sz="2800">
              <a:latin typeface="Arial" panose="020B0604020202020204" pitchFamily="34" charset="0"/>
              <a:ea typeface="微软雅黑" panose="020B0503020204020204" charset="-122"/>
            </a:endParaRPr>
          </a:p>
        </p:txBody>
      </p:sp>
      <p:sp>
        <p:nvSpPr>
          <p:cNvPr id="27657" name="Text Box 9"/>
          <p:cNvSpPr txBox="1">
            <a:spLocks noChangeArrowheads="1"/>
          </p:cNvSpPr>
          <p:nvPr/>
        </p:nvSpPr>
        <p:spPr bwMode="auto">
          <a:xfrm>
            <a:off x="531813" y="4551363"/>
            <a:ext cx="12954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latin typeface="Arial" panose="020B0604020202020204" pitchFamily="34" charset="0"/>
                <a:ea typeface="微软雅黑" panose="020B0503020204020204" charset="-122"/>
              </a:rPr>
              <a:t>生物电化学</a:t>
            </a:r>
            <a:endParaRPr lang="zh-CN" altLang="en-US" sz="2800">
              <a:latin typeface="Arial" panose="020B0604020202020204" pitchFamily="34" charset="0"/>
              <a:ea typeface="微软雅黑" panose="020B0503020204020204" charset="-122"/>
            </a:endParaRPr>
          </a:p>
        </p:txBody>
      </p:sp>
      <p:sp>
        <p:nvSpPr>
          <p:cNvPr id="27658" name="Text Box 10"/>
          <p:cNvSpPr txBox="1">
            <a:spLocks noChangeArrowheads="1"/>
          </p:cNvSpPr>
          <p:nvPr/>
        </p:nvSpPr>
        <p:spPr bwMode="auto">
          <a:xfrm>
            <a:off x="1979613" y="4354513"/>
            <a:ext cx="2590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dirty="0">
                <a:latin typeface="Arial" panose="020B0604020202020204" pitchFamily="34" charset="0"/>
                <a:ea typeface="微软雅黑" panose="020B0503020204020204" charset="-122"/>
              </a:rPr>
              <a:t>神精电流传递</a:t>
            </a:r>
            <a:endParaRPr lang="zh-CN" altLang="en-US" sz="2800" dirty="0">
              <a:latin typeface="Arial" panose="020B0604020202020204" pitchFamily="34" charset="0"/>
              <a:ea typeface="微软雅黑" panose="020B0503020204020204" charset="-122"/>
            </a:endParaRPr>
          </a:p>
          <a:p>
            <a:pPr eaLnBrk="1" hangingPunct="1">
              <a:buFontTx/>
              <a:buNone/>
            </a:pPr>
            <a:r>
              <a:rPr lang="zh-CN" altLang="en-US" sz="2800" dirty="0">
                <a:latin typeface="Arial" panose="020B0604020202020204" pitchFamily="34" charset="0"/>
                <a:ea typeface="微软雅黑" panose="020B0503020204020204" charset="-122"/>
              </a:rPr>
              <a:t>膜现象</a:t>
            </a:r>
            <a:endParaRPr lang="zh-CN" altLang="en-US" sz="2800" dirty="0">
              <a:latin typeface="Arial" panose="020B0604020202020204" pitchFamily="34" charset="0"/>
              <a:ea typeface="微软雅黑" panose="020B0503020204020204" charset="-122"/>
            </a:endParaRPr>
          </a:p>
          <a:p>
            <a:pPr eaLnBrk="1" hangingPunct="1">
              <a:buFontTx/>
              <a:buNone/>
            </a:pPr>
            <a:r>
              <a:rPr lang="zh-CN" altLang="en-US" sz="2800" dirty="0">
                <a:latin typeface="Arial" panose="020B0604020202020204" pitchFamily="34" charset="0"/>
                <a:ea typeface="微软雅黑" panose="020B0503020204020204" charset="-122"/>
              </a:rPr>
              <a:t>电化学治疗仪</a:t>
            </a:r>
            <a:endParaRPr lang="zh-CN" altLang="en-US" sz="2800" dirty="0">
              <a:latin typeface="Arial" panose="020B0604020202020204" pitchFamily="34" charset="0"/>
              <a:ea typeface="微软雅黑" panose="020B0503020204020204" charset="-122"/>
            </a:endParaRPr>
          </a:p>
        </p:txBody>
      </p:sp>
      <p:sp>
        <p:nvSpPr>
          <p:cNvPr id="27659" name="Text Box 11"/>
          <p:cNvSpPr txBox="1">
            <a:spLocks noChangeArrowheads="1"/>
          </p:cNvSpPr>
          <p:nvPr/>
        </p:nvSpPr>
        <p:spPr bwMode="auto">
          <a:xfrm>
            <a:off x="5180013" y="4826000"/>
            <a:ext cx="2133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latin typeface="Arial" panose="020B0604020202020204" pitchFamily="34" charset="0"/>
                <a:ea typeface="微软雅黑" panose="020B0503020204020204" charset="-122"/>
              </a:rPr>
              <a:t>电分析化学</a:t>
            </a:r>
            <a:endParaRPr lang="zh-CN" altLang="en-US" sz="2800" dirty="0">
              <a:latin typeface="Arial" panose="020B0604020202020204" pitchFamily="34" charset="0"/>
              <a:ea typeface="微软雅黑" panose="020B0503020204020204" charset="-122"/>
            </a:endParaRPr>
          </a:p>
        </p:txBody>
      </p:sp>
      <p:sp>
        <p:nvSpPr>
          <p:cNvPr id="27660" name="AutoShape 12"/>
          <p:cNvSpPr/>
          <p:nvPr/>
        </p:nvSpPr>
        <p:spPr bwMode="auto">
          <a:xfrm>
            <a:off x="1903413" y="1992313"/>
            <a:ext cx="228600" cy="1295400"/>
          </a:xfrm>
          <a:prstGeom prst="leftBrace">
            <a:avLst>
              <a:gd name="adj1" fmla="val 47222"/>
              <a:gd name="adj2" fmla="val 50000"/>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7661" name="AutoShape 13"/>
          <p:cNvSpPr/>
          <p:nvPr/>
        </p:nvSpPr>
        <p:spPr bwMode="auto">
          <a:xfrm>
            <a:off x="5637213" y="1992313"/>
            <a:ext cx="228600" cy="1447800"/>
          </a:xfrm>
          <a:prstGeom prst="leftBrace">
            <a:avLst>
              <a:gd name="adj1" fmla="val 52778"/>
              <a:gd name="adj2" fmla="val 50000"/>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7662" name="AutoShape 14"/>
          <p:cNvSpPr/>
          <p:nvPr/>
        </p:nvSpPr>
        <p:spPr bwMode="auto">
          <a:xfrm>
            <a:off x="1751013" y="4506913"/>
            <a:ext cx="228600" cy="1295400"/>
          </a:xfrm>
          <a:prstGeom prst="leftBrace">
            <a:avLst>
              <a:gd name="adj1" fmla="val 47222"/>
              <a:gd name="adj2" fmla="val 50000"/>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5"/>
          <p:cNvSpPr>
            <a:spLocks noGrp="1" noChangeArrowheads="1"/>
          </p:cNvSpPr>
          <p:nvPr/>
        </p:nvSpPr>
        <p:spPr>
          <a:xfrm>
            <a:off x="5508266" y="1917382"/>
            <a:ext cx="3124200" cy="3347209"/>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lnSpc>
                <a:spcPct val="150000"/>
              </a:lnSpc>
            </a:pPr>
            <a:r>
              <a:rPr lang="zh-CN" altLang="en-US" sz="2800" b="1" dirty="0">
                <a:latin typeface="Arial" panose="020B0604020202020204" pitchFamily="34" charset="0"/>
                <a:ea typeface="微软雅黑" panose="020B0503020204020204" charset="-122"/>
              </a:rPr>
              <a:t>锌</a:t>
            </a:r>
            <a:r>
              <a:rPr lang="en-US" altLang="zh-CN" sz="2800" b="1" dirty="0">
                <a:latin typeface="Arial" panose="020B0604020202020204" pitchFamily="34" charset="0"/>
                <a:ea typeface="微软雅黑" panose="020B0503020204020204" charset="-122"/>
              </a:rPr>
              <a:t>-</a:t>
            </a:r>
            <a:r>
              <a:rPr lang="zh-CN" altLang="en-US" sz="2800" b="1" dirty="0">
                <a:latin typeface="Arial" panose="020B0604020202020204" pitchFamily="34" charset="0"/>
                <a:ea typeface="微软雅黑" panose="020B0503020204020204" charset="-122"/>
              </a:rPr>
              <a:t>锰干电池</a:t>
            </a:r>
            <a:endParaRPr lang="zh-CN" altLang="en-US" sz="2800" b="1" dirty="0">
              <a:latin typeface="Arial" panose="020B0604020202020204" pitchFamily="34" charset="0"/>
              <a:ea typeface="微软雅黑" panose="020B0503020204020204" charset="-122"/>
            </a:endParaRPr>
          </a:p>
          <a:p>
            <a:pPr eaLnBrk="1" hangingPunct="1">
              <a:lnSpc>
                <a:spcPct val="150000"/>
              </a:lnSpc>
            </a:pPr>
            <a:r>
              <a:rPr lang="zh-CN" altLang="en-US" sz="2800" b="1" dirty="0">
                <a:solidFill>
                  <a:srgbClr val="FF0000"/>
                </a:solidFill>
                <a:latin typeface="Arial" panose="020B0604020202020204" pitchFamily="34" charset="0"/>
                <a:ea typeface="微软雅黑" panose="020B0503020204020204" charset="-122"/>
              </a:rPr>
              <a:t>锂离子电池</a:t>
            </a:r>
            <a:endParaRPr lang="zh-CN" altLang="en-US" sz="2800" b="1" dirty="0">
              <a:solidFill>
                <a:srgbClr val="FF0000"/>
              </a:solidFill>
              <a:latin typeface="Arial" panose="020B0604020202020204" pitchFamily="34" charset="0"/>
              <a:ea typeface="微软雅黑" panose="020B0503020204020204" charset="-122"/>
            </a:endParaRPr>
          </a:p>
          <a:p>
            <a:pPr eaLnBrk="1" hangingPunct="1">
              <a:lnSpc>
                <a:spcPct val="150000"/>
              </a:lnSpc>
            </a:pPr>
            <a:r>
              <a:rPr lang="zh-CN" altLang="en-US" sz="2800" b="1" dirty="0">
                <a:latin typeface="Arial" panose="020B0604020202020204" pitchFamily="34" charset="0"/>
                <a:ea typeface="微软雅黑" panose="020B0503020204020204" charset="-122"/>
                <a:sym typeface="+mn-ea"/>
              </a:rPr>
              <a:t>燃料电池</a:t>
            </a:r>
            <a:endParaRPr lang="en-US" altLang="zh-CN" sz="2800" b="1" dirty="0">
              <a:latin typeface="Arial" panose="020B0604020202020204" pitchFamily="34" charset="0"/>
              <a:ea typeface="微软雅黑" panose="020B0503020204020204" charset="-122"/>
            </a:endParaRPr>
          </a:p>
          <a:p>
            <a:pPr eaLnBrk="1" hangingPunct="1">
              <a:lnSpc>
                <a:spcPct val="150000"/>
              </a:lnSpc>
            </a:pPr>
            <a:r>
              <a:rPr lang="zh-CN" altLang="en-US" sz="2800" b="1" dirty="0">
                <a:latin typeface="Arial" panose="020B0604020202020204" pitchFamily="34" charset="0"/>
                <a:ea typeface="微软雅黑" panose="020B0503020204020204" charset="-122"/>
              </a:rPr>
              <a:t>等等</a:t>
            </a:r>
            <a:endParaRPr lang="en-US" altLang="zh-CN" sz="2800" b="1" dirty="0">
              <a:latin typeface="Arial" panose="020B0604020202020204" pitchFamily="34" charset="0"/>
              <a:ea typeface="微软雅黑" panose="020B0503020204020204" charset="-122"/>
            </a:endParaRPr>
          </a:p>
          <a:p>
            <a:pPr eaLnBrk="1" hangingPunct="1">
              <a:lnSpc>
                <a:spcPct val="150000"/>
              </a:lnSpc>
            </a:pPr>
            <a:endParaRPr lang="zh-CN" altLang="en-US" sz="2800" b="1" dirty="0">
              <a:latin typeface="Arial" panose="020B0604020202020204" pitchFamily="34" charset="0"/>
              <a:ea typeface="微软雅黑" panose="020B0503020204020204" charset="-122"/>
            </a:endParaRPr>
          </a:p>
          <a:p>
            <a:pPr eaLnBrk="1" hangingPunct="1">
              <a:lnSpc>
                <a:spcPct val="150000"/>
              </a:lnSpc>
            </a:pPr>
            <a:endParaRPr lang="en-US" altLang="zh-CN" sz="2800" b="1" dirty="0">
              <a:latin typeface="Arial" panose="020B0604020202020204" pitchFamily="34" charset="0"/>
              <a:ea typeface="微软雅黑" panose="020B0503020204020204" charset="-122"/>
            </a:endParaRPr>
          </a:p>
        </p:txBody>
      </p:sp>
      <p:sp>
        <p:nvSpPr>
          <p:cNvPr id="29700" name="Rectangle 4"/>
          <p:cNvSpPr>
            <a:spLocks noChangeArrowheads="1"/>
          </p:cNvSpPr>
          <p:nvPr/>
        </p:nvSpPr>
        <p:spPr bwMode="auto">
          <a:xfrm>
            <a:off x="395288" y="332423"/>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dirty="0">
                <a:latin typeface="Arial" panose="020B0604020202020204" pitchFamily="34" charset="0"/>
                <a:ea typeface="微软雅黑" panose="020B0503020204020204" charset="-122"/>
              </a:rPr>
              <a:t>1.</a:t>
            </a:r>
            <a:r>
              <a:rPr lang="zh-CN" altLang="en-US" sz="3600" b="1" dirty="0">
                <a:latin typeface="Arial" panose="020B0604020202020204" pitchFamily="34" charset="0"/>
                <a:ea typeface="微软雅黑" panose="020B0503020204020204" charset="-122"/>
              </a:rPr>
              <a:t>化学电源</a:t>
            </a:r>
            <a:endParaRPr lang="zh-CN" altLang="en-US" sz="3600" b="1" dirty="0">
              <a:latin typeface="Arial" panose="020B0604020202020204" pitchFamily="34" charset="0"/>
              <a:ea typeface="微软雅黑" panose="020B0503020204020204" charset="-122"/>
            </a:endParaRPr>
          </a:p>
        </p:txBody>
      </p:sp>
      <p:pic>
        <p:nvPicPr>
          <p:cNvPr id="2" name="图片 1"/>
          <p:cNvPicPr>
            <a:picLocks noChangeAspect="1"/>
          </p:cNvPicPr>
          <p:nvPr/>
        </p:nvPicPr>
        <p:blipFill>
          <a:blip r:embed="rId1"/>
          <a:stretch>
            <a:fillRect/>
          </a:stretch>
        </p:blipFill>
        <p:spPr>
          <a:xfrm>
            <a:off x="755650" y="1268730"/>
            <a:ext cx="2762250" cy="1990725"/>
          </a:xfrm>
          <a:prstGeom prst="rect">
            <a:avLst/>
          </a:prstGeom>
        </p:spPr>
      </p:pic>
      <p:pic>
        <p:nvPicPr>
          <p:cNvPr id="3" name="图片 2"/>
          <p:cNvPicPr>
            <a:picLocks noChangeAspect="1"/>
          </p:cNvPicPr>
          <p:nvPr/>
        </p:nvPicPr>
        <p:blipFill>
          <a:blip r:embed="rId2"/>
          <a:stretch>
            <a:fillRect/>
          </a:stretch>
        </p:blipFill>
        <p:spPr>
          <a:xfrm>
            <a:off x="251460" y="3789045"/>
            <a:ext cx="2476500" cy="1684655"/>
          </a:xfrm>
          <a:prstGeom prst="rect">
            <a:avLst/>
          </a:prstGeom>
        </p:spPr>
      </p:pic>
      <p:pic>
        <p:nvPicPr>
          <p:cNvPr id="4" name="图片 3"/>
          <p:cNvPicPr>
            <a:picLocks noChangeAspect="1"/>
          </p:cNvPicPr>
          <p:nvPr/>
        </p:nvPicPr>
        <p:blipFill>
          <a:blip r:embed="rId3"/>
          <a:stretch>
            <a:fillRect/>
          </a:stretch>
        </p:blipFill>
        <p:spPr>
          <a:xfrm>
            <a:off x="3059430" y="4004945"/>
            <a:ext cx="1948815" cy="1547495"/>
          </a:xfrm>
          <a:prstGeom prst="rect">
            <a:avLst/>
          </a:prstGeom>
        </p:spPr>
      </p:pic>
      <p:pic>
        <p:nvPicPr>
          <p:cNvPr id="5" name="图片 4"/>
          <p:cNvPicPr>
            <a:picLocks noChangeAspect="1"/>
          </p:cNvPicPr>
          <p:nvPr/>
        </p:nvPicPr>
        <p:blipFill>
          <a:blip r:embed="rId4"/>
          <a:stretch>
            <a:fillRect/>
          </a:stretch>
        </p:blipFill>
        <p:spPr>
          <a:xfrm>
            <a:off x="3996055" y="2061210"/>
            <a:ext cx="933450" cy="15525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nvPicPr>
        <p:blipFill>
          <a:blip r:embed="rId1"/>
          <a:stretch>
            <a:fillRect/>
          </a:stretch>
        </p:blipFill>
        <p:spPr>
          <a:xfrm>
            <a:off x="2124075" y="188595"/>
            <a:ext cx="5375275" cy="4297045"/>
          </a:xfrm>
          <a:prstGeom prst="rect">
            <a:avLst/>
          </a:prstGeom>
          <a:noFill/>
          <a:ln w="9525">
            <a:noFill/>
          </a:ln>
        </p:spPr>
      </p:pic>
      <p:sp>
        <p:nvSpPr>
          <p:cNvPr id="2" name="文本框 1"/>
          <p:cNvSpPr txBox="1"/>
          <p:nvPr/>
        </p:nvSpPr>
        <p:spPr>
          <a:xfrm>
            <a:off x="1908175" y="4725035"/>
            <a:ext cx="6134100" cy="1938020"/>
          </a:xfrm>
          <a:prstGeom prst="rect">
            <a:avLst/>
          </a:prstGeom>
          <a:noFill/>
        </p:spPr>
        <p:txBody>
          <a:bodyPr wrap="square" rtlCol="0" anchor="t">
            <a:spAutoFit/>
          </a:bodyPr>
          <a:lstStyle/>
          <a:p>
            <a:r>
              <a:rPr lang="zh-CN" altLang="en-US" sz="2400">
                <a:latin typeface="Arial" panose="020B0604020202020204" pitchFamily="34" charset="0"/>
                <a:ea typeface="微软雅黑" panose="020B0503020204020204" charset="-122"/>
              </a:rPr>
              <a:t>2019年诺贝尔化学奖在斯德哥尔摩瑞典皇家科学院揭晓。John Goodenough 教授、Stanley Whittingham 教授和 Akira Yoshino 博士因在锂电池创造方面的开创性贡献而获得诺贝尔化学奖。</a:t>
            </a:r>
            <a:endParaRPr lang="zh-CN" altLang="en-US" sz="2400">
              <a:latin typeface="Arial" panose="020B0604020202020204" pitchFamily="34" charset="0"/>
              <a:ea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8" name="Picture 6" descr="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1460" y="332740"/>
            <a:ext cx="3208655"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p:nvPr/>
        </p:nvGrpSpPr>
        <p:grpSpPr>
          <a:xfrm>
            <a:off x="3851910" y="908685"/>
            <a:ext cx="4648200" cy="3111776"/>
            <a:chOff x="7080" y="2550"/>
            <a:chExt cx="7320" cy="4900"/>
          </a:xfrm>
        </p:grpSpPr>
        <p:sp>
          <p:nvSpPr>
            <p:cNvPr id="28677" name="Rectangle 5"/>
            <p:cNvSpPr>
              <a:spLocks noGrp="1" noChangeArrowheads="1"/>
            </p:cNvSpPr>
            <p:nvPr/>
          </p:nvSpPr>
          <p:spPr>
            <a:xfrm>
              <a:off x="7080" y="2550"/>
              <a:ext cx="7320" cy="4900"/>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lnSpc>
                  <a:spcPct val="150000"/>
                </a:lnSpc>
              </a:pPr>
              <a:r>
                <a:rPr lang="zh-CN" altLang="en-US" sz="1800" b="1" dirty="0">
                  <a:latin typeface="Arial" panose="020B0604020202020204" pitchFamily="34" charset="0"/>
                  <a:ea typeface="微软雅黑" panose="020B0503020204020204" charset="-122"/>
                </a:rPr>
                <a:t>氯碱工业：</a:t>
              </a:r>
              <a:endParaRPr lang="zh-CN" altLang="en-US" sz="1800" b="1" dirty="0">
                <a:latin typeface="Arial" panose="020B0604020202020204" pitchFamily="34" charset="0"/>
                <a:ea typeface="微软雅黑" panose="020B0503020204020204" charset="-122"/>
              </a:endParaRPr>
            </a:p>
            <a:p>
              <a:pPr eaLnBrk="1" hangingPunct="1">
                <a:lnSpc>
                  <a:spcPct val="150000"/>
                </a:lnSpc>
              </a:pPr>
              <a:r>
                <a:rPr lang="zh-CN" altLang="en-US" sz="1800" b="1" dirty="0">
                  <a:latin typeface="Arial" panose="020B0604020202020204" pitchFamily="34" charset="0"/>
                  <a:ea typeface="微软雅黑" panose="020B0503020204020204" charset="-122"/>
                </a:rPr>
                <a:t>电解食盐水制取</a:t>
              </a:r>
              <a:endParaRPr lang="zh-CN" altLang="en-US" sz="1800" b="1" dirty="0">
                <a:latin typeface="Arial" panose="020B0604020202020204" pitchFamily="34" charset="0"/>
                <a:ea typeface="微软雅黑" panose="020B0503020204020204" charset="-122"/>
              </a:endParaRPr>
            </a:p>
            <a:p>
              <a:pPr eaLnBrk="1" hangingPunct="1">
                <a:lnSpc>
                  <a:spcPct val="150000"/>
                </a:lnSpc>
              </a:pPr>
              <a:endParaRPr lang="zh-CN" altLang="en-US" sz="1800" b="1" dirty="0">
                <a:latin typeface="Arial" panose="020B0604020202020204" pitchFamily="34" charset="0"/>
                <a:ea typeface="微软雅黑" panose="020B0503020204020204" charset="-122"/>
              </a:endParaRPr>
            </a:p>
            <a:p>
              <a:pPr eaLnBrk="1" hangingPunct="1">
                <a:lnSpc>
                  <a:spcPct val="150000"/>
                </a:lnSpc>
              </a:pPr>
              <a:r>
                <a:rPr lang="zh-CN" altLang="en-US" sz="1800" b="1" dirty="0">
                  <a:latin typeface="Arial" panose="020B0604020202020204" pitchFamily="34" charset="0"/>
                  <a:ea typeface="微软雅黑" panose="020B0503020204020204" charset="-122"/>
                </a:rPr>
                <a:t>电解法制备金属</a:t>
              </a:r>
              <a:endParaRPr lang="zh-CN" altLang="en-US" sz="1800" b="1" dirty="0">
                <a:latin typeface="Arial" panose="020B0604020202020204" pitchFamily="34" charset="0"/>
                <a:ea typeface="微软雅黑" panose="020B0503020204020204" charset="-122"/>
              </a:endParaRPr>
            </a:p>
          </p:txBody>
        </p:sp>
        <p:graphicFrame>
          <p:nvGraphicFramePr>
            <p:cNvPr id="28679" name="Object 7"/>
            <p:cNvGraphicFramePr>
              <a:graphicFrameLocks noChangeAspect="1"/>
            </p:cNvGraphicFramePr>
            <p:nvPr/>
          </p:nvGraphicFramePr>
          <p:xfrm>
            <a:off x="7535" y="4041"/>
            <a:ext cx="747" cy="790"/>
          </p:xfrm>
          <a:graphic>
            <a:graphicData uri="http://schemas.openxmlformats.org/presentationml/2006/ole">
              <mc:AlternateContent xmlns:mc="http://schemas.openxmlformats.org/markup-compatibility/2006">
                <mc:Choice xmlns:v="urn:schemas-microsoft-com:vml" Requires="v">
                  <p:oleObj spid="_x0000_s2" name="Equation" r:id="rId2" imgW="5486400" imgH="5791200" progId="">
                    <p:embed/>
                  </p:oleObj>
                </mc:Choice>
                <mc:Fallback>
                  <p:oleObj name="Equation" r:id="rId2" imgW="5486400" imgH="57912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 y="4041"/>
                          <a:ext cx="747" cy="790"/>
                        </a:xfrm>
                        <a:prstGeom prst="rect">
                          <a:avLst/>
                        </a:prstGeom>
                        <a:solidFill>
                          <a:schemeClr val="accent1"/>
                        </a:solidFill>
                      </p:spPr>
                    </p:pic>
                  </p:oleObj>
                </mc:Fallback>
              </mc:AlternateContent>
            </a:graphicData>
          </a:graphic>
        </p:graphicFrame>
        <p:graphicFrame>
          <p:nvGraphicFramePr>
            <p:cNvPr id="28680" name="Object 8"/>
            <p:cNvGraphicFramePr>
              <a:graphicFrameLocks noChangeAspect="1"/>
            </p:cNvGraphicFramePr>
            <p:nvPr/>
          </p:nvGraphicFramePr>
          <p:xfrm>
            <a:off x="8822" y="4096"/>
            <a:ext cx="780" cy="735"/>
          </p:xfrm>
          <a:graphic>
            <a:graphicData uri="http://schemas.openxmlformats.org/presentationml/2006/ole">
              <mc:AlternateContent xmlns:mc="http://schemas.openxmlformats.org/markup-compatibility/2006">
                <mc:Choice xmlns:v="urn:schemas-microsoft-com:vml" Requires="v">
                  <p:oleObj spid="_x0000_s3" name="Equation" r:id="rId4" imgW="5486400" imgH="5181600" progId="Equation.3">
                    <p:embed/>
                  </p:oleObj>
                </mc:Choice>
                <mc:Fallback>
                  <p:oleObj name="Equation" r:id="rId4" imgW="5486400" imgH="51816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2" y="4096"/>
                          <a:ext cx="780" cy="735"/>
                        </a:xfrm>
                        <a:prstGeom prst="rect">
                          <a:avLst/>
                        </a:prstGeom>
                        <a:solidFill>
                          <a:schemeClr val="accent1"/>
                        </a:solidFill>
                      </p:spPr>
                    </p:pic>
                  </p:oleObj>
                </mc:Fallback>
              </mc:AlternateContent>
            </a:graphicData>
          </a:graphic>
        </p:graphicFrame>
        <p:graphicFrame>
          <p:nvGraphicFramePr>
            <p:cNvPr id="28681" name="Object 9"/>
            <p:cNvGraphicFramePr>
              <a:graphicFrameLocks noChangeAspect="1"/>
            </p:cNvGraphicFramePr>
            <p:nvPr/>
          </p:nvGraphicFramePr>
          <p:xfrm>
            <a:off x="10142" y="4096"/>
            <a:ext cx="1690" cy="640"/>
          </p:xfrm>
          <a:graphic>
            <a:graphicData uri="http://schemas.openxmlformats.org/presentationml/2006/ole">
              <mc:AlternateContent xmlns:mc="http://schemas.openxmlformats.org/markup-compatibility/2006">
                <mc:Choice xmlns:v="urn:schemas-microsoft-com:vml" Requires="v">
                  <p:oleObj spid="_x0000_s4" name="Equation" r:id="rId6" imgW="11277600" imgH="4267200" progId="Equation.3">
                    <p:embed/>
                  </p:oleObj>
                </mc:Choice>
                <mc:Fallback>
                  <p:oleObj name="Equation" r:id="rId6" imgW="11277600" imgH="4267200" progId="Equation.3">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42" y="4096"/>
                          <a:ext cx="1690" cy="640"/>
                        </a:xfrm>
                        <a:prstGeom prst="rect">
                          <a:avLst/>
                        </a:prstGeom>
                        <a:solidFill>
                          <a:schemeClr val="accent1"/>
                        </a:solidFill>
                      </p:spPr>
                    </p:pic>
                  </p:oleObj>
                </mc:Fallback>
              </mc:AlternateContent>
            </a:graphicData>
          </a:graphic>
        </p:graphicFrame>
      </p:grpSp>
      <p:pic>
        <p:nvPicPr>
          <p:cNvPr id="6" name="图片 5"/>
          <p:cNvPicPr>
            <a:picLocks noChangeAspect="1"/>
          </p:cNvPicPr>
          <p:nvPr/>
        </p:nvPicPr>
        <p:blipFill>
          <a:blip r:embed="rId8"/>
          <a:stretch>
            <a:fillRect/>
          </a:stretch>
        </p:blipFill>
        <p:spPr>
          <a:xfrm>
            <a:off x="3690620" y="2996565"/>
            <a:ext cx="3861435" cy="3502660"/>
          </a:xfrm>
          <a:prstGeom prst="rect">
            <a:avLst/>
          </a:prstGeom>
        </p:spPr>
      </p:pic>
      <p:sp>
        <p:nvSpPr>
          <p:cNvPr id="7" name="Rectangle 4"/>
          <p:cNvSpPr>
            <a:spLocks noChangeArrowheads="1"/>
          </p:cNvSpPr>
          <p:nvPr/>
        </p:nvSpPr>
        <p:spPr bwMode="auto">
          <a:xfrm>
            <a:off x="179388" y="-317"/>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dirty="0">
                <a:latin typeface="Arial" panose="020B0604020202020204" pitchFamily="34" charset="0"/>
                <a:ea typeface="微软雅黑" panose="020B0503020204020204" charset="-122"/>
              </a:rPr>
              <a:t>2.</a:t>
            </a:r>
            <a:r>
              <a:rPr lang="zh-CN" altLang="en-US" sz="3600" b="1" dirty="0">
                <a:latin typeface="Arial" panose="020B0604020202020204" pitchFamily="34" charset="0"/>
                <a:ea typeface="微软雅黑" panose="020B0503020204020204" charset="-122"/>
              </a:rPr>
              <a:t>电解合成、电冶金、材料准备</a:t>
            </a:r>
            <a:endParaRPr lang="zh-CN" altLang="en-US" sz="3600" b="1" dirty="0">
              <a:latin typeface="Arial" panose="020B0604020202020204" pitchFamily="34" charset="0"/>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p:cNvSpPr>
            <a:spLocks noChangeArrowheads="1"/>
          </p:cNvSpPr>
          <p:nvPr/>
        </p:nvSpPr>
        <p:spPr bwMode="auto">
          <a:xfrm>
            <a:off x="-1257300" y="908685"/>
            <a:ext cx="6079490" cy="767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400" b="1" dirty="0">
                <a:latin typeface="Arial" panose="020B0604020202020204" pitchFamily="34" charset="0"/>
                <a:ea typeface="微软雅黑" panose="020B0503020204020204" charset="-122"/>
              </a:rPr>
              <a:t>3.</a:t>
            </a:r>
            <a:r>
              <a:rPr lang="zh-CN" altLang="en-US" sz="3400" b="1" dirty="0">
                <a:latin typeface="Arial" panose="020B0604020202020204" pitchFamily="34" charset="0"/>
                <a:ea typeface="微软雅黑" panose="020B0503020204020204" charset="-122"/>
              </a:rPr>
              <a:t>电镀、电泳涂装</a:t>
            </a:r>
            <a:endParaRPr lang="zh-CN" altLang="en-US" sz="3400" b="1" dirty="0">
              <a:latin typeface="Arial" panose="020B0604020202020204" pitchFamily="34" charset="0"/>
              <a:ea typeface="微软雅黑" panose="020B0503020204020204" charset="-122"/>
            </a:endParaRPr>
          </a:p>
        </p:txBody>
      </p:sp>
      <p:pic>
        <p:nvPicPr>
          <p:cNvPr id="2" name="图片 1"/>
          <p:cNvPicPr>
            <a:picLocks noChangeAspect="1"/>
          </p:cNvPicPr>
          <p:nvPr/>
        </p:nvPicPr>
        <p:blipFill>
          <a:blip r:embed="rId1"/>
          <a:stretch>
            <a:fillRect/>
          </a:stretch>
        </p:blipFill>
        <p:spPr>
          <a:xfrm>
            <a:off x="0" y="2277110"/>
            <a:ext cx="3564890" cy="4530725"/>
          </a:xfrm>
          <a:prstGeom prst="rect">
            <a:avLst/>
          </a:prstGeom>
        </p:spPr>
      </p:pic>
      <p:pic>
        <p:nvPicPr>
          <p:cNvPr id="3" name="图片 2"/>
          <p:cNvPicPr>
            <a:picLocks noChangeAspect="1"/>
          </p:cNvPicPr>
          <p:nvPr/>
        </p:nvPicPr>
        <p:blipFill>
          <a:blip r:embed="rId2"/>
          <a:stretch>
            <a:fillRect/>
          </a:stretch>
        </p:blipFill>
        <p:spPr>
          <a:xfrm>
            <a:off x="4716145" y="2420620"/>
            <a:ext cx="3624580" cy="3498215"/>
          </a:xfrm>
          <a:prstGeom prst="rect">
            <a:avLst/>
          </a:prstGeom>
        </p:spPr>
      </p:pic>
      <p:sp>
        <p:nvSpPr>
          <p:cNvPr id="4" name="Rectangle 4"/>
          <p:cNvSpPr>
            <a:spLocks noChangeArrowheads="1"/>
          </p:cNvSpPr>
          <p:nvPr/>
        </p:nvSpPr>
        <p:spPr bwMode="auto">
          <a:xfrm>
            <a:off x="3203575" y="908685"/>
            <a:ext cx="6079490" cy="767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400" b="1" dirty="0">
                <a:latin typeface="Arial" panose="020B0604020202020204" pitchFamily="34" charset="0"/>
                <a:ea typeface="微软雅黑" panose="020B0503020204020204" charset="-122"/>
              </a:rPr>
              <a:t>4.</a:t>
            </a:r>
            <a:r>
              <a:rPr lang="zh-CN" altLang="en-US" sz="3400" b="1" dirty="0">
                <a:latin typeface="Arial" panose="020B0604020202020204" pitchFamily="34" charset="0"/>
                <a:ea typeface="微软雅黑" panose="020B0503020204020204" charset="-122"/>
              </a:rPr>
              <a:t>电化学加工、电抛光</a:t>
            </a:r>
            <a:endParaRPr lang="zh-CN" altLang="en-US" sz="3400" b="1" dirty="0">
              <a:latin typeface="Arial" panose="020B0604020202020204" pitchFamily="34" charset="0"/>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5"/>
          <p:cNvSpPr>
            <a:spLocks noGrp="1" noChangeArrowheads="1"/>
          </p:cNvSpPr>
          <p:nvPr/>
        </p:nvSpPr>
        <p:spPr>
          <a:xfrm>
            <a:off x="611505" y="4725035"/>
            <a:ext cx="4469130" cy="1407795"/>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eaLnBrk="1" hangingPunct="1">
              <a:lnSpc>
                <a:spcPct val="150000"/>
              </a:lnSpc>
            </a:pPr>
            <a:r>
              <a:rPr lang="zh-CN" altLang="en-US" sz="2800" b="1" dirty="0">
                <a:latin typeface="Arial" panose="020B0604020202020204" pitchFamily="34" charset="0"/>
                <a:ea typeface="微软雅黑" panose="020B0503020204020204" charset="-122"/>
              </a:rPr>
              <a:t>海水腐蚀、大气腐蚀、土壤腐蚀</a:t>
            </a:r>
            <a:endParaRPr lang="zh-CN" altLang="en-US" sz="2800" b="1" dirty="0">
              <a:latin typeface="Arial" panose="020B0604020202020204" pitchFamily="34" charset="0"/>
              <a:ea typeface="微软雅黑" panose="020B0503020204020204" charset="-122"/>
            </a:endParaRPr>
          </a:p>
        </p:txBody>
      </p:sp>
      <p:pic>
        <p:nvPicPr>
          <p:cNvPr id="30726" name="Picture 6" descr="1"/>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37147" y="1268730"/>
            <a:ext cx="5029200"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a:stretch>
            <a:fillRect/>
          </a:stretch>
        </p:blipFill>
        <p:spPr>
          <a:xfrm>
            <a:off x="5652135" y="3357245"/>
            <a:ext cx="3479165" cy="3094355"/>
          </a:xfrm>
          <a:prstGeom prst="rect">
            <a:avLst/>
          </a:prstGeom>
        </p:spPr>
      </p:pic>
      <p:sp>
        <p:nvSpPr>
          <p:cNvPr id="30724" name="Rectangle 4"/>
          <p:cNvSpPr>
            <a:spLocks noChangeArrowheads="1"/>
          </p:cNvSpPr>
          <p:nvPr/>
        </p:nvSpPr>
        <p:spPr bwMode="auto">
          <a:xfrm>
            <a:off x="538798" y="548640"/>
            <a:ext cx="7772400" cy="914400"/>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ctr" eaLnBrk="1" hangingPunct="1">
              <a:buClrTx/>
              <a:buSzTx/>
              <a:buFontTx/>
              <a:buNone/>
            </a:pPr>
            <a:r>
              <a:rPr lang="en-US" altLang="zh-CN" sz="3600" b="1" dirty="0">
                <a:latin typeface="Arial" panose="020B0604020202020204" pitchFamily="34" charset="0"/>
                <a:ea typeface="微软雅黑" panose="020B0503020204020204" charset="-122"/>
                <a:sym typeface="+mn-ea"/>
              </a:rPr>
              <a:t>5.</a:t>
            </a:r>
            <a:r>
              <a:rPr lang="zh-CN" altLang="en-US" sz="3600" b="1" dirty="0">
                <a:latin typeface="Arial" panose="020B0604020202020204" pitchFamily="34" charset="0"/>
                <a:ea typeface="微软雅黑" panose="020B0503020204020204" charset="-122"/>
                <a:sym typeface="+mn-ea"/>
              </a:rPr>
              <a:t>金属的腐蚀与防护</a:t>
            </a:r>
            <a:endParaRPr lang="zh-CN" altLang="en-US" sz="3600" b="1" dirty="0">
              <a:latin typeface="Arial" panose="020B0604020202020204" pitchFamily="34" charset="0"/>
              <a:ea typeface="微软雅黑" panose="020B0503020204020204" charset="-122"/>
              <a:sym typeface="+mn-ea"/>
            </a:endParaRPr>
          </a:p>
        </p:txBody>
      </p:sp>
      <p:sp>
        <p:nvSpPr>
          <p:cNvPr id="3" name="Rectangle 5"/>
          <p:cNvSpPr>
            <a:spLocks noGrp="1" noChangeArrowheads="1"/>
          </p:cNvSpPr>
          <p:nvPr/>
        </p:nvSpPr>
        <p:spPr>
          <a:xfrm>
            <a:off x="4716145" y="2369185"/>
            <a:ext cx="4469130" cy="1407795"/>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eaLnBrk="1" hangingPunct="1">
              <a:lnSpc>
                <a:spcPct val="150000"/>
              </a:lnSpc>
            </a:pPr>
            <a:r>
              <a:rPr lang="zh-CN" altLang="en-US" sz="2800" b="1" dirty="0">
                <a:latin typeface="Arial" panose="020B0604020202020204" pitchFamily="34" charset="0"/>
                <a:ea typeface="微软雅黑" panose="020B0503020204020204" charset="-122"/>
              </a:rPr>
              <a:t>金属腐蚀与防护研究</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11505" y="1700530"/>
            <a:ext cx="2962275" cy="3609975"/>
          </a:xfrm>
          <a:prstGeom prst="rect">
            <a:avLst/>
          </a:prstGeom>
        </p:spPr>
      </p:pic>
      <p:sp>
        <p:nvSpPr>
          <p:cNvPr id="30724" name="Rectangle 4"/>
          <p:cNvSpPr>
            <a:spLocks noChangeArrowheads="1"/>
          </p:cNvSpPr>
          <p:nvPr/>
        </p:nvSpPr>
        <p:spPr bwMode="auto">
          <a:xfrm>
            <a:off x="-1764982" y="476885"/>
            <a:ext cx="7772400" cy="914400"/>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ctr" eaLnBrk="1" hangingPunct="1">
              <a:buClrTx/>
              <a:buSzTx/>
              <a:buFontTx/>
              <a:buNone/>
            </a:pPr>
            <a:r>
              <a:rPr lang="en-US" altLang="zh-CN" sz="3600" b="1" dirty="0">
                <a:latin typeface="Arial" panose="020B0604020202020204" pitchFamily="34" charset="0"/>
                <a:ea typeface="微软雅黑" panose="020B0503020204020204" charset="-122"/>
                <a:sym typeface="+mn-ea"/>
              </a:rPr>
              <a:t>6.</a:t>
            </a:r>
            <a:r>
              <a:rPr lang="zh-CN" altLang="en-US" sz="3600" b="1" dirty="0">
                <a:latin typeface="Arial" panose="020B0604020202020204" pitchFamily="34" charset="0"/>
                <a:ea typeface="微软雅黑" panose="020B0503020204020204" charset="-122"/>
                <a:sym typeface="+mn-ea"/>
              </a:rPr>
              <a:t>电分析</a:t>
            </a:r>
            <a:endParaRPr lang="zh-CN" altLang="en-US" sz="3600" b="1" dirty="0">
              <a:latin typeface="Arial" panose="020B0604020202020204" pitchFamily="34" charset="0"/>
              <a:ea typeface="微软雅黑" panose="020B0503020204020204" charset="-122"/>
              <a:sym typeface="+mn-ea"/>
            </a:endParaRPr>
          </a:p>
        </p:txBody>
      </p:sp>
      <p:sp>
        <p:nvSpPr>
          <p:cNvPr id="3" name="Rectangle 4"/>
          <p:cNvSpPr>
            <a:spLocks noChangeArrowheads="1"/>
          </p:cNvSpPr>
          <p:nvPr/>
        </p:nvSpPr>
        <p:spPr bwMode="auto">
          <a:xfrm>
            <a:off x="4499610" y="1779905"/>
            <a:ext cx="4129405" cy="3298190"/>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just" eaLnBrk="1" hangingPunct="1">
              <a:buClrTx/>
              <a:buSzTx/>
              <a:buFontTx/>
              <a:buNone/>
            </a:pPr>
            <a:r>
              <a:rPr lang="en-US" altLang="zh-CN" sz="3600" b="1" dirty="0">
                <a:latin typeface="Arial" panose="020B0604020202020204" pitchFamily="34" charset="0"/>
                <a:ea typeface="微软雅黑" panose="020B0503020204020204" charset="-122"/>
                <a:sym typeface="+mn-ea"/>
              </a:rPr>
              <a:t>7.</a:t>
            </a:r>
            <a:r>
              <a:rPr lang="zh-CN" altLang="en-US" sz="3600" b="1" dirty="0">
                <a:latin typeface="Arial" panose="020B0604020202020204" pitchFamily="34" charset="0"/>
                <a:ea typeface="微软雅黑" panose="020B0503020204020204" charset="-122"/>
                <a:sym typeface="+mn-ea"/>
              </a:rPr>
              <a:t>医学治疗与检测</a:t>
            </a:r>
            <a:endParaRPr lang="zh-CN" altLang="en-US" sz="3600" b="1" dirty="0">
              <a:latin typeface="Arial" panose="020B0604020202020204" pitchFamily="34" charset="0"/>
              <a:ea typeface="微软雅黑" panose="020B0503020204020204" charset="-122"/>
              <a:sym typeface="+mn-ea"/>
            </a:endParaRPr>
          </a:p>
          <a:p>
            <a:pPr lvl="0" algn="just" eaLnBrk="1" hangingPunct="1">
              <a:buClrTx/>
              <a:buSzTx/>
              <a:buFontTx/>
              <a:buNone/>
            </a:pPr>
            <a:endParaRPr lang="zh-CN" altLang="en-US" sz="3600" b="1" dirty="0">
              <a:latin typeface="Arial" panose="020B0604020202020204" pitchFamily="34" charset="0"/>
              <a:ea typeface="微软雅黑" panose="020B0503020204020204" charset="-122"/>
              <a:sym typeface="+mn-ea"/>
            </a:endParaRPr>
          </a:p>
          <a:p>
            <a:pPr lvl="0" algn="just" eaLnBrk="1" hangingPunct="1">
              <a:buClrTx/>
              <a:buSzTx/>
              <a:buFontTx/>
              <a:buNone/>
            </a:pPr>
            <a:r>
              <a:rPr lang="en-US" altLang="zh-CN" sz="3600" b="1" dirty="0">
                <a:latin typeface="Arial" panose="020B0604020202020204" pitchFamily="34" charset="0"/>
                <a:ea typeface="微软雅黑" panose="020B0503020204020204" charset="-122"/>
                <a:sym typeface="+mn-ea"/>
              </a:rPr>
              <a:t>8.</a:t>
            </a:r>
            <a:r>
              <a:rPr lang="zh-CN" altLang="en-US" sz="3600" b="1" dirty="0">
                <a:latin typeface="Arial" panose="020B0604020202020204" pitchFamily="34" charset="0"/>
                <a:ea typeface="微软雅黑" panose="020B0503020204020204" charset="-122"/>
                <a:sym typeface="+mn-ea"/>
              </a:rPr>
              <a:t>科学研究：测定热力学数据、平衡常数等</a:t>
            </a:r>
            <a:endParaRPr lang="zh-CN" altLang="en-US" sz="3600" b="1" dirty="0">
              <a:latin typeface="Arial" panose="020B0604020202020204" pitchFamily="34" charset="0"/>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nvSpPr>
        <p:spPr>
          <a:xfrm>
            <a:off x="792164" y="1166607"/>
            <a:ext cx="7225402" cy="3498160"/>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lnSpc>
                <a:spcPct val="150000"/>
              </a:lnSpc>
            </a:pPr>
            <a:r>
              <a:rPr lang="zh-CN" altLang="en-US" sz="2400" b="1" dirty="0">
                <a:latin typeface="Arial" panose="020B0604020202020204" pitchFamily="34" charset="0"/>
                <a:ea typeface="微软雅黑" panose="020B0503020204020204" charset="-122"/>
              </a:rPr>
              <a:t>由此可见，现代电化学是一门交叉学科，也是应用前景非常明显的学科。在过去的半个世纪中，电化学已为解决能源、材料、环境等的相关问题发挥了不可低估的作用，毫无疑问，在</a:t>
            </a:r>
            <a:r>
              <a:rPr lang="en-US" altLang="zh-CN" sz="2400" b="1" dirty="0">
                <a:latin typeface="Arial" panose="020B0604020202020204" pitchFamily="34" charset="0"/>
                <a:ea typeface="微软雅黑" panose="020B0503020204020204" charset="-122"/>
              </a:rPr>
              <a:t>21</a:t>
            </a:r>
            <a:r>
              <a:rPr lang="zh-CN" altLang="en-US" sz="2400" b="1" dirty="0">
                <a:latin typeface="Arial" panose="020B0604020202020204" pitchFamily="34" charset="0"/>
                <a:ea typeface="微软雅黑" panose="020B0503020204020204" charset="-122"/>
              </a:rPr>
              <a:t>世纪中该学科必将继续为解决人类面临的这些重大问题发挥更加显著的作用。</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5"/>
          <p:cNvSpPr>
            <a:spLocks noGrp="1" noChangeArrowheads="1"/>
          </p:cNvSpPr>
          <p:nvPr/>
        </p:nvSpPr>
        <p:spPr>
          <a:xfrm>
            <a:off x="611505" y="765175"/>
            <a:ext cx="7982585" cy="5040630"/>
          </a:xfrm>
          <a:prstGeom prst="rect">
            <a:avLst/>
          </a:prstGeom>
          <a:noFill/>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609600" indent="-609600" eaLnBrk="1" hangingPunct="1"/>
            <a:r>
              <a:rPr lang="zh-CN" altLang="en-US" sz="3600" b="1">
                <a:latin typeface="Arial" panose="020B0604020202020204" pitchFamily="34" charset="0"/>
                <a:ea typeface="微软雅黑" panose="020B0503020204020204" charset="-122"/>
              </a:rPr>
              <a:t>毕业学生</a:t>
            </a:r>
            <a:endParaRPr lang="zh-CN" altLang="en-US" sz="3600" b="1">
              <a:latin typeface="Arial" panose="020B0604020202020204" pitchFamily="34" charset="0"/>
              <a:ea typeface="微软雅黑" panose="020B0503020204020204" charset="-122"/>
            </a:endParaRPr>
          </a:p>
          <a:p>
            <a:pPr marL="609600" indent="-609600" eaLnBrk="1" hangingPunct="1"/>
            <a:r>
              <a:rPr lang="zh-CN" altLang="en-US" sz="2800" b="1">
                <a:latin typeface="Arial" panose="020B0604020202020204" pitchFamily="34" charset="0"/>
                <a:ea typeface="微软雅黑" panose="020B0503020204020204" charset="-122"/>
              </a:rPr>
              <a:t>毕业生择业选择：</a:t>
            </a:r>
            <a:endParaRPr lang="zh-CN" altLang="en-US" sz="2800" b="1">
              <a:latin typeface="Arial" panose="020B0604020202020204" pitchFamily="34" charset="0"/>
              <a:ea typeface="微软雅黑" panose="020B0503020204020204" charset="-122"/>
            </a:endParaRPr>
          </a:p>
          <a:p>
            <a:pPr marL="609600" indent="-609600" eaLnBrk="1" hangingPunct="1"/>
            <a:r>
              <a:rPr lang="zh-CN" altLang="en-US" sz="2800" b="1">
                <a:latin typeface="Arial" panose="020B0604020202020204" pitchFamily="34" charset="0"/>
                <a:ea typeface="微软雅黑" panose="020B0503020204020204" charset="-122"/>
              </a:rPr>
              <a:t>锂离子电池、钠离子电池、新能源汽车、</a:t>
            </a:r>
            <a:r>
              <a:rPr lang="zh-CN" altLang="en-US" sz="2800" b="1">
                <a:latin typeface="Arial" panose="020B0604020202020204" pitchFamily="34" charset="0"/>
                <a:ea typeface="微软雅黑" panose="020B0503020204020204" charset="-122"/>
                <a:sym typeface="+mn-ea"/>
              </a:rPr>
              <a:t>电力储存、</a:t>
            </a:r>
            <a:r>
              <a:rPr lang="zh-CN" altLang="en-US" sz="2800" b="1">
                <a:latin typeface="Arial" panose="020B0604020202020204" pitchFamily="34" charset="0"/>
                <a:ea typeface="微软雅黑" panose="020B0503020204020204" charset="-122"/>
              </a:rPr>
              <a:t>家用电器、移动电话、计算机、电子信息、石油化工、矿冶、造船、核能、</a:t>
            </a:r>
            <a:r>
              <a:rPr lang="zh-CN" altLang="en-US" sz="2800" b="1">
                <a:latin typeface="Arial" panose="020B0604020202020204" pitchFamily="34" charset="0"/>
                <a:ea typeface="微软雅黑" panose="020B0503020204020204" charset="-122"/>
                <a:sym typeface="+mn-ea"/>
              </a:rPr>
              <a:t>航空航天、</a:t>
            </a:r>
            <a:r>
              <a:rPr lang="zh-CN" altLang="en-US" sz="2800" b="1">
                <a:latin typeface="Arial" panose="020B0604020202020204" pitchFamily="34" charset="0"/>
                <a:ea typeface="微软雅黑" panose="020B0503020204020204" charset="-122"/>
              </a:rPr>
              <a:t>军事装备等等几乎涉及国民经济的所有工业部门从事研发、制造、检验、管理等工作</a:t>
            </a:r>
            <a:endParaRPr lang="zh-CN" altLang="en-US" sz="2800" b="1">
              <a:latin typeface="Arial" panose="020B0604020202020204" pitchFamily="34" charset="0"/>
              <a:ea typeface="微软雅黑" panose="020B0503020204020204" charset="-122"/>
            </a:endParaRPr>
          </a:p>
          <a:p>
            <a:pPr marL="609600" indent="-609600" eaLnBrk="1" hangingPunct="1"/>
            <a:r>
              <a:rPr lang="zh-CN" altLang="en-US" sz="2800" b="1">
                <a:latin typeface="Arial" panose="020B0604020202020204" pitchFamily="34" charset="0"/>
                <a:ea typeface="微软雅黑" panose="020B0503020204020204" charset="-122"/>
                <a:sym typeface="+mn-ea"/>
              </a:rPr>
              <a:t>科研机构、高等院校从事科学研究、教学工作</a:t>
            </a:r>
            <a:endParaRPr lang="zh-CN" altLang="en-US" sz="2800" b="1">
              <a:latin typeface="Arial" panose="020B0604020202020204" pitchFamily="34" charset="0"/>
              <a:ea typeface="微软雅黑" panose="020B0503020204020204" charset="-122"/>
            </a:endParaRPr>
          </a:p>
          <a:p>
            <a:pPr marL="609600" indent="-609600" eaLnBrk="1" hangingPunct="1"/>
            <a:r>
              <a:rPr lang="zh-CN" altLang="en-US" sz="2800" b="1">
                <a:latin typeface="Arial" panose="020B0604020202020204" pitchFamily="34" charset="0"/>
                <a:ea typeface="微软雅黑" panose="020B0503020204020204" charset="-122"/>
                <a:sym typeface="+mn-ea"/>
              </a:rPr>
              <a:t>相关行业</a:t>
            </a:r>
            <a:r>
              <a:rPr lang="zh-CN" altLang="en-US" sz="2800" b="1">
                <a:latin typeface="Arial" panose="020B0604020202020204" pitchFamily="34" charset="0"/>
                <a:ea typeface="微软雅黑" panose="020B0503020204020204" charset="-122"/>
              </a:rPr>
              <a:t>政府机构／留学</a:t>
            </a:r>
            <a:endParaRPr lang="zh-CN" altLang="en-US" sz="2800" b="1">
              <a:latin typeface="Arial" panose="020B0604020202020204" pitchFamily="34" charset="0"/>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403985" y="140335"/>
            <a:ext cx="6508115" cy="657796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图片 18"/>
          <p:cNvPicPr>
            <a:picLocks noChangeAspect="1"/>
          </p:cNvPicPr>
          <p:nvPr/>
        </p:nvPicPr>
        <p:blipFill>
          <a:blip r:embed="rId1"/>
          <a:stretch>
            <a:fillRect/>
          </a:stretch>
        </p:blipFill>
        <p:spPr>
          <a:xfrm>
            <a:off x="1403350" y="909320"/>
            <a:ext cx="3816985" cy="1691640"/>
          </a:xfrm>
          <a:prstGeom prst="rect">
            <a:avLst/>
          </a:prstGeom>
        </p:spPr>
      </p:pic>
      <p:sp>
        <p:nvSpPr>
          <p:cNvPr id="20" name="文本框 19"/>
          <p:cNvSpPr txBox="1"/>
          <p:nvPr/>
        </p:nvSpPr>
        <p:spPr>
          <a:xfrm>
            <a:off x="755015" y="909320"/>
            <a:ext cx="577850" cy="445135"/>
          </a:xfrm>
          <a:prstGeom prst="rect">
            <a:avLst/>
          </a:prstGeom>
          <a:noFill/>
        </p:spPr>
        <p:txBody>
          <a:bodyPr wrap="square" rtlCol="0" anchor="t">
            <a:spAutoFit/>
          </a:bodyPr>
          <a:p>
            <a:r>
              <a:rPr lang="zh-CN" altLang="zh-CN" sz="2300" dirty="0">
                <a:latin typeface="Arial" panose="020B0604020202020204" pitchFamily="34" charset="0"/>
                <a:ea typeface="微软雅黑" panose="020B0503020204020204" charset="-122"/>
                <a:sym typeface="+mn-ea"/>
              </a:rPr>
              <a:t>例</a:t>
            </a:r>
            <a:r>
              <a:rPr lang="en-US" altLang="zh-CN" sz="2300" dirty="0">
                <a:latin typeface="Arial" panose="020B0604020202020204" pitchFamily="34" charset="0"/>
                <a:ea typeface="微软雅黑" panose="020B0503020204020204" charset="-122"/>
                <a:sym typeface="+mn-ea"/>
              </a:rPr>
              <a:t>: </a:t>
            </a:r>
            <a:endParaRPr lang="en-US" altLang="zh-CN" sz="2300" dirty="0">
              <a:latin typeface="Arial" panose="020B0604020202020204" pitchFamily="34" charset="0"/>
              <a:ea typeface="微软雅黑" panose="020B0503020204020204" charset="-122"/>
              <a:sym typeface="+mn-ea"/>
            </a:endParaRPr>
          </a:p>
        </p:txBody>
      </p:sp>
      <p:sp>
        <p:nvSpPr>
          <p:cNvPr id="21" name="Text Box 13"/>
          <p:cNvSpPr txBox="1"/>
          <p:nvPr/>
        </p:nvSpPr>
        <p:spPr>
          <a:xfrm>
            <a:off x="5579745" y="836930"/>
            <a:ext cx="3096260" cy="1430655"/>
          </a:xfrm>
          <a:prstGeom prst="rect">
            <a:avLst/>
          </a:prstGeom>
          <a:solidFill>
            <a:schemeClr val="bg1"/>
          </a:solidFill>
          <a:ln w="9525">
            <a:noFill/>
          </a:ln>
        </p:spPr>
        <p:txBody>
          <a:bodyPr wrap="square" lIns="86393" tIns="43196" rIns="86393" bIns="43196">
            <a:spAutoFit/>
          </a:bodyPr>
          <a:p>
            <a:pPr defTabSz="863600">
              <a:spcBef>
                <a:spcPct val="20000"/>
              </a:spcBef>
            </a:pPr>
            <a:r>
              <a:rPr lang="en-US" altLang="zh-CN" sz="1900" dirty="0">
                <a:latin typeface="Arial" panose="020B0604020202020204" pitchFamily="34" charset="0"/>
                <a:ea typeface="微软雅黑" panose="020B0503020204020204" charset="-122"/>
              </a:rPr>
              <a:t>25℃</a:t>
            </a:r>
            <a:r>
              <a:rPr lang="zh-CN" altLang="en-US" sz="1900" dirty="0">
                <a:latin typeface="Arial" panose="020B0604020202020204" pitchFamily="34" charset="0"/>
                <a:ea typeface="微软雅黑" panose="020B0503020204020204" charset="-122"/>
              </a:rPr>
              <a:t>， </a:t>
            </a:r>
            <a:r>
              <a:rPr lang="en-US" altLang="zh-CN" sz="1900" dirty="0">
                <a:latin typeface="Arial" panose="020B0604020202020204" pitchFamily="34" charset="0"/>
                <a:ea typeface="微软雅黑" panose="020B0503020204020204" charset="-122"/>
              </a:rPr>
              <a:t>101.325 kPa</a:t>
            </a:r>
            <a:r>
              <a:rPr lang="zh-CN" altLang="zh-CN" sz="1900" dirty="0">
                <a:latin typeface="Arial" panose="020B0604020202020204" pitchFamily="34" charset="0"/>
                <a:ea typeface="微软雅黑" panose="020B0503020204020204" charset="-122"/>
              </a:rPr>
              <a:t>下：</a:t>
            </a:r>
            <a:endParaRPr lang="zh-CN" altLang="zh-CN" sz="1900" dirty="0">
              <a:latin typeface="Arial" panose="020B0604020202020204" pitchFamily="34" charset="0"/>
              <a:ea typeface="微软雅黑" panose="020B0503020204020204" charset="-122"/>
            </a:endParaRPr>
          </a:p>
          <a:p>
            <a:pPr defTabSz="863600">
              <a:spcBef>
                <a:spcPct val="20000"/>
              </a:spcBef>
            </a:pPr>
            <a:r>
              <a:rPr lang="zh-CN" altLang="zh-CN" sz="1900" dirty="0">
                <a:latin typeface="Arial" panose="020B0604020202020204" pitchFamily="34" charset="0"/>
                <a:ea typeface="微软雅黑" panose="020B0503020204020204" charset="-122"/>
                <a:sym typeface="Symbol" panose="05050102010706020507" pitchFamily="18" charset="2"/>
              </a:rPr>
              <a:t></a:t>
            </a:r>
            <a:r>
              <a:rPr lang="en-US" altLang="zh-CN" sz="1900" i="1" dirty="0">
                <a:latin typeface="Arial" panose="020B0604020202020204" pitchFamily="34" charset="0"/>
                <a:ea typeface="微软雅黑" panose="020B0503020204020204" charset="-122"/>
                <a:sym typeface="Symbol" panose="05050102010706020507" pitchFamily="18" charset="2"/>
              </a:rPr>
              <a:t>G</a:t>
            </a:r>
            <a:r>
              <a:rPr lang="zh-CN" altLang="en-US" sz="1900" dirty="0">
                <a:latin typeface="Arial" panose="020B0604020202020204" pitchFamily="34" charset="0"/>
                <a:ea typeface="微软雅黑" panose="020B0503020204020204" charset="-122"/>
                <a:sym typeface="Symbol" panose="05050102010706020507" pitchFamily="18" charset="2"/>
              </a:rPr>
              <a:t>＝－</a:t>
            </a:r>
            <a:r>
              <a:rPr lang="en-US" altLang="zh-CN" sz="1900" dirty="0">
                <a:latin typeface="Arial" panose="020B0604020202020204" pitchFamily="34" charset="0"/>
                <a:ea typeface="微软雅黑" panose="020B0503020204020204" charset="-122"/>
                <a:sym typeface="Symbol" panose="05050102010706020507" pitchFamily="18" charset="2"/>
              </a:rPr>
              <a:t>327.2 kJmol</a:t>
            </a:r>
            <a:r>
              <a:rPr lang="en-US" altLang="zh-CN" sz="1900" baseline="30000" dirty="0">
                <a:latin typeface="Arial" panose="020B0604020202020204" pitchFamily="34" charset="0"/>
                <a:ea typeface="微软雅黑" panose="020B0503020204020204" charset="-122"/>
                <a:sym typeface="Symbol" panose="05050102010706020507" pitchFamily="18" charset="2"/>
              </a:rPr>
              <a:t>-1 </a:t>
            </a:r>
            <a:r>
              <a:rPr lang="en-US" altLang="zh-CN" sz="1900" dirty="0">
                <a:latin typeface="Arial" panose="020B0604020202020204" pitchFamily="34" charset="0"/>
                <a:ea typeface="微软雅黑" panose="020B0503020204020204" charset="-122"/>
                <a:sym typeface="Symbol" panose="05050102010706020507" pitchFamily="18" charset="2"/>
              </a:rPr>
              <a:t>&lt; 0</a:t>
            </a:r>
            <a:endParaRPr lang="en-US" altLang="zh-CN" sz="1900" dirty="0">
              <a:latin typeface="Arial" panose="020B0604020202020204" pitchFamily="34" charset="0"/>
              <a:ea typeface="微软雅黑" panose="020B0503020204020204" charset="-122"/>
              <a:sym typeface="Symbol" panose="05050102010706020507" pitchFamily="18" charset="2"/>
            </a:endParaRPr>
          </a:p>
          <a:p>
            <a:pPr defTabSz="863600">
              <a:spcBef>
                <a:spcPct val="20000"/>
              </a:spcBef>
            </a:pPr>
            <a:r>
              <a:rPr lang="zh-CN" altLang="zh-CN" sz="1900" dirty="0">
                <a:latin typeface="Arial" panose="020B0604020202020204" pitchFamily="34" charset="0"/>
                <a:ea typeface="微软雅黑" panose="020B0503020204020204" charset="-122"/>
                <a:sym typeface="Symbol" panose="05050102010706020507" pitchFamily="18" charset="2"/>
              </a:rPr>
              <a:t>正反应自发进行；</a:t>
            </a:r>
            <a:endParaRPr lang="zh-CN" altLang="zh-CN" sz="1900" dirty="0">
              <a:latin typeface="Arial" panose="020B0604020202020204" pitchFamily="34" charset="0"/>
              <a:ea typeface="微软雅黑" panose="020B0503020204020204" charset="-122"/>
              <a:sym typeface="Symbol" panose="05050102010706020507" pitchFamily="18" charset="2"/>
            </a:endParaRPr>
          </a:p>
          <a:p>
            <a:pPr defTabSz="863600">
              <a:spcBef>
                <a:spcPct val="20000"/>
              </a:spcBef>
            </a:pPr>
            <a:r>
              <a:rPr lang="zh-CN" altLang="zh-CN" sz="1900" dirty="0">
                <a:latin typeface="Arial" panose="020B0604020202020204" pitchFamily="34" charset="0"/>
                <a:ea typeface="微软雅黑" panose="020B0503020204020204" charset="-122"/>
                <a:sym typeface="Symbol" panose="05050102010706020507" pitchFamily="18" charset="2"/>
              </a:rPr>
              <a:t>逆反应不可自发进行</a:t>
            </a:r>
            <a:endParaRPr lang="zh-CN" altLang="en-US" sz="1900" dirty="0">
              <a:latin typeface="Arial" panose="020B0604020202020204" pitchFamily="34" charset="0"/>
              <a:ea typeface="微软雅黑" panose="020B0503020204020204" charset="-122"/>
            </a:endParaRPr>
          </a:p>
        </p:txBody>
      </p:sp>
      <p:pic>
        <p:nvPicPr>
          <p:cNvPr id="22" name="图片 21"/>
          <p:cNvPicPr>
            <a:picLocks noChangeAspect="1"/>
          </p:cNvPicPr>
          <p:nvPr/>
        </p:nvPicPr>
        <p:blipFill>
          <a:blip r:embed="rId2"/>
          <a:stretch>
            <a:fillRect/>
          </a:stretch>
        </p:blipFill>
        <p:spPr>
          <a:xfrm>
            <a:off x="5364480" y="3357245"/>
            <a:ext cx="3762375" cy="3105150"/>
          </a:xfrm>
          <a:prstGeom prst="rect">
            <a:avLst/>
          </a:prstGeom>
          <a:solidFill>
            <a:schemeClr val="bg1"/>
          </a:solidFill>
        </p:spPr>
      </p:pic>
      <p:sp>
        <p:nvSpPr>
          <p:cNvPr id="23" name="AutoShape 50"/>
          <p:cNvSpPr/>
          <p:nvPr/>
        </p:nvSpPr>
        <p:spPr>
          <a:xfrm>
            <a:off x="5507990" y="6361113"/>
            <a:ext cx="1263650" cy="496887"/>
          </a:xfrm>
          <a:prstGeom prst="wedgeRoundRectCallout">
            <a:avLst>
              <a:gd name="adj1" fmla="val 18593"/>
              <a:gd name="adj2" fmla="val -100481"/>
              <a:gd name="adj3" fmla="val 16667"/>
            </a:avLst>
          </a:prstGeom>
          <a:noFill/>
          <a:ln w="9525" cap="flat" cmpd="sng">
            <a:solidFill>
              <a:srgbClr val="3399FF"/>
            </a:solidFill>
            <a:prstDash val="solid"/>
            <a:miter/>
            <a:headEnd type="none" w="med" len="med"/>
            <a:tailEnd type="none" w="med" len="med"/>
          </a:ln>
        </p:spPr>
        <p:txBody>
          <a:bodyPr wrap="none" lIns="86393" tIns="43196" rIns="86393" bIns="43196" anchor="ctr" anchorCtr="0"/>
          <a:p>
            <a:pPr algn="ctr" defTabSz="863600">
              <a:spcBef>
                <a:spcPct val="50000"/>
              </a:spcBef>
            </a:pPr>
            <a:r>
              <a:rPr lang="zh-CN" altLang="en-US" sz="1900" dirty="0">
                <a:solidFill>
                  <a:srgbClr val="CC0000"/>
                </a:solidFill>
                <a:latin typeface="Arial" panose="020B0604020202020204" pitchFamily="34" charset="0"/>
                <a:ea typeface="微软雅黑" panose="020B0503020204020204" charset="-122"/>
              </a:rPr>
              <a:t>电解池</a:t>
            </a:r>
            <a:endParaRPr lang="zh-CN" altLang="en-US" sz="1900" dirty="0">
              <a:solidFill>
                <a:srgbClr val="CC0000"/>
              </a:solidFill>
              <a:latin typeface="Arial" panose="020B0604020202020204" pitchFamily="34" charset="0"/>
              <a:ea typeface="微软雅黑" panose="020B0503020204020204" charset="-122"/>
            </a:endParaRPr>
          </a:p>
        </p:txBody>
      </p:sp>
      <p:sp>
        <p:nvSpPr>
          <p:cNvPr id="24" name="AutoShape 9"/>
          <p:cNvSpPr/>
          <p:nvPr/>
        </p:nvSpPr>
        <p:spPr>
          <a:xfrm>
            <a:off x="1043940" y="3141345"/>
            <a:ext cx="3240088" cy="1150938"/>
          </a:xfrm>
          <a:prstGeom prst="wedgeRoundRectCallout">
            <a:avLst>
              <a:gd name="adj1" fmla="val 68333"/>
              <a:gd name="adj2" fmla="val 39324"/>
              <a:gd name="adj3" fmla="val 16667"/>
            </a:avLst>
          </a:prstGeom>
          <a:noFill/>
          <a:ln w="9525" cap="flat" cmpd="sng">
            <a:solidFill>
              <a:srgbClr val="800080"/>
            </a:solidFill>
            <a:prstDash val="solid"/>
            <a:miter/>
            <a:headEnd type="none" w="med" len="med"/>
            <a:tailEnd type="none" w="med" len="med"/>
          </a:ln>
        </p:spPr>
        <p:txBody>
          <a:bodyPr wrap="none" lIns="86393" tIns="43196" rIns="86393" bIns="43196" anchor="ctr" anchorCtr="0"/>
          <a:p>
            <a:pPr defTabSz="863600">
              <a:spcBef>
                <a:spcPct val="50000"/>
              </a:spcBef>
            </a:pPr>
            <a:r>
              <a:rPr lang="en-US" altLang="zh-CN" sz="1900" dirty="0">
                <a:latin typeface="Arial" panose="020B0604020202020204" pitchFamily="34" charset="0"/>
                <a:ea typeface="微软雅黑" panose="020B0503020204020204" charset="-122"/>
              </a:rPr>
              <a:t>       </a:t>
            </a:r>
            <a:r>
              <a:rPr lang="zh-CN" altLang="en-US" sz="1900" dirty="0">
                <a:latin typeface="Arial" panose="020B0604020202020204" pitchFamily="34" charset="0"/>
                <a:ea typeface="微软雅黑" panose="020B0503020204020204" charset="-122"/>
              </a:rPr>
              <a:t>但如将逆反应放入如图</a:t>
            </a:r>
            <a:endParaRPr lang="zh-CN" altLang="en-US" sz="1900" dirty="0">
              <a:latin typeface="Arial" panose="020B0604020202020204" pitchFamily="34" charset="0"/>
              <a:ea typeface="微软雅黑" panose="020B0503020204020204" charset="-122"/>
            </a:endParaRPr>
          </a:p>
          <a:p>
            <a:pPr defTabSz="863600">
              <a:spcBef>
                <a:spcPct val="20000"/>
              </a:spcBef>
            </a:pPr>
            <a:r>
              <a:rPr lang="zh-CN" altLang="en-US" sz="1900" dirty="0">
                <a:latin typeface="Arial" panose="020B0604020202020204" pitchFamily="34" charset="0"/>
                <a:ea typeface="微软雅黑" panose="020B0503020204020204" charset="-122"/>
              </a:rPr>
              <a:t>所示装置内，通电后，逆反</a:t>
            </a:r>
            <a:endParaRPr lang="zh-CN" altLang="en-US" sz="1900" dirty="0">
              <a:latin typeface="Arial" panose="020B0604020202020204" pitchFamily="34" charset="0"/>
              <a:ea typeface="微软雅黑" panose="020B0503020204020204" charset="-122"/>
            </a:endParaRPr>
          </a:p>
          <a:p>
            <a:pPr defTabSz="863600">
              <a:spcBef>
                <a:spcPct val="20000"/>
              </a:spcBef>
            </a:pPr>
            <a:r>
              <a:rPr lang="zh-CN" altLang="en-US" sz="1900" dirty="0">
                <a:latin typeface="Arial" panose="020B0604020202020204" pitchFamily="34" charset="0"/>
                <a:ea typeface="微软雅黑" panose="020B0503020204020204" charset="-122"/>
              </a:rPr>
              <a:t>应可进行。</a:t>
            </a:r>
            <a:endParaRPr lang="zh-CN" altLang="en-US" sz="1900" dirty="0">
              <a:latin typeface="Arial" panose="020B0604020202020204" pitchFamily="34" charset="0"/>
              <a:ea typeface="微软雅黑" panose="020B0503020204020204" charset="-122"/>
            </a:endParaRPr>
          </a:p>
        </p:txBody>
      </p:sp>
      <p:sp>
        <p:nvSpPr>
          <p:cNvPr id="25" name="Text Box 41"/>
          <p:cNvSpPr txBox="1"/>
          <p:nvPr/>
        </p:nvSpPr>
        <p:spPr>
          <a:xfrm>
            <a:off x="1079500" y="4751388"/>
            <a:ext cx="3097213" cy="699770"/>
          </a:xfrm>
          <a:prstGeom prst="rect">
            <a:avLst/>
          </a:prstGeom>
          <a:noFill/>
          <a:ln w="9525" cap="flat" cmpd="sng">
            <a:solidFill>
              <a:srgbClr val="CC0000"/>
            </a:solidFill>
            <a:prstDash val="solid"/>
            <a:miter/>
            <a:headEnd type="none" w="med" len="med"/>
            <a:tailEnd type="none" w="med" len="med"/>
          </a:ln>
        </p:spPr>
        <p:txBody>
          <a:bodyPr lIns="86393" tIns="43196" rIns="86393" bIns="43196">
            <a:spAutoFit/>
          </a:bodyPr>
          <a:p>
            <a:pPr defTabSz="863600">
              <a:spcBef>
                <a:spcPct val="10000"/>
              </a:spcBef>
            </a:pPr>
            <a:r>
              <a:rPr lang="zh-CN" altLang="en-US" sz="1900" dirty="0">
                <a:solidFill>
                  <a:schemeClr val="accent2"/>
                </a:solidFill>
                <a:latin typeface="Arial" panose="020B0604020202020204" pitchFamily="34" charset="0"/>
                <a:ea typeface="微软雅黑" panose="020B0503020204020204" charset="-122"/>
              </a:rPr>
              <a:t>极板</a:t>
            </a:r>
            <a:r>
              <a:rPr lang="en-US" altLang="zh-CN" sz="1900" dirty="0">
                <a:solidFill>
                  <a:schemeClr val="accent2"/>
                </a:solidFill>
                <a:latin typeface="Arial" panose="020B0604020202020204" pitchFamily="34" charset="0"/>
                <a:ea typeface="微软雅黑" panose="020B0503020204020204" charset="-122"/>
              </a:rPr>
              <a:t>/</a:t>
            </a:r>
            <a:r>
              <a:rPr lang="zh-CN" altLang="en-US" sz="1900" dirty="0">
                <a:solidFill>
                  <a:schemeClr val="accent2"/>
                </a:solidFill>
                <a:latin typeface="Arial" panose="020B0604020202020204" pitchFamily="34" charset="0"/>
                <a:ea typeface="微软雅黑" panose="020B0503020204020204" charset="-122"/>
              </a:rPr>
              <a:t>溶液：电子得失</a:t>
            </a:r>
            <a:endParaRPr lang="zh-CN" altLang="en-US" sz="1900" dirty="0">
              <a:solidFill>
                <a:schemeClr val="accent2"/>
              </a:solidFill>
              <a:latin typeface="Arial" panose="020B0604020202020204" pitchFamily="34" charset="0"/>
              <a:ea typeface="微软雅黑" panose="020B0503020204020204" charset="-122"/>
            </a:endParaRPr>
          </a:p>
          <a:p>
            <a:pPr defTabSz="863600">
              <a:spcBef>
                <a:spcPct val="10000"/>
              </a:spcBef>
            </a:pPr>
            <a:r>
              <a:rPr lang="zh-CN" altLang="en-US" sz="1900" dirty="0">
                <a:solidFill>
                  <a:schemeClr val="accent2"/>
                </a:solidFill>
                <a:latin typeface="Arial" panose="020B0604020202020204" pitchFamily="34" charset="0"/>
                <a:ea typeface="微软雅黑" panose="020B0503020204020204" charset="-122"/>
              </a:rPr>
              <a:t>溶液中：    离子定向迁移</a:t>
            </a:r>
            <a:endParaRPr lang="zh-CN" altLang="en-US" sz="1900" dirty="0">
              <a:solidFill>
                <a:schemeClr val="accent2"/>
              </a:solidFill>
              <a:latin typeface="Arial" panose="020B0604020202020204" pitchFamily="34" charset="0"/>
              <a:ea typeface="微软雅黑" panose="020B0503020204020204" charset="-122"/>
            </a:endParaRPr>
          </a:p>
        </p:txBody>
      </p:sp>
      <p:sp>
        <p:nvSpPr>
          <p:cNvPr id="26" name="Text Box 51"/>
          <p:cNvSpPr txBox="1"/>
          <p:nvPr/>
        </p:nvSpPr>
        <p:spPr>
          <a:xfrm>
            <a:off x="1762760" y="5877560"/>
            <a:ext cx="3097213" cy="670560"/>
          </a:xfrm>
          <a:prstGeom prst="rect">
            <a:avLst/>
          </a:prstGeom>
          <a:noFill/>
          <a:ln w="9525" cap="flat" cmpd="sng">
            <a:solidFill>
              <a:srgbClr val="CC0000"/>
            </a:solidFill>
            <a:prstDash val="solid"/>
            <a:miter/>
            <a:headEnd type="none" w="med" len="med"/>
            <a:tailEnd type="none" w="med" len="med"/>
          </a:ln>
        </p:spPr>
        <p:txBody>
          <a:bodyPr lIns="86393" tIns="43196" rIns="86393" bIns="43196">
            <a:spAutoFit/>
          </a:bodyPr>
          <a:p>
            <a:pPr defTabSz="863600" eaLnBrk="0" hangingPunct="0">
              <a:spcBef>
                <a:spcPct val="50000"/>
              </a:spcBef>
            </a:pPr>
            <a:r>
              <a:rPr lang="en-US" altLang="zh-CN" sz="1900" b="0" dirty="0">
                <a:latin typeface="Arial" panose="020B0604020202020204" pitchFamily="34" charset="0"/>
                <a:ea typeface="微软雅黑" panose="020B0503020204020204" charset="-122"/>
              </a:rPr>
              <a:t>        </a:t>
            </a:r>
            <a:r>
              <a:rPr lang="zh-CN" altLang="en-US" sz="1900" dirty="0">
                <a:latin typeface="Arial" panose="020B0604020202020204" pitchFamily="34" charset="0"/>
                <a:ea typeface="微软雅黑" panose="020B0503020204020204" charset="-122"/>
              </a:rPr>
              <a:t>利用电能以发生化学反应的装置成为电解池</a:t>
            </a:r>
            <a:endParaRPr lang="zh-CN" altLang="en-US" sz="1900" dirty="0">
              <a:latin typeface="Arial" panose="020B0604020202020204" pitchFamily="34" charset="0"/>
              <a:ea typeface="微软雅黑" panose="020B0503020204020204" charset="-122"/>
            </a:endParaRPr>
          </a:p>
        </p:txBody>
      </p:sp>
      <p:sp>
        <p:nvSpPr>
          <p:cNvPr id="40964" name="Rectangle 4"/>
          <p:cNvSpPr>
            <a:spLocks noChangeArrowheads="1"/>
          </p:cNvSpPr>
          <p:nvPr>
            <p:custDataLst>
              <p:tags r:id="rId3"/>
            </p:custDataLst>
          </p:nvPr>
        </p:nvSpPr>
        <p:spPr bwMode="auto">
          <a:xfrm>
            <a:off x="611505" y="44768"/>
            <a:ext cx="7793038"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a:latin typeface="Arial" panose="020B0604020202020204" pitchFamily="34" charset="0"/>
                <a:ea typeface="微软雅黑" panose="020B0503020204020204" charset="-122"/>
              </a:rPr>
              <a:t>1.1.3  </a:t>
            </a:r>
            <a:r>
              <a:rPr lang="zh-CN" altLang="en-US" sz="3600">
                <a:latin typeface="Arial" panose="020B0604020202020204" pitchFamily="34" charset="0"/>
                <a:ea typeface="微软雅黑" panose="020B0503020204020204" charset="-122"/>
              </a:rPr>
              <a:t>电解池和原电池 </a:t>
            </a:r>
            <a:endParaRPr lang="zh-CN" altLang="en-US" sz="360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vertical)">
                                      <p:cBhvr>
                                        <p:cTn id="7" dur="500"/>
                                        <p:tgtEl>
                                          <p:spTgt spid="21"/>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0-#ppt_w/2"/>
                                          </p:val>
                                        </p:tav>
                                        <p:tav tm="100000">
                                          <p:val>
                                            <p:strVal val="#ppt_x"/>
                                          </p:val>
                                        </p:tav>
                                      </p:tavLst>
                                    </p:anim>
                                    <p:anim calcmode="lin" valueType="num">
                                      <p:cBhvr additive="base">
                                        <p:cTn id="17" dur="500" fill="hold"/>
                                        <p:tgtEl>
                                          <p:spTgt spid="24"/>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3" presetClass="entr" presetSubtype="5"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blinds(vertical)">
                                      <p:cBhvr>
                                        <p:cTn id="21" dur="500"/>
                                        <p:tgtEl>
                                          <p:spTgt spid="25"/>
                                        </p:tgtEl>
                                      </p:cBhvr>
                                    </p:animEffect>
                                  </p:childTnLst>
                                </p:cTn>
                              </p:par>
                            </p:childTnLst>
                          </p:cTn>
                        </p:par>
                        <p:par>
                          <p:cTn id="22" fill="hold">
                            <p:stCondLst>
                              <p:cond delay="2000"/>
                            </p:stCondLst>
                            <p:childTnLst>
                              <p:par>
                                <p:cTn id="23" presetID="3" presetClass="entr" presetSubtype="5"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vertical)">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3" grpId="0" bldLvl="0" animBg="1"/>
      <p:bldP spid="24" grpId="0" bldLvl="0" animBg="1"/>
      <p:bldP spid="25" grpId="0" bldLvl="0" animBg="1"/>
      <p:bldP spid="26"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a:p>
        </p:txBody>
      </p:sp>
      <p:pic>
        <p:nvPicPr>
          <p:cNvPr id="4" name="图片 3"/>
          <p:cNvPicPr>
            <a:picLocks noChangeAspect="1"/>
          </p:cNvPicPr>
          <p:nvPr/>
        </p:nvPicPr>
        <p:blipFill>
          <a:blip r:embed="rId1"/>
          <a:stretch>
            <a:fillRect/>
          </a:stretch>
        </p:blipFill>
        <p:spPr>
          <a:xfrm>
            <a:off x="0" y="4787900"/>
            <a:ext cx="4302125" cy="2056765"/>
          </a:xfrm>
          <a:prstGeom prst="rect">
            <a:avLst/>
          </a:prstGeom>
          <a:solidFill>
            <a:schemeClr val="bg1"/>
          </a:solidFill>
        </p:spPr>
      </p:pic>
      <p:sp>
        <p:nvSpPr>
          <p:cNvPr id="3081" name="Text Box 8"/>
          <p:cNvSpPr txBox="1"/>
          <p:nvPr/>
        </p:nvSpPr>
        <p:spPr>
          <a:xfrm>
            <a:off x="548005" y="60960"/>
            <a:ext cx="4248150" cy="516890"/>
          </a:xfrm>
          <a:prstGeom prst="rect">
            <a:avLst/>
          </a:prstGeom>
          <a:noFill/>
          <a:ln w="9525">
            <a:noFill/>
          </a:ln>
        </p:spPr>
        <p:txBody>
          <a:bodyPr lIns="86393" tIns="43196" rIns="86393" bIns="43196">
            <a:spAutoFit/>
          </a:bodyPr>
          <a:p>
            <a:pPr defTabSz="863600">
              <a:spcBef>
                <a:spcPct val="50000"/>
              </a:spcBef>
            </a:pPr>
            <a:r>
              <a:rPr lang="zh-CN" altLang="zh-CN" sz="2800" b="1" dirty="0">
                <a:solidFill>
                  <a:srgbClr val="F22E00"/>
                </a:solidFill>
                <a:latin typeface="Arial" panose="020B0604020202020204" pitchFamily="34" charset="0"/>
                <a:ea typeface="微软雅黑" panose="020B0503020204020204" charset="-122"/>
              </a:rPr>
              <a:t>例：</a:t>
            </a:r>
            <a:r>
              <a:rPr lang="zh-CN" altLang="en-US" sz="2800" b="1" dirty="0">
                <a:solidFill>
                  <a:srgbClr val="F22E00"/>
                </a:solidFill>
                <a:latin typeface="Arial" panose="020B0604020202020204" pitchFamily="34" charset="0"/>
                <a:ea typeface="微软雅黑" panose="020B0503020204020204" charset="-122"/>
              </a:rPr>
              <a:t>氢与氧的反应</a:t>
            </a:r>
            <a:endParaRPr lang="zh-CN" altLang="en-US" sz="2800" b="1" dirty="0">
              <a:solidFill>
                <a:srgbClr val="F22E00"/>
              </a:solidFill>
              <a:latin typeface="Arial" panose="020B0604020202020204" pitchFamily="34" charset="0"/>
              <a:ea typeface="微软雅黑" panose="020B0503020204020204" charset="-122"/>
            </a:endParaRPr>
          </a:p>
        </p:txBody>
      </p:sp>
      <p:sp>
        <p:nvSpPr>
          <p:cNvPr id="5" name="文本框 4"/>
          <p:cNvSpPr txBox="1"/>
          <p:nvPr/>
        </p:nvSpPr>
        <p:spPr>
          <a:xfrm>
            <a:off x="0" y="4213225"/>
            <a:ext cx="4094480" cy="403860"/>
          </a:xfrm>
          <a:prstGeom prst="rect">
            <a:avLst/>
          </a:prstGeom>
          <a:solidFill>
            <a:schemeClr val="bg1"/>
          </a:solidFill>
        </p:spPr>
        <p:txBody>
          <a:bodyPr wrap="square" rtlCol="0" anchor="t">
            <a:noAutofit/>
          </a:bodyPr>
          <a:p>
            <a:pPr defTabSz="863600">
              <a:spcBef>
                <a:spcPct val="50000"/>
              </a:spcBef>
            </a:pPr>
            <a:r>
              <a:rPr lang="en-US" altLang="zh-CN" sz="2800" b="1" dirty="0">
                <a:latin typeface="Arial" panose="020B0604020202020204" pitchFamily="34" charset="0"/>
                <a:ea typeface="微软雅黑" panose="020B0503020204020204" charset="-122"/>
                <a:sym typeface="+mn-ea"/>
              </a:rPr>
              <a:t>  </a:t>
            </a:r>
            <a:r>
              <a:rPr lang="zh-CN" altLang="en-US" sz="2400" b="1" dirty="0">
                <a:latin typeface="Arial" panose="020B0604020202020204" pitchFamily="34" charset="0"/>
                <a:ea typeface="微软雅黑" panose="020B0503020204020204" charset="-122"/>
                <a:sym typeface="+mn-ea"/>
              </a:rPr>
              <a:t>电解池：</a:t>
            </a:r>
            <a:endParaRPr lang="zh-CN" altLang="en-US" sz="2400" b="1" dirty="0">
              <a:latin typeface="Arial" panose="020B0604020202020204" pitchFamily="34" charset="0"/>
              <a:ea typeface="微软雅黑" panose="020B0503020204020204" charset="-122"/>
              <a:sym typeface="+mn-ea"/>
            </a:endParaRPr>
          </a:p>
        </p:txBody>
      </p:sp>
      <p:sp>
        <p:nvSpPr>
          <p:cNvPr id="3083" name="Text Box 10"/>
          <p:cNvSpPr txBox="1"/>
          <p:nvPr/>
        </p:nvSpPr>
        <p:spPr>
          <a:xfrm>
            <a:off x="7452360" y="755015"/>
            <a:ext cx="1369695" cy="2386965"/>
          </a:xfrm>
          <a:prstGeom prst="rect">
            <a:avLst/>
          </a:prstGeom>
          <a:noFill/>
          <a:ln w="9525">
            <a:noFill/>
          </a:ln>
        </p:spPr>
        <p:txBody>
          <a:bodyPr wrap="square" lIns="86393" tIns="43196" rIns="86393" bIns="43196">
            <a:spAutoFit/>
          </a:bodyPr>
          <a:p>
            <a:pPr defTabSz="863600" eaLnBrk="0" hangingPunct="0">
              <a:spcBef>
                <a:spcPct val="50000"/>
              </a:spcBef>
            </a:pPr>
            <a:r>
              <a:rPr lang="zh-CN" altLang="en-US" sz="2300" b="1" dirty="0">
                <a:solidFill>
                  <a:srgbClr val="F22E00"/>
                </a:solidFill>
                <a:latin typeface="Arial" panose="020B0604020202020204" pitchFamily="34" charset="0"/>
                <a:ea typeface="微软雅黑" panose="020B0503020204020204" charset="-122"/>
              </a:rPr>
              <a:t>阳离子向</a:t>
            </a:r>
            <a:r>
              <a:rPr lang="zh-CN" altLang="en-US" sz="2300" b="1" dirty="0">
                <a:solidFill>
                  <a:schemeClr val="tx1"/>
                </a:solidFill>
                <a:latin typeface="Arial" panose="020B0604020202020204" pitchFamily="34" charset="0"/>
                <a:ea typeface="微软雅黑" panose="020B0503020204020204" charset="-122"/>
              </a:rPr>
              <a:t>___极</a:t>
            </a:r>
            <a:r>
              <a:rPr lang="zh-CN" altLang="en-US" sz="2300" b="1" dirty="0">
                <a:solidFill>
                  <a:srgbClr val="F22E00"/>
                </a:solidFill>
                <a:latin typeface="Arial" panose="020B0604020202020204" pitchFamily="34" charset="0"/>
                <a:ea typeface="微软雅黑" panose="020B0503020204020204" charset="-122"/>
              </a:rPr>
              <a:t>运动；</a:t>
            </a:r>
            <a:endParaRPr lang="zh-CN" altLang="en-US" sz="2300" b="1" dirty="0">
              <a:solidFill>
                <a:srgbClr val="F22E00"/>
              </a:solidFill>
              <a:latin typeface="Arial" panose="020B0604020202020204" pitchFamily="34" charset="0"/>
              <a:ea typeface="微软雅黑" panose="020B0503020204020204" charset="-122"/>
            </a:endParaRPr>
          </a:p>
          <a:p>
            <a:pPr defTabSz="863600" eaLnBrk="0" hangingPunct="0">
              <a:spcBef>
                <a:spcPct val="50000"/>
              </a:spcBef>
            </a:pPr>
            <a:r>
              <a:rPr lang="zh-CN" altLang="en-US" sz="2300" b="1" dirty="0">
                <a:solidFill>
                  <a:schemeClr val="tx1"/>
                </a:solidFill>
                <a:latin typeface="Arial" panose="020B0604020202020204" pitchFamily="34" charset="0"/>
                <a:ea typeface="微软雅黑" panose="020B0503020204020204" charset="-122"/>
              </a:rPr>
              <a:t>阴离子向</a:t>
            </a:r>
            <a:r>
              <a:rPr lang="zh-CN" altLang="en-US" sz="2300" b="1" dirty="0">
                <a:solidFill>
                  <a:schemeClr val="tx2"/>
                </a:solidFill>
                <a:latin typeface="Arial" panose="020B0604020202020204" pitchFamily="34" charset="0"/>
                <a:ea typeface="微软雅黑" panose="020B0503020204020204" charset="-122"/>
                <a:sym typeface="+mn-ea"/>
              </a:rPr>
              <a:t>___</a:t>
            </a:r>
            <a:r>
              <a:rPr lang="zh-CN" altLang="en-US" sz="2300" b="1" dirty="0">
                <a:solidFill>
                  <a:schemeClr val="tx2"/>
                </a:solidFill>
                <a:latin typeface="Arial" panose="020B0604020202020204" pitchFamily="34" charset="0"/>
                <a:ea typeface="微软雅黑" panose="020B0503020204020204" charset="-122"/>
              </a:rPr>
              <a:t>极</a:t>
            </a:r>
            <a:r>
              <a:rPr lang="zh-CN" altLang="en-US" sz="2300" b="1" dirty="0">
                <a:solidFill>
                  <a:schemeClr val="tx1"/>
                </a:solidFill>
                <a:latin typeface="Arial" panose="020B0604020202020204" pitchFamily="34" charset="0"/>
                <a:ea typeface="微软雅黑" panose="020B0503020204020204" charset="-122"/>
              </a:rPr>
              <a:t>运动。</a:t>
            </a:r>
            <a:endParaRPr lang="zh-CN" altLang="en-US" sz="2300" b="1" dirty="0">
              <a:solidFill>
                <a:schemeClr val="tx1"/>
              </a:solidFill>
              <a:latin typeface="Arial" panose="020B0604020202020204" pitchFamily="34" charset="0"/>
              <a:ea typeface="微软雅黑" panose="020B0503020204020204" charset="-122"/>
            </a:endParaRPr>
          </a:p>
        </p:txBody>
      </p:sp>
      <p:grpSp>
        <p:nvGrpSpPr>
          <p:cNvPr id="6" name="Group 78"/>
          <p:cNvGrpSpPr>
            <a:grpSpLocks noChangeAspect="1"/>
          </p:cNvGrpSpPr>
          <p:nvPr/>
        </p:nvGrpSpPr>
        <p:grpSpPr>
          <a:xfrm>
            <a:off x="4635500" y="3876040"/>
            <a:ext cx="2480310" cy="2651760"/>
            <a:chOff x="3648" y="1107"/>
            <a:chExt cx="1588" cy="1697"/>
          </a:xfrm>
        </p:grpSpPr>
        <p:sp>
          <p:nvSpPr>
            <p:cNvPr id="7" name="Freeform 12"/>
            <p:cNvSpPr/>
            <p:nvPr/>
          </p:nvSpPr>
          <p:spPr>
            <a:xfrm>
              <a:off x="3944" y="1273"/>
              <a:ext cx="499" cy="635"/>
            </a:xfrm>
            <a:custGeom>
              <a:avLst/>
              <a:gdLst>
                <a:gd name="txL" fmla="*/ 0 w 499"/>
                <a:gd name="txT" fmla="*/ 0 h 635"/>
                <a:gd name="txR" fmla="*/ 499 w 499"/>
                <a:gd name="txB" fmla="*/ 635 h 635"/>
              </a:gdLst>
              <a:ahLst/>
              <a:cxnLst>
                <a:cxn ang="0">
                  <a:pos x="4" y="0"/>
                </a:cxn>
                <a:cxn ang="0">
                  <a:pos x="497" y="0"/>
                </a:cxn>
                <a:cxn ang="0">
                  <a:pos x="498" y="0"/>
                </a:cxn>
                <a:cxn ang="0">
                  <a:pos x="499" y="3"/>
                </a:cxn>
                <a:cxn ang="0">
                  <a:pos x="499" y="5"/>
                </a:cxn>
                <a:cxn ang="0">
                  <a:pos x="498" y="7"/>
                </a:cxn>
                <a:cxn ang="0">
                  <a:pos x="497" y="8"/>
                </a:cxn>
                <a:cxn ang="0">
                  <a:pos x="8" y="8"/>
                </a:cxn>
                <a:cxn ang="0">
                  <a:pos x="8" y="632"/>
                </a:cxn>
                <a:cxn ang="0">
                  <a:pos x="7" y="633"/>
                </a:cxn>
                <a:cxn ang="0">
                  <a:pos x="7" y="634"/>
                </a:cxn>
                <a:cxn ang="0">
                  <a:pos x="5" y="635"/>
                </a:cxn>
                <a:cxn ang="0">
                  <a:pos x="4" y="635"/>
                </a:cxn>
                <a:cxn ang="0">
                  <a:pos x="2" y="634"/>
                </a:cxn>
                <a:cxn ang="0">
                  <a:pos x="1" y="634"/>
                </a:cxn>
                <a:cxn ang="0">
                  <a:pos x="0" y="631"/>
                </a:cxn>
                <a:cxn ang="0">
                  <a:pos x="0" y="3"/>
                </a:cxn>
                <a:cxn ang="0">
                  <a:pos x="1" y="1"/>
                </a:cxn>
                <a:cxn ang="0">
                  <a:pos x="2" y="0"/>
                </a:cxn>
                <a:cxn ang="0">
                  <a:pos x="4" y="0"/>
                </a:cxn>
              </a:cxnLst>
              <a:rect l="txL" t="txT" r="txR" b="txB"/>
              <a:pathLst>
                <a:path w="499" h="635">
                  <a:moveTo>
                    <a:pt x="4" y="0"/>
                  </a:moveTo>
                  <a:lnTo>
                    <a:pt x="497" y="0"/>
                  </a:lnTo>
                  <a:lnTo>
                    <a:pt x="498" y="0"/>
                  </a:lnTo>
                  <a:lnTo>
                    <a:pt x="499" y="3"/>
                  </a:lnTo>
                  <a:lnTo>
                    <a:pt x="499" y="5"/>
                  </a:lnTo>
                  <a:lnTo>
                    <a:pt x="498" y="7"/>
                  </a:lnTo>
                  <a:lnTo>
                    <a:pt x="497" y="8"/>
                  </a:lnTo>
                  <a:lnTo>
                    <a:pt x="8" y="8"/>
                  </a:lnTo>
                  <a:lnTo>
                    <a:pt x="8" y="632"/>
                  </a:lnTo>
                  <a:lnTo>
                    <a:pt x="7" y="633"/>
                  </a:lnTo>
                  <a:lnTo>
                    <a:pt x="7" y="634"/>
                  </a:lnTo>
                  <a:lnTo>
                    <a:pt x="5" y="635"/>
                  </a:lnTo>
                  <a:lnTo>
                    <a:pt x="4" y="635"/>
                  </a:lnTo>
                  <a:lnTo>
                    <a:pt x="2" y="634"/>
                  </a:lnTo>
                  <a:lnTo>
                    <a:pt x="1" y="634"/>
                  </a:lnTo>
                  <a:lnTo>
                    <a:pt x="0" y="631"/>
                  </a:lnTo>
                  <a:lnTo>
                    <a:pt x="0" y="3"/>
                  </a:lnTo>
                  <a:lnTo>
                    <a:pt x="1" y="1"/>
                  </a:lnTo>
                  <a:lnTo>
                    <a:pt x="2" y="0"/>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8" name="Freeform 13"/>
            <p:cNvSpPr/>
            <p:nvPr/>
          </p:nvSpPr>
          <p:spPr>
            <a:xfrm>
              <a:off x="4506" y="1272"/>
              <a:ext cx="473" cy="640"/>
            </a:xfrm>
            <a:custGeom>
              <a:avLst/>
              <a:gdLst>
                <a:gd name="txL" fmla="*/ 0 w 473"/>
                <a:gd name="txT" fmla="*/ 0 h 640"/>
                <a:gd name="txR" fmla="*/ 473 w 473"/>
                <a:gd name="txB" fmla="*/ 640 h 640"/>
              </a:gdLst>
              <a:ahLst/>
              <a:cxnLst>
                <a:cxn ang="0">
                  <a:pos x="4" y="0"/>
                </a:cxn>
                <a:cxn ang="0">
                  <a:pos x="469" y="0"/>
                </a:cxn>
                <a:cxn ang="0">
                  <a:pos x="470" y="0"/>
                </a:cxn>
                <a:cxn ang="0">
                  <a:pos x="471" y="1"/>
                </a:cxn>
                <a:cxn ang="0">
                  <a:pos x="472" y="2"/>
                </a:cxn>
                <a:cxn ang="0">
                  <a:pos x="473" y="4"/>
                </a:cxn>
                <a:cxn ang="0">
                  <a:pos x="473" y="635"/>
                </a:cxn>
                <a:cxn ang="0">
                  <a:pos x="472" y="637"/>
                </a:cxn>
                <a:cxn ang="0">
                  <a:pos x="471" y="638"/>
                </a:cxn>
                <a:cxn ang="0">
                  <a:pos x="470" y="639"/>
                </a:cxn>
                <a:cxn ang="0">
                  <a:pos x="468" y="640"/>
                </a:cxn>
                <a:cxn ang="0">
                  <a:pos x="464" y="639"/>
                </a:cxn>
                <a:cxn ang="0">
                  <a:pos x="463" y="638"/>
                </a:cxn>
                <a:cxn ang="0">
                  <a:pos x="462" y="636"/>
                </a:cxn>
                <a:cxn ang="0">
                  <a:pos x="462" y="10"/>
                </a:cxn>
                <a:cxn ang="0">
                  <a:pos x="6" y="10"/>
                </a:cxn>
                <a:cxn ang="0">
                  <a:pos x="2" y="9"/>
                </a:cxn>
                <a:cxn ang="0">
                  <a:pos x="1" y="8"/>
                </a:cxn>
                <a:cxn ang="0">
                  <a:pos x="0" y="7"/>
                </a:cxn>
                <a:cxn ang="0">
                  <a:pos x="0" y="4"/>
                </a:cxn>
                <a:cxn ang="0">
                  <a:pos x="1" y="2"/>
                </a:cxn>
                <a:cxn ang="0">
                  <a:pos x="2" y="1"/>
                </a:cxn>
                <a:cxn ang="0">
                  <a:pos x="4" y="0"/>
                </a:cxn>
              </a:cxnLst>
              <a:rect l="txL" t="txT" r="txR" b="txB"/>
              <a:pathLst>
                <a:path w="473" h="640">
                  <a:moveTo>
                    <a:pt x="4" y="0"/>
                  </a:moveTo>
                  <a:lnTo>
                    <a:pt x="469" y="0"/>
                  </a:lnTo>
                  <a:lnTo>
                    <a:pt x="470" y="0"/>
                  </a:lnTo>
                  <a:lnTo>
                    <a:pt x="471" y="1"/>
                  </a:lnTo>
                  <a:lnTo>
                    <a:pt x="472" y="2"/>
                  </a:lnTo>
                  <a:lnTo>
                    <a:pt x="473" y="4"/>
                  </a:lnTo>
                  <a:lnTo>
                    <a:pt x="473" y="635"/>
                  </a:lnTo>
                  <a:lnTo>
                    <a:pt x="472" y="637"/>
                  </a:lnTo>
                  <a:lnTo>
                    <a:pt x="471" y="638"/>
                  </a:lnTo>
                  <a:lnTo>
                    <a:pt x="470" y="639"/>
                  </a:lnTo>
                  <a:lnTo>
                    <a:pt x="468" y="640"/>
                  </a:lnTo>
                  <a:lnTo>
                    <a:pt x="464" y="639"/>
                  </a:lnTo>
                  <a:lnTo>
                    <a:pt x="463" y="638"/>
                  </a:lnTo>
                  <a:lnTo>
                    <a:pt x="462" y="636"/>
                  </a:lnTo>
                  <a:lnTo>
                    <a:pt x="462" y="10"/>
                  </a:lnTo>
                  <a:lnTo>
                    <a:pt x="6" y="10"/>
                  </a:lnTo>
                  <a:lnTo>
                    <a:pt x="2" y="9"/>
                  </a:lnTo>
                  <a:lnTo>
                    <a:pt x="1" y="8"/>
                  </a:lnTo>
                  <a:lnTo>
                    <a:pt x="0" y="7"/>
                  </a:lnTo>
                  <a:lnTo>
                    <a:pt x="0" y="4"/>
                  </a:lnTo>
                  <a:lnTo>
                    <a:pt x="1" y="2"/>
                  </a:lnTo>
                  <a:lnTo>
                    <a:pt x="2" y="1"/>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9" name="Freeform 14"/>
            <p:cNvSpPr/>
            <p:nvPr/>
          </p:nvSpPr>
          <p:spPr>
            <a:xfrm>
              <a:off x="3896" y="1907"/>
              <a:ext cx="72" cy="677"/>
            </a:xfrm>
            <a:custGeom>
              <a:avLst/>
              <a:gdLst>
                <a:gd name="txL" fmla="*/ 0 w 72"/>
                <a:gd name="txT" fmla="*/ 0 h 677"/>
                <a:gd name="txR" fmla="*/ 72 w 72"/>
                <a:gd name="txB" fmla="*/ 677 h 677"/>
              </a:gdLst>
              <a:ahLst/>
              <a:cxnLst>
                <a:cxn ang="0">
                  <a:pos x="0" y="0"/>
                </a:cxn>
                <a:cxn ang="0">
                  <a:pos x="72" y="9"/>
                </a:cxn>
                <a:cxn ang="0">
                  <a:pos x="72" y="667"/>
                </a:cxn>
                <a:cxn ang="0">
                  <a:pos x="0" y="677"/>
                </a:cxn>
                <a:cxn ang="0">
                  <a:pos x="0" y="0"/>
                </a:cxn>
              </a:cxnLst>
              <a:rect l="txL" t="txT" r="txR" b="txB"/>
              <a:pathLst>
                <a:path w="72" h="677">
                  <a:moveTo>
                    <a:pt x="0" y="0"/>
                  </a:moveTo>
                  <a:lnTo>
                    <a:pt x="72" y="9"/>
                  </a:lnTo>
                  <a:lnTo>
                    <a:pt x="72" y="667"/>
                  </a:lnTo>
                  <a:lnTo>
                    <a:pt x="0" y="677"/>
                  </a:lnTo>
                  <a:lnTo>
                    <a:pt x="0" y="0"/>
                  </a:lnTo>
                  <a:close/>
                </a:path>
              </a:pathLst>
            </a:custGeom>
            <a:solidFill>
              <a:srgbClr val="BE0000">
                <a:alpha val="100000"/>
              </a:srgbClr>
            </a:solidFill>
            <a:ln w="0" cap="flat" cmpd="sng">
              <a:solidFill>
                <a:srgbClr val="BE0000">
                  <a:alpha val="100000"/>
                </a:srgbClr>
              </a:solidFill>
              <a:prstDash val="solid"/>
              <a:round/>
              <a:headEnd type="none" w="med" len="med"/>
              <a:tailEnd type="none" w="med" len="med"/>
            </a:ln>
          </p:spPr>
          <p:txBody>
            <a:bodyPr/>
            <a:p>
              <a:endParaRPr lang="zh-CN" altLang="en-US"/>
            </a:p>
          </p:txBody>
        </p:sp>
        <p:sp>
          <p:nvSpPr>
            <p:cNvPr id="10" name="Freeform 15"/>
            <p:cNvSpPr>
              <a:spLocks noEditPoints="1"/>
            </p:cNvSpPr>
            <p:nvPr/>
          </p:nvSpPr>
          <p:spPr>
            <a:xfrm>
              <a:off x="3893" y="1904"/>
              <a:ext cx="78" cy="683"/>
            </a:xfrm>
            <a:custGeom>
              <a:avLst/>
              <a:gdLst>
                <a:gd name="txL" fmla="*/ 0 w 78"/>
                <a:gd name="txT" fmla="*/ 0 h 683"/>
                <a:gd name="txR" fmla="*/ 78 w 78"/>
                <a:gd name="txB" fmla="*/ 683 h 683"/>
              </a:gdLst>
              <a:ahLst/>
              <a:cxnLst>
                <a:cxn ang="0">
                  <a:pos x="5" y="5"/>
                </a:cxn>
                <a:cxn ang="0">
                  <a:pos x="5" y="677"/>
                </a:cxn>
                <a:cxn ang="0">
                  <a:pos x="72" y="668"/>
                </a:cxn>
                <a:cxn ang="0">
                  <a:pos x="72" y="14"/>
                </a:cxn>
                <a:cxn ang="0">
                  <a:pos x="5" y="5"/>
                </a:cxn>
                <a:cxn ang="0">
                  <a:pos x="3" y="0"/>
                </a:cxn>
                <a:cxn ang="0">
                  <a:pos x="75" y="9"/>
                </a:cxn>
                <a:cxn ang="0">
                  <a:pos x="76" y="9"/>
                </a:cxn>
                <a:cxn ang="0">
                  <a:pos x="77" y="10"/>
                </a:cxn>
                <a:cxn ang="0">
                  <a:pos x="78" y="11"/>
                </a:cxn>
                <a:cxn ang="0">
                  <a:pos x="78" y="670"/>
                </a:cxn>
                <a:cxn ang="0">
                  <a:pos x="77" y="673"/>
                </a:cxn>
                <a:cxn ang="0">
                  <a:pos x="75" y="673"/>
                </a:cxn>
                <a:cxn ang="0">
                  <a:pos x="3" y="683"/>
                </a:cxn>
                <a:cxn ang="0">
                  <a:pos x="0" y="682"/>
                </a:cxn>
                <a:cxn ang="0">
                  <a:pos x="0" y="680"/>
                </a:cxn>
                <a:cxn ang="0">
                  <a:pos x="0" y="3"/>
                </a:cxn>
                <a:cxn ang="0">
                  <a:pos x="0" y="1"/>
                </a:cxn>
                <a:cxn ang="0">
                  <a:pos x="3" y="0"/>
                </a:cxn>
              </a:cxnLst>
              <a:rect l="txL" t="txT" r="txR" b="txB"/>
              <a:pathLst>
                <a:path w="78" h="683">
                  <a:moveTo>
                    <a:pt x="5" y="5"/>
                  </a:moveTo>
                  <a:lnTo>
                    <a:pt x="5" y="677"/>
                  </a:lnTo>
                  <a:lnTo>
                    <a:pt x="72" y="668"/>
                  </a:lnTo>
                  <a:lnTo>
                    <a:pt x="72" y="14"/>
                  </a:lnTo>
                  <a:lnTo>
                    <a:pt x="5" y="5"/>
                  </a:lnTo>
                  <a:close/>
                  <a:moveTo>
                    <a:pt x="3" y="0"/>
                  </a:moveTo>
                  <a:lnTo>
                    <a:pt x="75" y="9"/>
                  </a:lnTo>
                  <a:lnTo>
                    <a:pt x="76" y="9"/>
                  </a:lnTo>
                  <a:lnTo>
                    <a:pt x="77" y="10"/>
                  </a:lnTo>
                  <a:lnTo>
                    <a:pt x="78" y="11"/>
                  </a:lnTo>
                  <a:lnTo>
                    <a:pt x="78" y="670"/>
                  </a:lnTo>
                  <a:lnTo>
                    <a:pt x="77" y="673"/>
                  </a:lnTo>
                  <a:lnTo>
                    <a:pt x="75" y="673"/>
                  </a:lnTo>
                  <a:lnTo>
                    <a:pt x="3" y="683"/>
                  </a:lnTo>
                  <a:lnTo>
                    <a:pt x="0" y="682"/>
                  </a:lnTo>
                  <a:lnTo>
                    <a:pt x="0" y="680"/>
                  </a:lnTo>
                  <a:lnTo>
                    <a:pt x="0" y="3"/>
                  </a:lnTo>
                  <a:lnTo>
                    <a:pt x="0" y="1"/>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11" name="Freeform 16"/>
            <p:cNvSpPr/>
            <p:nvPr/>
          </p:nvSpPr>
          <p:spPr>
            <a:xfrm>
              <a:off x="3896" y="1905"/>
              <a:ext cx="20" cy="680"/>
            </a:xfrm>
            <a:custGeom>
              <a:avLst/>
              <a:gdLst>
                <a:gd name="txL" fmla="*/ 0 w 20"/>
                <a:gd name="txT" fmla="*/ 0 h 680"/>
                <a:gd name="txR" fmla="*/ 20 w 20"/>
                <a:gd name="txB" fmla="*/ 680 h 680"/>
              </a:gdLst>
              <a:ahLst/>
              <a:cxnLst>
                <a:cxn ang="0">
                  <a:pos x="20" y="0"/>
                </a:cxn>
                <a:cxn ang="0">
                  <a:pos x="20" y="680"/>
                </a:cxn>
                <a:cxn ang="0">
                  <a:pos x="0" y="679"/>
                </a:cxn>
                <a:cxn ang="0">
                  <a:pos x="0" y="2"/>
                </a:cxn>
                <a:cxn ang="0">
                  <a:pos x="20" y="0"/>
                </a:cxn>
              </a:cxnLst>
              <a:rect l="txL" t="txT" r="txR" b="txB"/>
              <a:pathLst>
                <a:path w="20" h="680">
                  <a:moveTo>
                    <a:pt x="20" y="0"/>
                  </a:moveTo>
                  <a:lnTo>
                    <a:pt x="20" y="680"/>
                  </a:lnTo>
                  <a:lnTo>
                    <a:pt x="0" y="679"/>
                  </a:lnTo>
                  <a:lnTo>
                    <a:pt x="0" y="2"/>
                  </a:lnTo>
                  <a:lnTo>
                    <a:pt x="20" y="0"/>
                  </a:lnTo>
                  <a:close/>
                </a:path>
              </a:pathLst>
            </a:custGeom>
            <a:solidFill>
              <a:srgbClr val="DFDFDF">
                <a:alpha val="100000"/>
              </a:srgbClr>
            </a:solidFill>
            <a:ln w="0" cap="flat" cmpd="sng">
              <a:solidFill>
                <a:srgbClr val="DFDFDF">
                  <a:alpha val="100000"/>
                </a:srgbClr>
              </a:solidFill>
              <a:prstDash val="solid"/>
              <a:round/>
              <a:headEnd type="none" w="med" len="med"/>
              <a:tailEnd type="none" w="med" len="med"/>
            </a:ln>
          </p:spPr>
          <p:txBody>
            <a:bodyPr/>
            <a:p>
              <a:endParaRPr lang="zh-CN" altLang="en-US"/>
            </a:p>
          </p:txBody>
        </p:sp>
        <p:sp>
          <p:nvSpPr>
            <p:cNvPr id="12" name="Freeform 17"/>
            <p:cNvSpPr>
              <a:spLocks noEditPoints="1"/>
            </p:cNvSpPr>
            <p:nvPr/>
          </p:nvSpPr>
          <p:spPr>
            <a:xfrm>
              <a:off x="3893" y="1902"/>
              <a:ext cx="27" cy="686"/>
            </a:xfrm>
            <a:custGeom>
              <a:avLst/>
              <a:gdLst>
                <a:gd name="txL" fmla="*/ 0 w 27"/>
                <a:gd name="txT" fmla="*/ 0 h 686"/>
                <a:gd name="txR" fmla="*/ 27 w 27"/>
                <a:gd name="txB" fmla="*/ 686 h 686"/>
              </a:gdLst>
              <a:ahLst/>
              <a:cxnLst>
                <a:cxn ang="0">
                  <a:pos x="21" y="6"/>
                </a:cxn>
                <a:cxn ang="0">
                  <a:pos x="5" y="7"/>
                </a:cxn>
                <a:cxn ang="0">
                  <a:pos x="5" y="679"/>
                </a:cxn>
                <a:cxn ang="0">
                  <a:pos x="21" y="680"/>
                </a:cxn>
                <a:cxn ang="0">
                  <a:pos x="21" y="6"/>
                </a:cxn>
                <a:cxn ang="0">
                  <a:pos x="23" y="0"/>
                </a:cxn>
                <a:cxn ang="0">
                  <a:pos x="26" y="2"/>
                </a:cxn>
                <a:cxn ang="0">
                  <a:pos x="27" y="3"/>
                </a:cxn>
                <a:cxn ang="0">
                  <a:pos x="27" y="683"/>
                </a:cxn>
                <a:cxn ang="0">
                  <a:pos x="26" y="685"/>
                </a:cxn>
                <a:cxn ang="0">
                  <a:pos x="23" y="686"/>
                </a:cxn>
                <a:cxn ang="0">
                  <a:pos x="2" y="685"/>
                </a:cxn>
                <a:cxn ang="0">
                  <a:pos x="1" y="685"/>
                </a:cxn>
                <a:cxn ang="0">
                  <a:pos x="0" y="684"/>
                </a:cxn>
                <a:cxn ang="0">
                  <a:pos x="0" y="683"/>
                </a:cxn>
                <a:cxn ang="0">
                  <a:pos x="0" y="4"/>
                </a:cxn>
                <a:cxn ang="0">
                  <a:pos x="0" y="3"/>
                </a:cxn>
                <a:cxn ang="0">
                  <a:pos x="1" y="2"/>
                </a:cxn>
                <a:cxn ang="0">
                  <a:pos x="2" y="2"/>
                </a:cxn>
                <a:cxn ang="0">
                  <a:pos x="23" y="0"/>
                </a:cxn>
              </a:cxnLst>
              <a:rect l="txL" t="txT" r="txR" b="txB"/>
              <a:pathLst>
                <a:path w="27" h="686">
                  <a:moveTo>
                    <a:pt x="21" y="6"/>
                  </a:moveTo>
                  <a:lnTo>
                    <a:pt x="5" y="7"/>
                  </a:lnTo>
                  <a:lnTo>
                    <a:pt x="5" y="679"/>
                  </a:lnTo>
                  <a:lnTo>
                    <a:pt x="21" y="680"/>
                  </a:lnTo>
                  <a:lnTo>
                    <a:pt x="21" y="6"/>
                  </a:lnTo>
                  <a:close/>
                  <a:moveTo>
                    <a:pt x="23" y="0"/>
                  </a:moveTo>
                  <a:lnTo>
                    <a:pt x="26" y="2"/>
                  </a:lnTo>
                  <a:lnTo>
                    <a:pt x="27" y="3"/>
                  </a:lnTo>
                  <a:lnTo>
                    <a:pt x="27" y="683"/>
                  </a:lnTo>
                  <a:lnTo>
                    <a:pt x="26" y="685"/>
                  </a:lnTo>
                  <a:lnTo>
                    <a:pt x="23" y="686"/>
                  </a:lnTo>
                  <a:lnTo>
                    <a:pt x="2" y="685"/>
                  </a:lnTo>
                  <a:lnTo>
                    <a:pt x="1" y="685"/>
                  </a:lnTo>
                  <a:lnTo>
                    <a:pt x="0" y="684"/>
                  </a:lnTo>
                  <a:lnTo>
                    <a:pt x="0" y="683"/>
                  </a:lnTo>
                  <a:lnTo>
                    <a:pt x="0" y="4"/>
                  </a:lnTo>
                  <a:lnTo>
                    <a:pt x="0" y="3"/>
                  </a:lnTo>
                  <a:lnTo>
                    <a:pt x="1" y="2"/>
                  </a:lnTo>
                  <a:lnTo>
                    <a:pt x="2" y="2"/>
                  </a:lnTo>
                  <a:lnTo>
                    <a:pt x="2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13" name="Freeform 18"/>
            <p:cNvSpPr/>
            <p:nvPr/>
          </p:nvSpPr>
          <p:spPr>
            <a:xfrm>
              <a:off x="3920" y="1908"/>
              <a:ext cx="21" cy="106"/>
            </a:xfrm>
            <a:custGeom>
              <a:avLst/>
              <a:gdLst>
                <a:gd name="txL" fmla="*/ 0 w 21"/>
                <a:gd name="txT" fmla="*/ 0 h 106"/>
                <a:gd name="txR" fmla="*/ 21 w 21"/>
                <a:gd name="txB" fmla="*/ 106 h 106"/>
              </a:gdLst>
              <a:ahLst/>
              <a:cxnLst>
                <a:cxn ang="0">
                  <a:pos x="0" y="0"/>
                </a:cxn>
                <a:cxn ang="0">
                  <a:pos x="21" y="3"/>
                </a:cxn>
                <a:cxn ang="0">
                  <a:pos x="21" y="106"/>
                </a:cxn>
                <a:cxn ang="0">
                  <a:pos x="0" y="106"/>
                </a:cxn>
                <a:cxn ang="0">
                  <a:pos x="0" y="0"/>
                </a:cxn>
              </a:cxnLst>
              <a:rect l="txL" t="txT" r="txR" b="txB"/>
              <a:pathLst>
                <a:path w="21" h="106">
                  <a:moveTo>
                    <a:pt x="0" y="0"/>
                  </a:moveTo>
                  <a:lnTo>
                    <a:pt x="21" y="3"/>
                  </a:lnTo>
                  <a:lnTo>
                    <a:pt x="21" y="106"/>
                  </a:lnTo>
                  <a:lnTo>
                    <a:pt x="0" y="106"/>
                  </a:lnTo>
                  <a:lnTo>
                    <a:pt x="0" y="0"/>
                  </a:lnTo>
                  <a:close/>
                </a:path>
              </a:pathLst>
            </a:custGeom>
            <a:solidFill>
              <a:srgbClr val="FFFFFF">
                <a:alpha val="100000"/>
              </a:srgbClr>
            </a:solidFill>
            <a:ln w="0" cap="flat" cmpd="sng">
              <a:solidFill>
                <a:srgbClr val="FFFFFF">
                  <a:alpha val="100000"/>
                </a:srgbClr>
              </a:solidFill>
              <a:prstDash val="solid"/>
              <a:round/>
              <a:headEnd type="none" w="med" len="med"/>
              <a:tailEnd type="none" w="med" len="med"/>
            </a:ln>
          </p:spPr>
          <p:txBody>
            <a:bodyPr/>
            <a:p>
              <a:endParaRPr lang="zh-CN" altLang="en-US"/>
            </a:p>
          </p:txBody>
        </p:sp>
        <p:sp>
          <p:nvSpPr>
            <p:cNvPr id="14" name="Freeform 19"/>
            <p:cNvSpPr/>
            <p:nvPr/>
          </p:nvSpPr>
          <p:spPr>
            <a:xfrm>
              <a:off x="3941" y="1911"/>
              <a:ext cx="24" cy="103"/>
            </a:xfrm>
            <a:custGeom>
              <a:avLst/>
              <a:gdLst>
                <a:gd name="txL" fmla="*/ 0 w 24"/>
                <a:gd name="txT" fmla="*/ 0 h 103"/>
                <a:gd name="txR" fmla="*/ 24 w 24"/>
                <a:gd name="txB" fmla="*/ 103 h 103"/>
              </a:gdLst>
              <a:ahLst/>
              <a:cxnLst>
                <a:cxn ang="0">
                  <a:pos x="0" y="0"/>
                </a:cxn>
                <a:cxn ang="0">
                  <a:pos x="24" y="4"/>
                </a:cxn>
                <a:cxn ang="0">
                  <a:pos x="24" y="103"/>
                </a:cxn>
                <a:cxn ang="0">
                  <a:pos x="0" y="103"/>
                </a:cxn>
                <a:cxn ang="0">
                  <a:pos x="0" y="0"/>
                </a:cxn>
              </a:cxnLst>
              <a:rect l="txL" t="txT" r="txR" b="txB"/>
              <a:pathLst>
                <a:path w="24" h="103">
                  <a:moveTo>
                    <a:pt x="0" y="0"/>
                  </a:moveTo>
                  <a:lnTo>
                    <a:pt x="24" y="4"/>
                  </a:lnTo>
                  <a:lnTo>
                    <a:pt x="24" y="103"/>
                  </a:lnTo>
                  <a:lnTo>
                    <a:pt x="0" y="103"/>
                  </a:lnTo>
                  <a:lnTo>
                    <a:pt x="0" y="0"/>
                  </a:lnTo>
                  <a:close/>
                </a:path>
              </a:pathLst>
            </a:custGeom>
            <a:solidFill>
              <a:srgbClr val="B5C2C4">
                <a:alpha val="100000"/>
              </a:srgbClr>
            </a:solidFill>
            <a:ln w="0" cap="flat" cmpd="sng">
              <a:solidFill>
                <a:srgbClr val="B5C2C4">
                  <a:alpha val="100000"/>
                </a:srgbClr>
              </a:solidFill>
              <a:prstDash val="solid"/>
              <a:round/>
              <a:headEnd type="none" w="med" len="med"/>
              <a:tailEnd type="none" w="med" len="med"/>
            </a:ln>
          </p:spPr>
          <p:txBody>
            <a:bodyPr/>
            <a:p>
              <a:endParaRPr lang="zh-CN" altLang="en-US"/>
            </a:p>
          </p:txBody>
        </p:sp>
        <p:sp>
          <p:nvSpPr>
            <p:cNvPr id="15" name="Freeform 20"/>
            <p:cNvSpPr/>
            <p:nvPr/>
          </p:nvSpPr>
          <p:spPr>
            <a:xfrm>
              <a:off x="3965" y="1915"/>
              <a:ext cx="21" cy="99"/>
            </a:xfrm>
            <a:custGeom>
              <a:avLst/>
              <a:gdLst>
                <a:gd name="txL" fmla="*/ 0 w 21"/>
                <a:gd name="txT" fmla="*/ 0 h 99"/>
                <a:gd name="txR" fmla="*/ 21 w 21"/>
                <a:gd name="txB" fmla="*/ 99 h 99"/>
              </a:gdLst>
              <a:ahLst/>
              <a:cxnLst>
                <a:cxn ang="0">
                  <a:pos x="0" y="0"/>
                </a:cxn>
                <a:cxn ang="0">
                  <a:pos x="21" y="2"/>
                </a:cxn>
                <a:cxn ang="0">
                  <a:pos x="21" y="99"/>
                </a:cxn>
                <a:cxn ang="0">
                  <a:pos x="0" y="99"/>
                </a:cxn>
                <a:cxn ang="0">
                  <a:pos x="0" y="0"/>
                </a:cxn>
              </a:cxnLst>
              <a:rect l="txL" t="txT" r="txR" b="txB"/>
              <a:pathLst>
                <a:path w="21" h="99">
                  <a:moveTo>
                    <a:pt x="0" y="0"/>
                  </a:moveTo>
                  <a:lnTo>
                    <a:pt x="21" y="2"/>
                  </a:lnTo>
                  <a:lnTo>
                    <a:pt x="21" y="99"/>
                  </a:lnTo>
                  <a:lnTo>
                    <a:pt x="0" y="99"/>
                  </a:lnTo>
                  <a:lnTo>
                    <a:pt x="0" y="0"/>
                  </a:lnTo>
                  <a:close/>
                </a:path>
              </a:pathLst>
            </a:custGeom>
            <a:solidFill>
              <a:srgbClr val="415356">
                <a:alpha val="100000"/>
              </a:srgbClr>
            </a:solidFill>
            <a:ln w="0" cap="flat" cmpd="sng">
              <a:solidFill>
                <a:srgbClr val="415356">
                  <a:alpha val="100000"/>
                </a:srgbClr>
              </a:solidFill>
              <a:prstDash val="solid"/>
              <a:round/>
              <a:headEnd type="none" w="med" len="med"/>
              <a:tailEnd type="none" w="med" len="med"/>
            </a:ln>
          </p:spPr>
          <p:txBody>
            <a:bodyPr/>
            <a:p>
              <a:endParaRPr lang="zh-CN" altLang="en-US"/>
            </a:p>
          </p:txBody>
        </p:sp>
        <p:sp>
          <p:nvSpPr>
            <p:cNvPr id="16" name="Freeform 21"/>
            <p:cNvSpPr>
              <a:spLocks noEditPoints="1"/>
            </p:cNvSpPr>
            <p:nvPr/>
          </p:nvSpPr>
          <p:spPr>
            <a:xfrm>
              <a:off x="3914" y="1902"/>
              <a:ext cx="78" cy="686"/>
            </a:xfrm>
            <a:custGeom>
              <a:avLst/>
              <a:gdLst>
                <a:gd name="txL" fmla="*/ 0 w 78"/>
                <a:gd name="txT" fmla="*/ 0 h 686"/>
                <a:gd name="txR" fmla="*/ 78 w 78"/>
                <a:gd name="txB" fmla="*/ 686 h 686"/>
              </a:gdLst>
              <a:ahLst/>
              <a:cxnLst>
                <a:cxn ang="0">
                  <a:pos x="6" y="6"/>
                </a:cxn>
                <a:cxn ang="0">
                  <a:pos x="6" y="680"/>
                </a:cxn>
                <a:cxn ang="0">
                  <a:pos x="72" y="671"/>
                </a:cxn>
                <a:cxn ang="0">
                  <a:pos x="72" y="15"/>
                </a:cxn>
                <a:cxn ang="0">
                  <a:pos x="6" y="6"/>
                </a:cxn>
                <a:cxn ang="0">
                  <a:pos x="3" y="0"/>
                </a:cxn>
                <a:cxn ang="0">
                  <a:pos x="75" y="10"/>
                </a:cxn>
                <a:cxn ang="0">
                  <a:pos x="76" y="10"/>
                </a:cxn>
                <a:cxn ang="0">
                  <a:pos x="78" y="12"/>
                </a:cxn>
                <a:cxn ang="0">
                  <a:pos x="78" y="674"/>
                </a:cxn>
                <a:cxn ang="0">
                  <a:pos x="77" y="676"/>
                </a:cxn>
                <a:cxn ang="0">
                  <a:pos x="75" y="676"/>
                </a:cxn>
                <a:cxn ang="0">
                  <a:pos x="3" y="686"/>
                </a:cxn>
                <a:cxn ang="0">
                  <a:pos x="1" y="685"/>
                </a:cxn>
                <a:cxn ang="0">
                  <a:pos x="0" y="683"/>
                </a:cxn>
                <a:cxn ang="0">
                  <a:pos x="0" y="3"/>
                </a:cxn>
                <a:cxn ang="0">
                  <a:pos x="1" y="2"/>
                </a:cxn>
                <a:cxn ang="0">
                  <a:pos x="3" y="0"/>
                </a:cxn>
              </a:cxnLst>
              <a:rect l="txL" t="txT" r="txR" b="txB"/>
              <a:pathLst>
                <a:path w="78" h="686">
                  <a:moveTo>
                    <a:pt x="6" y="6"/>
                  </a:moveTo>
                  <a:lnTo>
                    <a:pt x="6" y="680"/>
                  </a:lnTo>
                  <a:lnTo>
                    <a:pt x="72" y="671"/>
                  </a:lnTo>
                  <a:lnTo>
                    <a:pt x="72" y="15"/>
                  </a:lnTo>
                  <a:lnTo>
                    <a:pt x="6" y="6"/>
                  </a:lnTo>
                  <a:close/>
                  <a:moveTo>
                    <a:pt x="3" y="0"/>
                  </a:moveTo>
                  <a:lnTo>
                    <a:pt x="75" y="10"/>
                  </a:lnTo>
                  <a:lnTo>
                    <a:pt x="76" y="10"/>
                  </a:lnTo>
                  <a:lnTo>
                    <a:pt x="78" y="12"/>
                  </a:lnTo>
                  <a:lnTo>
                    <a:pt x="78" y="674"/>
                  </a:lnTo>
                  <a:lnTo>
                    <a:pt x="77" y="676"/>
                  </a:lnTo>
                  <a:lnTo>
                    <a:pt x="75" y="676"/>
                  </a:lnTo>
                  <a:lnTo>
                    <a:pt x="3" y="686"/>
                  </a:lnTo>
                  <a:lnTo>
                    <a:pt x="1" y="685"/>
                  </a:lnTo>
                  <a:lnTo>
                    <a:pt x="0" y="683"/>
                  </a:lnTo>
                  <a:lnTo>
                    <a:pt x="0" y="3"/>
                  </a:lnTo>
                  <a:lnTo>
                    <a:pt x="1" y="2"/>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17" name="Freeform 22"/>
            <p:cNvSpPr/>
            <p:nvPr/>
          </p:nvSpPr>
          <p:spPr>
            <a:xfrm>
              <a:off x="4910" y="1907"/>
              <a:ext cx="73" cy="677"/>
            </a:xfrm>
            <a:custGeom>
              <a:avLst/>
              <a:gdLst>
                <a:gd name="txL" fmla="*/ 0 w 73"/>
                <a:gd name="txT" fmla="*/ 0 h 677"/>
                <a:gd name="txR" fmla="*/ 73 w 73"/>
                <a:gd name="txB" fmla="*/ 677 h 677"/>
              </a:gdLst>
              <a:ahLst/>
              <a:cxnLst>
                <a:cxn ang="0">
                  <a:pos x="0" y="0"/>
                </a:cxn>
                <a:cxn ang="0">
                  <a:pos x="73" y="9"/>
                </a:cxn>
                <a:cxn ang="0">
                  <a:pos x="73" y="667"/>
                </a:cxn>
                <a:cxn ang="0">
                  <a:pos x="0" y="677"/>
                </a:cxn>
                <a:cxn ang="0">
                  <a:pos x="0" y="0"/>
                </a:cxn>
              </a:cxnLst>
              <a:rect l="txL" t="txT" r="txR" b="txB"/>
              <a:pathLst>
                <a:path w="73" h="677">
                  <a:moveTo>
                    <a:pt x="0" y="0"/>
                  </a:moveTo>
                  <a:lnTo>
                    <a:pt x="73" y="9"/>
                  </a:lnTo>
                  <a:lnTo>
                    <a:pt x="73" y="667"/>
                  </a:lnTo>
                  <a:lnTo>
                    <a:pt x="0" y="677"/>
                  </a:lnTo>
                  <a:lnTo>
                    <a:pt x="0" y="0"/>
                  </a:lnTo>
                  <a:close/>
                </a:path>
              </a:pathLst>
            </a:custGeom>
            <a:solidFill>
              <a:srgbClr val="29E800">
                <a:alpha val="100000"/>
              </a:srgbClr>
            </a:solidFill>
            <a:ln w="0" cap="flat" cmpd="sng">
              <a:solidFill>
                <a:srgbClr val="29E800">
                  <a:alpha val="100000"/>
                </a:srgbClr>
              </a:solidFill>
              <a:prstDash val="solid"/>
              <a:round/>
              <a:headEnd type="none" w="med" len="med"/>
              <a:tailEnd type="none" w="med" len="med"/>
            </a:ln>
          </p:spPr>
          <p:txBody>
            <a:bodyPr/>
            <a:p>
              <a:endParaRPr lang="zh-CN" altLang="en-US"/>
            </a:p>
          </p:txBody>
        </p:sp>
        <p:sp>
          <p:nvSpPr>
            <p:cNvPr id="18" name="Freeform 23"/>
            <p:cNvSpPr>
              <a:spLocks noEditPoints="1"/>
            </p:cNvSpPr>
            <p:nvPr/>
          </p:nvSpPr>
          <p:spPr>
            <a:xfrm>
              <a:off x="4907" y="1904"/>
              <a:ext cx="79" cy="683"/>
            </a:xfrm>
            <a:custGeom>
              <a:avLst/>
              <a:gdLst>
                <a:gd name="txL" fmla="*/ 0 w 79"/>
                <a:gd name="txT" fmla="*/ 0 h 683"/>
                <a:gd name="txR" fmla="*/ 79 w 79"/>
                <a:gd name="txB" fmla="*/ 683 h 683"/>
              </a:gdLst>
              <a:ahLst/>
              <a:cxnLst>
                <a:cxn ang="0">
                  <a:pos x="6" y="5"/>
                </a:cxn>
                <a:cxn ang="0">
                  <a:pos x="6" y="677"/>
                </a:cxn>
                <a:cxn ang="0">
                  <a:pos x="73" y="668"/>
                </a:cxn>
                <a:cxn ang="0">
                  <a:pos x="73" y="14"/>
                </a:cxn>
                <a:cxn ang="0">
                  <a:pos x="6" y="5"/>
                </a:cxn>
                <a:cxn ang="0">
                  <a:pos x="4" y="0"/>
                </a:cxn>
                <a:cxn ang="0">
                  <a:pos x="76" y="9"/>
                </a:cxn>
                <a:cxn ang="0">
                  <a:pos x="77" y="9"/>
                </a:cxn>
                <a:cxn ang="0">
                  <a:pos x="78" y="10"/>
                </a:cxn>
                <a:cxn ang="0">
                  <a:pos x="79" y="11"/>
                </a:cxn>
                <a:cxn ang="0">
                  <a:pos x="79" y="670"/>
                </a:cxn>
                <a:cxn ang="0">
                  <a:pos x="78" y="673"/>
                </a:cxn>
                <a:cxn ang="0">
                  <a:pos x="76" y="673"/>
                </a:cxn>
                <a:cxn ang="0">
                  <a:pos x="4" y="683"/>
                </a:cxn>
                <a:cxn ang="0">
                  <a:pos x="2" y="682"/>
                </a:cxn>
                <a:cxn ang="0">
                  <a:pos x="0" y="680"/>
                </a:cxn>
                <a:cxn ang="0">
                  <a:pos x="0" y="3"/>
                </a:cxn>
                <a:cxn ang="0">
                  <a:pos x="2" y="1"/>
                </a:cxn>
                <a:cxn ang="0">
                  <a:pos x="4" y="0"/>
                </a:cxn>
              </a:cxnLst>
              <a:rect l="txL" t="txT" r="txR" b="txB"/>
              <a:pathLst>
                <a:path w="79" h="683">
                  <a:moveTo>
                    <a:pt x="6" y="5"/>
                  </a:moveTo>
                  <a:lnTo>
                    <a:pt x="6" y="677"/>
                  </a:lnTo>
                  <a:lnTo>
                    <a:pt x="73" y="668"/>
                  </a:lnTo>
                  <a:lnTo>
                    <a:pt x="73" y="14"/>
                  </a:lnTo>
                  <a:lnTo>
                    <a:pt x="6" y="5"/>
                  </a:lnTo>
                  <a:close/>
                  <a:moveTo>
                    <a:pt x="4" y="0"/>
                  </a:moveTo>
                  <a:lnTo>
                    <a:pt x="76" y="9"/>
                  </a:lnTo>
                  <a:lnTo>
                    <a:pt x="77" y="9"/>
                  </a:lnTo>
                  <a:lnTo>
                    <a:pt x="78" y="10"/>
                  </a:lnTo>
                  <a:lnTo>
                    <a:pt x="79" y="11"/>
                  </a:lnTo>
                  <a:lnTo>
                    <a:pt x="79" y="670"/>
                  </a:lnTo>
                  <a:lnTo>
                    <a:pt x="78" y="673"/>
                  </a:lnTo>
                  <a:lnTo>
                    <a:pt x="76" y="673"/>
                  </a:lnTo>
                  <a:lnTo>
                    <a:pt x="4" y="683"/>
                  </a:lnTo>
                  <a:lnTo>
                    <a:pt x="2" y="682"/>
                  </a:lnTo>
                  <a:lnTo>
                    <a:pt x="0" y="680"/>
                  </a:lnTo>
                  <a:lnTo>
                    <a:pt x="0" y="3"/>
                  </a:lnTo>
                  <a:lnTo>
                    <a:pt x="2" y="1"/>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19" name="Freeform 24"/>
            <p:cNvSpPr/>
            <p:nvPr/>
          </p:nvSpPr>
          <p:spPr>
            <a:xfrm>
              <a:off x="4910" y="1905"/>
              <a:ext cx="22" cy="680"/>
            </a:xfrm>
            <a:custGeom>
              <a:avLst/>
              <a:gdLst>
                <a:gd name="txL" fmla="*/ 0 w 22"/>
                <a:gd name="txT" fmla="*/ 0 h 680"/>
                <a:gd name="txR" fmla="*/ 22 w 22"/>
                <a:gd name="txB" fmla="*/ 680 h 680"/>
              </a:gdLst>
              <a:ahLst/>
              <a:cxnLst>
                <a:cxn ang="0">
                  <a:pos x="22" y="0"/>
                </a:cxn>
                <a:cxn ang="0">
                  <a:pos x="22" y="680"/>
                </a:cxn>
                <a:cxn ang="0">
                  <a:pos x="0" y="679"/>
                </a:cxn>
                <a:cxn ang="0">
                  <a:pos x="0" y="2"/>
                </a:cxn>
                <a:cxn ang="0">
                  <a:pos x="22" y="0"/>
                </a:cxn>
              </a:cxnLst>
              <a:rect l="txL" t="txT" r="txR" b="txB"/>
              <a:pathLst>
                <a:path w="22" h="680">
                  <a:moveTo>
                    <a:pt x="22" y="0"/>
                  </a:moveTo>
                  <a:lnTo>
                    <a:pt x="22" y="680"/>
                  </a:lnTo>
                  <a:lnTo>
                    <a:pt x="0" y="679"/>
                  </a:lnTo>
                  <a:lnTo>
                    <a:pt x="0" y="2"/>
                  </a:lnTo>
                  <a:lnTo>
                    <a:pt x="22" y="0"/>
                  </a:lnTo>
                  <a:close/>
                </a:path>
              </a:pathLst>
            </a:custGeom>
            <a:solidFill>
              <a:srgbClr val="989898">
                <a:alpha val="100000"/>
              </a:srgbClr>
            </a:solidFill>
            <a:ln w="0" cap="flat" cmpd="sng">
              <a:solidFill>
                <a:srgbClr val="989898">
                  <a:alpha val="100000"/>
                </a:srgbClr>
              </a:solidFill>
              <a:prstDash val="solid"/>
              <a:round/>
              <a:headEnd type="none" w="med" len="med"/>
              <a:tailEnd type="none" w="med" len="med"/>
            </a:ln>
          </p:spPr>
          <p:txBody>
            <a:bodyPr/>
            <a:p>
              <a:endParaRPr lang="zh-CN" altLang="en-US"/>
            </a:p>
          </p:txBody>
        </p:sp>
        <p:sp>
          <p:nvSpPr>
            <p:cNvPr id="20" name="Freeform 25"/>
            <p:cNvSpPr>
              <a:spLocks noEditPoints="1"/>
            </p:cNvSpPr>
            <p:nvPr/>
          </p:nvSpPr>
          <p:spPr>
            <a:xfrm>
              <a:off x="4907" y="1902"/>
              <a:ext cx="27" cy="686"/>
            </a:xfrm>
            <a:custGeom>
              <a:avLst/>
              <a:gdLst>
                <a:gd name="txL" fmla="*/ 0 w 27"/>
                <a:gd name="txT" fmla="*/ 0 h 686"/>
                <a:gd name="txR" fmla="*/ 27 w 27"/>
                <a:gd name="txB" fmla="*/ 686 h 686"/>
              </a:gdLst>
              <a:ahLst/>
              <a:cxnLst>
                <a:cxn ang="0">
                  <a:pos x="22" y="6"/>
                </a:cxn>
                <a:cxn ang="0">
                  <a:pos x="6" y="7"/>
                </a:cxn>
                <a:cxn ang="0">
                  <a:pos x="6" y="679"/>
                </a:cxn>
                <a:cxn ang="0">
                  <a:pos x="22" y="680"/>
                </a:cxn>
                <a:cxn ang="0">
                  <a:pos x="22" y="6"/>
                </a:cxn>
                <a:cxn ang="0">
                  <a:pos x="24" y="0"/>
                </a:cxn>
                <a:cxn ang="0">
                  <a:pos x="26" y="2"/>
                </a:cxn>
                <a:cxn ang="0">
                  <a:pos x="27" y="3"/>
                </a:cxn>
                <a:cxn ang="0">
                  <a:pos x="27" y="683"/>
                </a:cxn>
                <a:cxn ang="0">
                  <a:pos x="26" y="685"/>
                </a:cxn>
                <a:cxn ang="0">
                  <a:pos x="24" y="686"/>
                </a:cxn>
                <a:cxn ang="0">
                  <a:pos x="3" y="685"/>
                </a:cxn>
                <a:cxn ang="0">
                  <a:pos x="2" y="685"/>
                </a:cxn>
                <a:cxn ang="0">
                  <a:pos x="1" y="684"/>
                </a:cxn>
                <a:cxn ang="0">
                  <a:pos x="0" y="683"/>
                </a:cxn>
                <a:cxn ang="0">
                  <a:pos x="0" y="4"/>
                </a:cxn>
                <a:cxn ang="0">
                  <a:pos x="1" y="3"/>
                </a:cxn>
                <a:cxn ang="0">
                  <a:pos x="3" y="2"/>
                </a:cxn>
                <a:cxn ang="0">
                  <a:pos x="24" y="0"/>
                </a:cxn>
              </a:cxnLst>
              <a:rect l="txL" t="txT" r="txR" b="txB"/>
              <a:pathLst>
                <a:path w="27" h="686">
                  <a:moveTo>
                    <a:pt x="22" y="6"/>
                  </a:moveTo>
                  <a:lnTo>
                    <a:pt x="6" y="7"/>
                  </a:lnTo>
                  <a:lnTo>
                    <a:pt x="6" y="679"/>
                  </a:lnTo>
                  <a:lnTo>
                    <a:pt x="22" y="680"/>
                  </a:lnTo>
                  <a:lnTo>
                    <a:pt x="22" y="6"/>
                  </a:lnTo>
                  <a:close/>
                  <a:moveTo>
                    <a:pt x="24" y="0"/>
                  </a:moveTo>
                  <a:lnTo>
                    <a:pt x="26" y="2"/>
                  </a:lnTo>
                  <a:lnTo>
                    <a:pt x="27" y="3"/>
                  </a:lnTo>
                  <a:lnTo>
                    <a:pt x="27" y="683"/>
                  </a:lnTo>
                  <a:lnTo>
                    <a:pt x="26" y="685"/>
                  </a:lnTo>
                  <a:lnTo>
                    <a:pt x="24" y="686"/>
                  </a:lnTo>
                  <a:lnTo>
                    <a:pt x="3" y="685"/>
                  </a:lnTo>
                  <a:lnTo>
                    <a:pt x="2" y="685"/>
                  </a:lnTo>
                  <a:lnTo>
                    <a:pt x="1" y="684"/>
                  </a:lnTo>
                  <a:lnTo>
                    <a:pt x="0" y="683"/>
                  </a:lnTo>
                  <a:lnTo>
                    <a:pt x="0" y="4"/>
                  </a:lnTo>
                  <a:lnTo>
                    <a:pt x="1" y="3"/>
                  </a:lnTo>
                  <a:lnTo>
                    <a:pt x="3" y="2"/>
                  </a:lnTo>
                  <a:lnTo>
                    <a:pt x="2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21" name="Freeform 26"/>
            <p:cNvSpPr/>
            <p:nvPr/>
          </p:nvSpPr>
          <p:spPr>
            <a:xfrm>
              <a:off x="4934" y="1908"/>
              <a:ext cx="22" cy="106"/>
            </a:xfrm>
            <a:custGeom>
              <a:avLst/>
              <a:gdLst>
                <a:gd name="txL" fmla="*/ 0 w 22"/>
                <a:gd name="txT" fmla="*/ 0 h 106"/>
                <a:gd name="txR" fmla="*/ 22 w 22"/>
                <a:gd name="txB" fmla="*/ 106 h 106"/>
              </a:gdLst>
              <a:ahLst/>
              <a:cxnLst>
                <a:cxn ang="0">
                  <a:pos x="0" y="0"/>
                </a:cxn>
                <a:cxn ang="0">
                  <a:pos x="22" y="3"/>
                </a:cxn>
                <a:cxn ang="0">
                  <a:pos x="22" y="106"/>
                </a:cxn>
                <a:cxn ang="0">
                  <a:pos x="0" y="106"/>
                </a:cxn>
                <a:cxn ang="0">
                  <a:pos x="0" y="0"/>
                </a:cxn>
              </a:cxnLst>
              <a:rect l="txL" t="txT" r="txR" b="txB"/>
              <a:pathLst>
                <a:path w="22" h="106">
                  <a:moveTo>
                    <a:pt x="0" y="0"/>
                  </a:moveTo>
                  <a:lnTo>
                    <a:pt x="22" y="3"/>
                  </a:lnTo>
                  <a:lnTo>
                    <a:pt x="22" y="106"/>
                  </a:lnTo>
                  <a:lnTo>
                    <a:pt x="0" y="106"/>
                  </a:lnTo>
                  <a:lnTo>
                    <a:pt x="0" y="0"/>
                  </a:lnTo>
                  <a:close/>
                </a:path>
              </a:pathLst>
            </a:custGeom>
            <a:solidFill>
              <a:srgbClr val="B7C8CB">
                <a:alpha val="100000"/>
              </a:srgbClr>
            </a:solidFill>
            <a:ln w="0" cap="flat" cmpd="sng">
              <a:solidFill>
                <a:srgbClr val="B7C8CB">
                  <a:alpha val="100000"/>
                </a:srgbClr>
              </a:solidFill>
              <a:prstDash val="solid"/>
              <a:round/>
              <a:headEnd type="none" w="med" len="med"/>
              <a:tailEnd type="none" w="med" len="med"/>
            </a:ln>
          </p:spPr>
          <p:txBody>
            <a:bodyPr/>
            <a:p>
              <a:endParaRPr lang="zh-CN" altLang="en-US"/>
            </a:p>
          </p:txBody>
        </p:sp>
        <p:sp>
          <p:nvSpPr>
            <p:cNvPr id="22" name="Freeform 27"/>
            <p:cNvSpPr/>
            <p:nvPr/>
          </p:nvSpPr>
          <p:spPr>
            <a:xfrm>
              <a:off x="4956" y="1911"/>
              <a:ext cx="24" cy="103"/>
            </a:xfrm>
            <a:custGeom>
              <a:avLst/>
              <a:gdLst>
                <a:gd name="txL" fmla="*/ 0 w 24"/>
                <a:gd name="txT" fmla="*/ 0 h 103"/>
                <a:gd name="txR" fmla="*/ 24 w 24"/>
                <a:gd name="txB" fmla="*/ 103 h 103"/>
              </a:gdLst>
              <a:ahLst/>
              <a:cxnLst>
                <a:cxn ang="0">
                  <a:pos x="0" y="0"/>
                </a:cxn>
                <a:cxn ang="0">
                  <a:pos x="24" y="4"/>
                </a:cxn>
                <a:cxn ang="0">
                  <a:pos x="24" y="103"/>
                </a:cxn>
                <a:cxn ang="0">
                  <a:pos x="0" y="103"/>
                </a:cxn>
                <a:cxn ang="0">
                  <a:pos x="0" y="0"/>
                </a:cxn>
              </a:cxnLst>
              <a:rect l="txL" t="txT" r="txR" b="txB"/>
              <a:pathLst>
                <a:path w="24" h="103">
                  <a:moveTo>
                    <a:pt x="0" y="0"/>
                  </a:moveTo>
                  <a:lnTo>
                    <a:pt x="24" y="4"/>
                  </a:lnTo>
                  <a:lnTo>
                    <a:pt x="24" y="103"/>
                  </a:lnTo>
                  <a:lnTo>
                    <a:pt x="0" y="103"/>
                  </a:lnTo>
                  <a:lnTo>
                    <a:pt x="0" y="0"/>
                  </a:lnTo>
                  <a:close/>
                </a:path>
              </a:pathLst>
            </a:custGeom>
            <a:solidFill>
              <a:srgbClr val="91A6AA">
                <a:alpha val="100000"/>
              </a:srgbClr>
            </a:solidFill>
            <a:ln w="0" cap="flat" cmpd="sng">
              <a:solidFill>
                <a:srgbClr val="91A6AA">
                  <a:alpha val="100000"/>
                </a:srgbClr>
              </a:solidFill>
              <a:prstDash val="solid"/>
              <a:round/>
              <a:headEnd type="none" w="med" len="med"/>
              <a:tailEnd type="none" w="med" len="med"/>
            </a:ln>
          </p:spPr>
          <p:txBody>
            <a:bodyPr/>
            <a:p>
              <a:endParaRPr lang="zh-CN" altLang="en-US"/>
            </a:p>
          </p:txBody>
        </p:sp>
        <p:sp>
          <p:nvSpPr>
            <p:cNvPr id="23" name="Freeform 28"/>
            <p:cNvSpPr/>
            <p:nvPr/>
          </p:nvSpPr>
          <p:spPr>
            <a:xfrm>
              <a:off x="4980" y="1915"/>
              <a:ext cx="21" cy="99"/>
            </a:xfrm>
            <a:custGeom>
              <a:avLst/>
              <a:gdLst>
                <a:gd name="txL" fmla="*/ 0 w 21"/>
                <a:gd name="txT" fmla="*/ 0 h 99"/>
                <a:gd name="txR" fmla="*/ 21 w 21"/>
                <a:gd name="txB" fmla="*/ 99 h 99"/>
              </a:gdLst>
              <a:ahLst/>
              <a:cxnLst>
                <a:cxn ang="0">
                  <a:pos x="0" y="0"/>
                </a:cxn>
                <a:cxn ang="0">
                  <a:pos x="21" y="2"/>
                </a:cxn>
                <a:cxn ang="0">
                  <a:pos x="21" y="99"/>
                </a:cxn>
                <a:cxn ang="0">
                  <a:pos x="0" y="99"/>
                </a:cxn>
                <a:cxn ang="0">
                  <a:pos x="0" y="0"/>
                </a:cxn>
              </a:cxnLst>
              <a:rect l="txL" t="txT" r="txR" b="txB"/>
              <a:pathLst>
                <a:path w="21" h="99">
                  <a:moveTo>
                    <a:pt x="0" y="0"/>
                  </a:moveTo>
                  <a:lnTo>
                    <a:pt x="21" y="2"/>
                  </a:lnTo>
                  <a:lnTo>
                    <a:pt x="21" y="99"/>
                  </a:lnTo>
                  <a:lnTo>
                    <a:pt x="0" y="99"/>
                  </a:lnTo>
                  <a:lnTo>
                    <a:pt x="0" y="0"/>
                  </a:lnTo>
                  <a:close/>
                </a:path>
              </a:pathLst>
            </a:custGeom>
            <a:solidFill>
              <a:srgbClr val="5D767A">
                <a:alpha val="100000"/>
              </a:srgbClr>
            </a:solidFill>
            <a:ln w="0" cap="flat" cmpd="sng">
              <a:solidFill>
                <a:srgbClr val="5D767A">
                  <a:alpha val="100000"/>
                </a:srgbClr>
              </a:solidFill>
              <a:prstDash val="solid"/>
              <a:round/>
              <a:headEnd type="none" w="med" len="med"/>
              <a:tailEnd type="none" w="med" len="med"/>
            </a:ln>
          </p:spPr>
          <p:txBody>
            <a:bodyPr/>
            <a:p>
              <a:endParaRPr lang="zh-CN" altLang="en-US"/>
            </a:p>
          </p:txBody>
        </p:sp>
        <p:sp>
          <p:nvSpPr>
            <p:cNvPr id="24" name="Freeform 29"/>
            <p:cNvSpPr>
              <a:spLocks noEditPoints="1"/>
            </p:cNvSpPr>
            <p:nvPr/>
          </p:nvSpPr>
          <p:spPr>
            <a:xfrm>
              <a:off x="4929" y="1902"/>
              <a:ext cx="78" cy="686"/>
            </a:xfrm>
            <a:custGeom>
              <a:avLst/>
              <a:gdLst>
                <a:gd name="txL" fmla="*/ 0 w 78"/>
                <a:gd name="txT" fmla="*/ 0 h 686"/>
                <a:gd name="txR" fmla="*/ 78 w 78"/>
                <a:gd name="txB" fmla="*/ 686 h 686"/>
              </a:gdLst>
              <a:ahLst/>
              <a:cxnLst>
                <a:cxn ang="0">
                  <a:pos x="5" y="6"/>
                </a:cxn>
                <a:cxn ang="0">
                  <a:pos x="5" y="680"/>
                </a:cxn>
                <a:cxn ang="0">
                  <a:pos x="72" y="671"/>
                </a:cxn>
                <a:cxn ang="0">
                  <a:pos x="72" y="15"/>
                </a:cxn>
                <a:cxn ang="0">
                  <a:pos x="5" y="6"/>
                </a:cxn>
                <a:cxn ang="0">
                  <a:pos x="3" y="0"/>
                </a:cxn>
                <a:cxn ang="0">
                  <a:pos x="75" y="10"/>
                </a:cxn>
                <a:cxn ang="0">
                  <a:pos x="76" y="10"/>
                </a:cxn>
                <a:cxn ang="0">
                  <a:pos x="78" y="12"/>
                </a:cxn>
                <a:cxn ang="0">
                  <a:pos x="78" y="674"/>
                </a:cxn>
                <a:cxn ang="0">
                  <a:pos x="77" y="676"/>
                </a:cxn>
                <a:cxn ang="0">
                  <a:pos x="75" y="676"/>
                </a:cxn>
                <a:cxn ang="0">
                  <a:pos x="3" y="686"/>
                </a:cxn>
                <a:cxn ang="0">
                  <a:pos x="0" y="685"/>
                </a:cxn>
                <a:cxn ang="0">
                  <a:pos x="0" y="683"/>
                </a:cxn>
                <a:cxn ang="0">
                  <a:pos x="0" y="3"/>
                </a:cxn>
                <a:cxn ang="0">
                  <a:pos x="0" y="2"/>
                </a:cxn>
                <a:cxn ang="0">
                  <a:pos x="3" y="0"/>
                </a:cxn>
              </a:cxnLst>
              <a:rect l="txL" t="txT" r="txR" b="txB"/>
              <a:pathLst>
                <a:path w="78" h="686">
                  <a:moveTo>
                    <a:pt x="5" y="6"/>
                  </a:moveTo>
                  <a:lnTo>
                    <a:pt x="5" y="680"/>
                  </a:lnTo>
                  <a:lnTo>
                    <a:pt x="72" y="671"/>
                  </a:lnTo>
                  <a:lnTo>
                    <a:pt x="72" y="15"/>
                  </a:lnTo>
                  <a:lnTo>
                    <a:pt x="5" y="6"/>
                  </a:lnTo>
                  <a:close/>
                  <a:moveTo>
                    <a:pt x="3" y="0"/>
                  </a:moveTo>
                  <a:lnTo>
                    <a:pt x="75" y="10"/>
                  </a:lnTo>
                  <a:lnTo>
                    <a:pt x="76" y="10"/>
                  </a:lnTo>
                  <a:lnTo>
                    <a:pt x="78" y="12"/>
                  </a:lnTo>
                  <a:lnTo>
                    <a:pt x="78" y="674"/>
                  </a:lnTo>
                  <a:lnTo>
                    <a:pt x="77" y="676"/>
                  </a:lnTo>
                  <a:lnTo>
                    <a:pt x="75" y="676"/>
                  </a:lnTo>
                  <a:lnTo>
                    <a:pt x="3" y="686"/>
                  </a:lnTo>
                  <a:lnTo>
                    <a:pt x="0" y="685"/>
                  </a:lnTo>
                  <a:lnTo>
                    <a:pt x="0" y="683"/>
                  </a:lnTo>
                  <a:lnTo>
                    <a:pt x="0" y="3"/>
                  </a:lnTo>
                  <a:lnTo>
                    <a:pt x="0" y="2"/>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25" name="Freeform 30"/>
            <p:cNvSpPr/>
            <p:nvPr/>
          </p:nvSpPr>
          <p:spPr>
            <a:xfrm>
              <a:off x="4501" y="1195"/>
              <a:ext cx="11" cy="171"/>
            </a:xfrm>
            <a:custGeom>
              <a:avLst/>
              <a:gdLst>
                <a:gd name="txL" fmla="*/ 0 w 11"/>
                <a:gd name="txT" fmla="*/ 0 h 171"/>
                <a:gd name="txR" fmla="*/ 11 w 11"/>
                <a:gd name="txB" fmla="*/ 171 h 171"/>
              </a:gdLst>
              <a:ahLst/>
              <a:cxnLst>
                <a:cxn ang="0">
                  <a:pos x="5" y="0"/>
                </a:cxn>
                <a:cxn ang="0">
                  <a:pos x="9" y="1"/>
                </a:cxn>
                <a:cxn ang="0">
                  <a:pos x="10" y="3"/>
                </a:cxn>
                <a:cxn ang="0">
                  <a:pos x="11" y="6"/>
                </a:cxn>
                <a:cxn ang="0">
                  <a:pos x="11" y="166"/>
                </a:cxn>
                <a:cxn ang="0">
                  <a:pos x="10" y="169"/>
                </a:cxn>
                <a:cxn ang="0">
                  <a:pos x="9" y="170"/>
                </a:cxn>
                <a:cxn ang="0">
                  <a:pos x="7" y="171"/>
                </a:cxn>
                <a:cxn ang="0">
                  <a:pos x="4" y="171"/>
                </a:cxn>
                <a:cxn ang="0">
                  <a:pos x="1" y="169"/>
                </a:cxn>
                <a:cxn ang="0">
                  <a:pos x="0" y="166"/>
                </a:cxn>
                <a:cxn ang="0">
                  <a:pos x="0" y="6"/>
                </a:cxn>
                <a:cxn ang="0">
                  <a:pos x="1" y="3"/>
                </a:cxn>
                <a:cxn ang="0">
                  <a:pos x="2" y="1"/>
                </a:cxn>
                <a:cxn ang="0">
                  <a:pos x="5" y="0"/>
                </a:cxn>
              </a:cxnLst>
              <a:rect l="txL" t="txT" r="txR" b="txB"/>
              <a:pathLst>
                <a:path w="11" h="171">
                  <a:moveTo>
                    <a:pt x="5" y="0"/>
                  </a:moveTo>
                  <a:lnTo>
                    <a:pt x="9" y="1"/>
                  </a:lnTo>
                  <a:lnTo>
                    <a:pt x="10" y="3"/>
                  </a:lnTo>
                  <a:lnTo>
                    <a:pt x="11" y="6"/>
                  </a:lnTo>
                  <a:lnTo>
                    <a:pt x="11" y="166"/>
                  </a:lnTo>
                  <a:lnTo>
                    <a:pt x="10" y="169"/>
                  </a:lnTo>
                  <a:lnTo>
                    <a:pt x="9" y="170"/>
                  </a:lnTo>
                  <a:lnTo>
                    <a:pt x="7" y="171"/>
                  </a:lnTo>
                  <a:lnTo>
                    <a:pt x="4" y="171"/>
                  </a:lnTo>
                  <a:lnTo>
                    <a:pt x="1" y="169"/>
                  </a:lnTo>
                  <a:lnTo>
                    <a:pt x="0" y="166"/>
                  </a:lnTo>
                  <a:lnTo>
                    <a:pt x="0" y="6"/>
                  </a:lnTo>
                  <a:lnTo>
                    <a:pt x="1" y="3"/>
                  </a:lnTo>
                  <a:lnTo>
                    <a:pt x="2" y="1"/>
                  </a:lnTo>
                  <a:lnTo>
                    <a:pt x="5"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26" name="Freeform 31"/>
            <p:cNvSpPr/>
            <p:nvPr/>
          </p:nvSpPr>
          <p:spPr>
            <a:xfrm>
              <a:off x="4442" y="1225"/>
              <a:ext cx="11" cy="112"/>
            </a:xfrm>
            <a:custGeom>
              <a:avLst/>
              <a:gdLst>
                <a:gd name="txL" fmla="*/ 0 w 11"/>
                <a:gd name="txT" fmla="*/ 0 h 112"/>
                <a:gd name="txR" fmla="*/ 11 w 11"/>
                <a:gd name="txB" fmla="*/ 112 h 112"/>
              </a:gdLst>
              <a:ahLst/>
              <a:cxnLst>
                <a:cxn ang="0">
                  <a:pos x="6" y="0"/>
                </a:cxn>
                <a:cxn ang="0">
                  <a:pos x="9" y="1"/>
                </a:cxn>
                <a:cxn ang="0">
                  <a:pos x="10" y="2"/>
                </a:cxn>
                <a:cxn ang="0">
                  <a:pos x="11" y="5"/>
                </a:cxn>
                <a:cxn ang="0">
                  <a:pos x="11" y="107"/>
                </a:cxn>
                <a:cxn ang="0">
                  <a:pos x="10" y="110"/>
                </a:cxn>
                <a:cxn ang="0">
                  <a:pos x="9" y="111"/>
                </a:cxn>
                <a:cxn ang="0">
                  <a:pos x="7" y="112"/>
                </a:cxn>
                <a:cxn ang="0">
                  <a:pos x="4" y="112"/>
                </a:cxn>
                <a:cxn ang="0">
                  <a:pos x="1" y="110"/>
                </a:cxn>
                <a:cxn ang="0">
                  <a:pos x="0" y="107"/>
                </a:cxn>
                <a:cxn ang="0">
                  <a:pos x="0" y="5"/>
                </a:cxn>
                <a:cxn ang="0">
                  <a:pos x="1" y="2"/>
                </a:cxn>
                <a:cxn ang="0">
                  <a:pos x="2" y="1"/>
                </a:cxn>
                <a:cxn ang="0">
                  <a:pos x="6" y="0"/>
                </a:cxn>
              </a:cxnLst>
              <a:rect l="txL" t="txT" r="txR" b="txB"/>
              <a:pathLst>
                <a:path w="11" h="112">
                  <a:moveTo>
                    <a:pt x="6" y="0"/>
                  </a:moveTo>
                  <a:lnTo>
                    <a:pt x="9" y="1"/>
                  </a:lnTo>
                  <a:lnTo>
                    <a:pt x="10" y="2"/>
                  </a:lnTo>
                  <a:lnTo>
                    <a:pt x="11" y="5"/>
                  </a:lnTo>
                  <a:lnTo>
                    <a:pt x="11" y="107"/>
                  </a:lnTo>
                  <a:lnTo>
                    <a:pt x="10" y="110"/>
                  </a:lnTo>
                  <a:lnTo>
                    <a:pt x="9" y="111"/>
                  </a:lnTo>
                  <a:lnTo>
                    <a:pt x="7" y="112"/>
                  </a:lnTo>
                  <a:lnTo>
                    <a:pt x="4" y="112"/>
                  </a:lnTo>
                  <a:lnTo>
                    <a:pt x="1" y="110"/>
                  </a:lnTo>
                  <a:lnTo>
                    <a:pt x="0" y="107"/>
                  </a:lnTo>
                  <a:lnTo>
                    <a:pt x="0" y="5"/>
                  </a:lnTo>
                  <a:lnTo>
                    <a:pt x="1" y="2"/>
                  </a:lnTo>
                  <a:lnTo>
                    <a:pt x="2" y="1"/>
                  </a:lnTo>
                  <a:lnTo>
                    <a:pt x="6"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27" name="Freeform 32"/>
            <p:cNvSpPr/>
            <p:nvPr/>
          </p:nvSpPr>
          <p:spPr>
            <a:xfrm>
              <a:off x="3719" y="2019"/>
              <a:ext cx="1445" cy="764"/>
            </a:xfrm>
            <a:custGeom>
              <a:avLst/>
              <a:gdLst>
                <a:gd name="txL" fmla="*/ 0 w 1445"/>
                <a:gd name="txT" fmla="*/ 0 h 764"/>
                <a:gd name="txR" fmla="*/ 1445 w 1445"/>
                <a:gd name="txB" fmla="*/ 764 h 764"/>
              </a:gdLst>
              <a:ahLst/>
              <a:cxnLst>
                <a:cxn ang="0">
                  <a:pos x="0" y="0"/>
                </a:cxn>
                <a:cxn ang="0">
                  <a:pos x="174" y="0"/>
                </a:cxn>
                <a:cxn ang="0">
                  <a:pos x="174" y="566"/>
                </a:cxn>
                <a:cxn ang="0">
                  <a:pos x="174" y="567"/>
                </a:cxn>
                <a:cxn ang="0">
                  <a:pos x="175" y="568"/>
                </a:cxn>
                <a:cxn ang="0">
                  <a:pos x="176" y="568"/>
                </a:cxn>
                <a:cxn ang="0">
                  <a:pos x="197" y="569"/>
                </a:cxn>
                <a:cxn ang="0">
                  <a:pos x="198" y="569"/>
                </a:cxn>
                <a:cxn ang="0">
                  <a:pos x="270" y="559"/>
                </a:cxn>
                <a:cxn ang="0">
                  <a:pos x="272" y="559"/>
                </a:cxn>
                <a:cxn ang="0">
                  <a:pos x="273" y="557"/>
                </a:cxn>
                <a:cxn ang="0">
                  <a:pos x="273" y="0"/>
                </a:cxn>
                <a:cxn ang="0">
                  <a:pos x="1188" y="0"/>
                </a:cxn>
                <a:cxn ang="0">
                  <a:pos x="1188" y="566"/>
                </a:cxn>
                <a:cxn ang="0">
                  <a:pos x="1189" y="567"/>
                </a:cxn>
                <a:cxn ang="0">
                  <a:pos x="1190" y="568"/>
                </a:cxn>
                <a:cxn ang="0">
                  <a:pos x="1191" y="568"/>
                </a:cxn>
                <a:cxn ang="0">
                  <a:pos x="1212" y="569"/>
                </a:cxn>
                <a:cxn ang="0">
                  <a:pos x="1213" y="569"/>
                </a:cxn>
                <a:cxn ang="0">
                  <a:pos x="1285" y="559"/>
                </a:cxn>
                <a:cxn ang="0">
                  <a:pos x="1287" y="559"/>
                </a:cxn>
                <a:cxn ang="0">
                  <a:pos x="1288" y="557"/>
                </a:cxn>
                <a:cxn ang="0">
                  <a:pos x="1288" y="0"/>
                </a:cxn>
                <a:cxn ang="0">
                  <a:pos x="1445" y="0"/>
                </a:cxn>
                <a:cxn ang="0">
                  <a:pos x="1445" y="670"/>
                </a:cxn>
                <a:cxn ang="0">
                  <a:pos x="1444" y="685"/>
                </a:cxn>
                <a:cxn ang="0">
                  <a:pos x="1441" y="700"/>
                </a:cxn>
                <a:cxn ang="0">
                  <a:pos x="1435" y="714"/>
                </a:cxn>
                <a:cxn ang="0">
                  <a:pos x="1428" y="726"/>
                </a:cxn>
                <a:cxn ang="0">
                  <a:pos x="1419" y="737"/>
                </a:cxn>
                <a:cxn ang="0">
                  <a:pos x="1408" y="746"/>
                </a:cxn>
                <a:cxn ang="0">
                  <a:pos x="1397" y="754"/>
                </a:cxn>
                <a:cxn ang="0">
                  <a:pos x="1384" y="759"/>
                </a:cxn>
                <a:cxn ang="0">
                  <a:pos x="1370" y="763"/>
                </a:cxn>
                <a:cxn ang="0">
                  <a:pos x="1356" y="764"/>
                </a:cxn>
                <a:cxn ang="0">
                  <a:pos x="89" y="764"/>
                </a:cxn>
                <a:cxn ang="0">
                  <a:pos x="75" y="763"/>
                </a:cxn>
                <a:cxn ang="0">
                  <a:pos x="61" y="759"/>
                </a:cxn>
                <a:cxn ang="0">
                  <a:pos x="49" y="754"/>
                </a:cxn>
                <a:cxn ang="0">
                  <a:pos x="37" y="746"/>
                </a:cxn>
                <a:cxn ang="0">
                  <a:pos x="27" y="737"/>
                </a:cxn>
                <a:cxn ang="0">
                  <a:pos x="18" y="726"/>
                </a:cxn>
                <a:cxn ang="0">
                  <a:pos x="10" y="714"/>
                </a:cxn>
                <a:cxn ang="0">
                  <a:pos x="5" y="700"/>
                </a:cxn>
                <a:cxn ang="0">
                  <a:pos x="1" y="685"/>
                </a:cxn>
                <a:cxn ang="0">
                  <a:pos x="0" y="670"/>
                </a:cxn>
                <a:cxn ang="0">
                  <a:pos x="0" y="0"/>
                </a:cxn>
              </a:cxnLst>
              <a:rect l="txL" t="txT" r="txR" b="txB"/>
              <a:pathLst>
                <a:path w="1445" h="764">
                  <a:moveTo>
                    <a:pt x="0" y="0"/>
                  </a:moveTo>
                  <a:lnTo>
                    <a:pt x="174" y="0"/>
                  </a:lnTo>
                  <a:lnTo>
                    <a:pt x="174" y="566"/>
                  </a:lnTo>
                  <a:lnTo>
                    <a:pt x="174" y="567"/>
                  </a:lnTo>
                  <a:lnTo>
                    <a:pt x="175" y="568"/>
                  </a:lnTo>
                  <a:lnTo>
                    <a:pt x="176" y="568"/>
                  </a:lnTo>
                  <a:lnTo>
                    <a:pt x="197" y="569"/>
                  </a:lnTo>
                  <a:lnTo>
                    <a:pt x="198" y="569"/>
                  </a:lnTo>
                  <a:lnTo>
                    <a:pt x="270" y="559"/>
                  </a:lnTo>
                  <a:lnTo>
                    <a:pt x="272" y="559"/>
                  </a:lnTo>
                  <a:lnTo>
                    <a:pt x="273" y="557"/>
                  </a:lnTo>
                  <a:lnTo>
                    <a:pt x="273" y="0"/>
                  </a:lnTo>
                  <a:lnTo>
                    <a:pt x="1188" y="0"/>
                  </a:lnTo>
                  <a:lnTo>
                    <a:pt x="1188" y="566"/>
                  </a:lnTo>
                  <a:lnTo>
                    <a:pt x="1189" y="567"/>
                  </a:lnTo>
                  <a:lnTo>
                    <a:pt x="1190" y="568"/>
                  </a:lnTo>
                  <a:lnTo>
                    <a:pt x="1191" y="568"/>
                  </a:lnTo>
                  <a:lnTo>
                    <a:pt x="1212" y="569"/>
                  </a:lnTo>
                  <a:lnTo>
                    <a:pt x="1213" y="569"/>
                  </a:lnTo>
                  <a:lnTo>
                    <a:pt x="1285" y="559"/>
                  </a:lnTo>
                  <a:lnTo>
                    <a:pt x="1287" y="559"/>
                  </a:lnTo>
                  <a:lnTo>
                    <a:pt x="1288" y="557"/>
                  </a:lnTo>
                  <a:lnTo>
                    <a:pt x="1288" y="0"/>
                  </a:lnTo>
                  <a:lnTo>
                    <a:pt x="1445" y="0"/>
                  </a:lnTo>
                  <a:lnTo>
                    <a:pt x="1445" y="670"/>
                  </a:lnTo>
                  <a:lnTo>
                    <a:pt x="1444" y="685"/>
                  </a:lnTo>
                  <a:lnTo>
                    <a:pt x="1441" y="700"/>
                  </a:lnTo>
                  <a:lnTo>
                    <a:pt x="1435" y="714"/>
                  </a:lnTo>
                  <a:lnTo>
                    <a:pt x="1428" y="726"/>
                  </a:lnTo>
                  <a:lnTo>
                    <a:pt x="1419" y="737"/>
                  </a:lnTo>
                  <a:lnTo>
                    <a:pt x="1408" y="746"/>
                  </a:lnTo>
                  <a:lnTo>
                    <a:pt x="1397" y="754"/>
                  </a:lnTo>
                  <a:lnTo>
                    <a:pt x="1384" y="759"/>
                  </a:lnTo>
                  <a:lnTo>
                    <a:pt x="1370" y="763"/>
                  </a:lnTo>
                  <a:lnTo>
                    <a:pt x="1356" y="764"/>
                  </a:lnTo>
                  <a:lnTo>
                    <a:pt x="89" y="764"/>
                  </a:lnTo>
                  <a:lnTo>
                    <a:pt x="75" y="763"/>
                  </a:lnTo>
                  <a:lnTo>
                    <a:pt x="61" y="759"/>
                  </a:lnTo>
                  <a:lnTo>
                    <a:pt x="49" y="754"/>
                  </a:lnTo>
                  <a:lnTo>
                    <a:pt x="37" y="746"/>
                  </a:lnTo>
                  <a:lnTo>
                    <a:pt x="27" y="737"/>
                  </a:lnTo>
                  <a:lnTo>
                    <a:pt x="18" y="726"/>
                  </a:lnTo>
                  <a:lnTo>
                    <a:pt x="10" y="714"/>
                  </a:lnTo>
                  <a:lnTo>
                    <a:pt x="5" y="700"/>
                  </a:lnTo>
                  <a:lnTo>
                    <a:pt x="1" y="685"/>
                  </a:lnTo>
                  <a:lnTo>
                    <a:pt x="0" y="670"/>
                  </a:lnTo>
                  <a:lnTo>
                    <a:pt x="0" y="0"/>
                  </a:lnTo>
                  <a:close/>
                </a:path>
              </a:pathLst>
            </a:custGeom>
            <a:gradFill rotWithShape="0">
              <a:gsLst>
                <a:gs pos="0">
                  <a:srgbClr val="5E9EFF">
                    <a:alpha val="100000"/>
                  </a:srgbClr>
                </a:gs>
                <a:gs pos="20000">
                  <a:srgbClr val="85C2FF">
                    <a:alpha val="100000"/>
                  </a:srgbClr>
                </a:gs>
                <a:gs pos="35001">
                  <a:srgbClr val="C4D6EB">
                    <a:alpha val="100000"/>
                  </a:srgbClr>
                </a:gs>
                <a:gs pos="50000">
                  <a:srgbClr val="FFEBFA">
                    <a:alpha val="100000"/>
                  </a:srgbClr>
                </a:gs>
                <a:gs pos="64999">
                  <a:srgbClr val="C4D6EB">
                    <a:alpha val="100000"/>
                  </a:srgbClr>
                </a:gs>
                <a:gs pos="80000">
                  <a:srgbClr val="85C2FF">
                    <a:alpha val="100000"/>
                  </a:srgbClr>
                </a:gs>
                <a:gs pos="100000">
                  <a:srgbClr val="5E9EFF">
                    <a:alpha val="100000"/>
                  </a:srgbClr>
                </a:gs>
              </a:gsLst>
              <a:lin ang="2700000" scaled="1"/>
              <a:tileRect/>
            </a:gradFill>
            <a:ln w="0" cap="flat" cmpd="sng">
              <a:solidFill>
                <a:srgbClr val="C8D4D3">
                  <a:alpha val="100000"/>
                </a:srgbClr>
              </a:solidFill>
              <a:prstDash val="solid"/>
              <a:round/>
              <a:headEnd type="none" w="med" len="med"/>
              <a:tailEnd type="none" w="med" len="med"/>
            </a:ln>
          </p:spPr>
          <p:txBody>
            <a:bodyPr/>
            <a:p>
              <a:endParaRPr lang="zh-CN" altLang="en-US"/>
            </a:p>
          </p:txBody>
        </p:sp>
        <p:sp>
          <p:nvSpPr>
            <p:cNvPr id="28" name="Freeform 33"/>
            <p:cNvSpPr/>
            <p:nvPr/>
          </p:nvSpPr>
          <p:spPr>
            <a:xfrm>
              <a:off x="3898" y="2019"/>
              <a:ext cx="16" cy="563"/>
            </a:xfrm>
            <a:custGeom>
              <a:avLst/>
              <a:gdLst>
                <a:gd name="txL" fmla="*/ 0 w 16"/>
                <a:gd name="txT" fmla="*/ 0 h 563"/>
                <a:gd name="txR" fmla="*/ 16 w 16"/>
                <a:gd name="txB" fmla="*/ 563 h 563"/>
              </a:gdLst>
              <a:ahLst/>
              <a:cxnLst>
                <a:cxn ang="0">
                  <a:pos x="0" y="0"/>
                </a:cxn>
                <a:cxn ang="0">
                  <a:pos x="16" y="0"/>
                </a:cxn>
                <a:cxn ang="0">
                  <a:pos x="16" y="563"/>
                </a:cxn>
                <a:cxn ang="0">
                  <a:pos x="0" y="562"/>
                </a:cxn>
                <a:cxn ang="0">
                  <a:pos x="0" y="0"/>
                </a:cxn>
              </a:cxnLst>
              <a:rect l="txL" t="txT" r="txR" b="txB"/>
              <a:pathLst>
                <a:path w="16" h="563">
                  <a:moveTo>
                    <a:pt x="0" y="0"/>
                  </a:moveTo>
                  <a:lnTo>
                    <a:pt x="16" y="0"/>
                  </a:lnTo>
                  <a:lnTo>
                    <a:pt x="16" y="563"/>
                  </a:lnTo>
                  <a:lnTo>
                    <a:pt x="0" y="562"/>
                  </a:lnTo>
                  <a:lnTo>
                    <a:pt x="0" y="0"/>
                  </a:lnTo>
                  <a:close/>
                </a:path>
              </a:pathLst>
            </a:custGeom>
            <a:solidFill>
              <a:srgbClr val="B9C8C7">
                <a:alpha val="100000"/>
              </a:srgbClr>
            </a:solidFill>
            <a:ln w="0" cap="flat" cmpd="sng">
              <a:solidFill>
                <a:srgbClr val="B9C8C7">
                  <a:alpha val="100000"/>
                </a:srgbClr>
              </a:solidFill>
              <a:prstDash val="solid"/>
              <a:round/>
              <a:headEnd type="none" w="med" len="med"/>
              <a:tailEnd type="none" w="med" len="med"/>
            </a:ln>
          </p:spPr>
          <p:txBody>
            <a:bodyPr/>
            <a:p>
              <a:endParaRPr lang="zh-CN" altLang="en-US"/>
            </a:p>
          </p:txBody>
        </p:sp>
        <p:sp>
          <p:nvSpPr>
            <p:cNvPr id="29" name="Freeform 34"/>
            <p:cNvSpPr/>
            <p:nvPr/>
          </p:nvSpPr>
          <p:spPr>
            <a:xfrm>
              <a:off x="3893" y="2019"/>
              <a:ext cx="24" cy="569"/>
            </a:xfrm>
            <a:custGeom>
              <a:avLst/>
              <a:gdLst>
                <a:gd name="txL" fmla="*/ 0 w 24"/>
                <a:gd name="txT" fmla="*/ 0 h 569"/>
                <a:gd name="txR" fmla="*/ 24 w 24"/>
                <a:gd name="txB" fmla="*/ 569 h 569"/>
              </a:gdLst>
              <a:ahLst/>
              <a:cxnLst>
                <a:cxn ang="0">
                  <a:pos x="0" y="0"/>
                </a:cxn>
                <a:cxn ang="0">
                  <a:pos x="5" y="0"/>
                </a:cxn>
                <a:cxn ang="0">
                  <a:pos x="5" y="562"/>
                </a:cxn>
                <a:cxn ang="0">
                  <a:pos x="21" y="563"/>
                </a:cxn>
                <a:cxn ang="0">
                  <a:pos x="21" y="566"/>
                </a:cxn>
                <a:cxn ang="0">
                  <a:pos x="22" y="568"/>
                </a:cxn>
                <a:cxn ang="0">
                  <a:pos x="24" y="569"/>
                </a:cxn>
                <a:cxn ang="0">
                  <a:pos x="23" y="569"/>
                </a:cxn>
                <a:cxn ang="0">
                  <a:pos x="2" y="568"/>
                </a:cxn>
                <a:cxn ang="0">
                  <a:pos x="1" y="568"/>
                </a:cxn>
                <a:cxn ang="0">
                  <a:pos x="0" y="567"/>
                </a:cxn>
                <a:cxn ang="0">
                  <a:pos x="0" y="566"/>
                </a:cxn>
                <a:cxn ang="0">
                  <a:pos x="0" y="0"/>
                </a:cxn>
              </a:cxnLst>
              <a:rect l="txL" t="txT" r="txR" b="txB"/>
              <a:pathLst>
                <a:path w="24" h="569">
                  <a:moveTo>
                    <a:pt x="0" y="0"/>
                  </a:moveTo>
                  <a:lnTo>
                    <a:pt x="5" y="0"/>
                  </a:lnTo>
                  <a:lnTo>
                    <a:pt x="5" y="562"/>
                  </a:lnTo>
                  <a:lnTo>
                    <a:pt x="21" y="563"/>
                  </a:lnTo>
                  <a:lnTo>
                    <a:pt x="21" y="566"/>
                  </a:lnTo>
                  <a:lnTo>
                    <a:pt x="22" y="568"/>
                  </a:lnTo>
                  <a:lnTo>
                    <a:pt x="24" y="569"/>
                  </a:lnTo>
                  <a:lnTo>
                    <a:pt x="23" y="569"/>
                  </a:lnTo>
                  <a:lnTo>
                    <a:pt x="2" y="568"/>
                  </a:lnTo>
                  <a:lnTo>
                    <a:pt x="1" y="568"/>
                  </a:lnTo>
                  <a:lnTo>
                    <a:pt x="0" y="567"/>
                  </a:lnTo>
                  <a:lnTo>
                    <a:pt x="0" y="566"/>
                  </a:lnTo>
                  <a:lnTo>
                    <a:pt x="0" y="0"/>
                  </a:lnTo>
                  <a:close/>
                </a:path>
              </a:pathLst>
            </a:custGeom>
            <a:solidFill>
              <a:srgbClr val="596F6D">
                <a:alpha val="100000"/>
              </a:srgbClr>
            </a:solidFill>
            <a:ln w="0" cap="flat" cmpd="sng">
              <a:solidFill>
                <a:srgbClr val="596F6D">
                  <a:alpha val="100000"/>
                </a:srgbClr>
              </a:solidFill>
              <a:prstDash val="solid"/>
              <a:round/>
              <a:headEnd type="none" w="med" len="med"/>
              <a:tailEnd type="none" w="med" len="med"/>
            </a:ln>
          </p:spPr>
          <p:txBody>
            <a:bodyPr/>
            <a:p>
              <a:endParaRPr lang="zh-CN" altLang="en-US"/>
            </a:p>
          </p:txBody>
        </p:sp>
        <p:sp>
          <p:nvSpPr>
            <p:cNvPr id="30" name="Freeform 35"/>
            <p:cNvSpPr/>
            <p:nvPr/>
          </p:nvSpPr>
          <p:spPr>
            <a:xfrm>
              <a:off x="3920" y="2019"/>
              <a:ext cx="21" cy="563"/>
            </a:xfrm>
            <a:custGeom>
              <a:avLst/>
              <a:gdLst>
                <a:gd name="txL" fmla="*/ 0 w 21"/>
                <a:gd name="txT" fmla="*/ 0 h 563"/>
                <a:gd name="txR" fmla="*/ 21 w 21"/>
                <a:gd name="txB" fmla="*/ 563 h 563"/>
              </a:gdLst>
              <a:ahLst/>
              <a:cxnLst>
                <a:cxn ang="0">
                  <a:pos x="0" y="0"/>
                </a:cxn>
                <a:cxn ang="0">
                  <a:pos x="21" y="0"/>
                </a:cxn>
                <a:cxn ang="0">
                  <a:pos x="21" y="560"/>
                </a:cxn>
                <a:cxn ang="0">
                  <a:pos x="0" y="563"/>
                </a:cxn>
                <a:cxn ang="0">
                  <a:pos x="0" y="0"/>
                </a:cxn>
              </a:cxnLst>
              <a:rect l="txL" t="txT" r="txR" b="txB"/>
              <a:pathLst>
                <a:path w="21" h="563">
                  <a:moveTo>
                    <a:pt x="0" y="0"/>
                  </a:moveTo>
                  <a:lnTo>
                    <a:pt x="21" y="0"/>
                  </a:lnTo>
                  <a:lnTo>
                    <a:pt x="21" y="560"/>
                  </a:lnTo>
                  <a:lnTo>
                    <a:pt x="0" y="563"/>
                  </a:lnTo>
                  <a:lnTo>
                    <a:pt x="0" y="0"/>
                  </a:lnTo>
                  <a:close/>
                </a:path>
              </a:pathLst>
            </a:custGeom>
            <a:solidFill>
              <a:srgbClr val="C9D5D4">
                <a:alpha val="100000"/>
              </a:srgbClr>
            </a:solidFill>
            <a:ln w="0" cap="flat" cmpd="sng">
              <a:solidFill>
                <a:srgbClr val="C9D5D4">
                  <a:alpha val="100000"/>
                </a:srgbClr>
              </a:solidFill>
              <a:prstDash val="solid"/>
              <a:round/>
              <a:headEnd type="none" w="med" len="med"/>
              <a:tailEnd type="none" w="med" len="med"/>
            </a:ln>
          </p:spPr>
          <p:txBody>
            <a:bodyPr/>
            <a:p>
              <a:endParaRPr lang="zh-CN" altLang="en-US"/>
            </a:p>
          </p:txBody>
        </p:sp>
        <p:sp>
          <p:nvSpPr>
            <p:cNvPr id="31" name="Freeform 36"/>
            <p:cNvSpPr/>
            <p:nvPr/>
          </p:nvSpPr>
          <p:spPr>
            <a:xfrm>
              <a:off x="3941" y="2019"/>
              <a:ext cx="24" cy="560"/>
            </a:xfrm>
            <a:custGeom>
              <a:avLst/>
              <a:gdLst>
                <a:gd name="txL" fmla="*/ 0 w 24"/>
                <a:gd name="txT" fmla="*/ 0 h 560"/>
                <a:gd name="txR" fmla="*/ 24 w 24"/>
                <a:gd name="txB" fmla="*/ 560 h 560"/>
              </a:gdLst>
              <a:ahLst/>
              <a:cxnLst>
                <a:cxn ang="0">
                  <a:pos x="0" y="0"/>
                </a:cxn>
                <a:cxn ang="0">
                  <a:pos x="24" y="0"/>
                </a:cxn>
                <a:cxn ang="0">
                  <a:pos x="24" y="557"/>
                </a:cxn>
                <a:cxn ang="0">
                  <a:pos x="0" y="560"/>
                </a:cxn>
                <a:cxn ang="0">
                  <a:pos x="0" y="0"/>
                </a:cxn>
              </a:cxnLst>
              <a:rect l="txL" t="txT" r="txR" b="txB"/>
              <a:pathLst>
                <a:path w="24" h="560">
                  <a:moveTo>
                    <a:pt x="0" y="0"/>
                  </a:moveTo>
                  <a:lnTo>
                    <a:pt x="24" y="0"/>
                  </a:lnTo>
                  <a:lnTo>
                    <a:pt x="24" y="557"/>
                  </a:lnTo>
                  <a:lnTo>
                    <a:pt x="0" y="560"/>
                  </a:lnTo>
                  <a:lnTo>
                    <a:pt x="0" y="0"/>
                  </a:lnTo>
                  <a:close/>
                </a:path>
              </a:pathLst>
            </a:custGeom>
            <a:solidFill>
              <a:srgbClr val="A7B7B7">
                <a:alpha val="100000"/>
              </a:srgbClr>
            </a:solidFill>
            <a:ln w="0" cap="flat" cmpd="sng">
              <a:solidFill>
                <a:srgbClr val="A7B7B7">
                  <a:alpha val="100000"/>
                </a:srgbClr>
              </a:solidFill>
              <a:prstDash val="solid"/>
              <a:round/>
              <a:headEnd type="none" w="med" len="med"/>
              <a:tailEnd type="none" w="med" len="med"/>
            </a:ln>
          </p:spPr>
          <p:txBody>
            <a:bodyPr/>
            <a:p>
              <a:endParaRPr lang="zh-CN" altLang="en-US"/>
            </a:p>
          </p:txBody>
        </p:sp>
        <p:sp>
          <p:nvSpPr>
            <p:cNvPr id="32" name="Freeform 37"/>
            <p:cNvSpPr/>
            <p:nvPr/>
          </p:nvSpPr>
          <p:spPr>
            <a:xfrm>
              <a:off x="3965" y="2019"/>
              <a:ext cx="21" cy="557"/>
            </a:xfrm>
            <a:custGeom>
              <a:avLst/>
              <a:gdLst>
                <a:gd name="txL" fmla="*/ 0 w 21"/>
                <a:gd name="txT" fmla="*/ 0 h 557"/>
                <a:gd name="txR" fmla="*/ 21 w 21"/>
                <a:gd name="txB" fmla="*/ 557 h 557"/>
              </a:gdLst>
              <a:ahLst/>
              <a:cxnLst>
                <a:cxn ang="0">
                  <a:pos x="0" y="0"/>
                </a:cxn>
                <a:cxn ang="0">
                  <a:pos x="21" y="0"/>
                </a:cxn>
                <a:cxn ang="0">
                  <a:pos x="21" y="554"/>
                </a:cxn>
                <a:cxn ang="0">
                  <a:pos x="0" y="557"/>
                </a:cxn>
                <a:cxn ang="0">
                  <a:pos x="0" y="0"/>
                </a:cxn>
              </a:cxnLst>
              <a:rect l="txL" t="txT" r="txR" b="txB"/>
              <a:pathLst>
                <a:path w="21" h="557">
                  <a:moveTo>
                    <a:pt x="0" y="0"/>
                  </a:moveTo>
                  <a:lnTo>
                    <a:pt x="21" y="0"/>
                  </a:lnTo>
                  <a:lnTo>
                    <a:pt x="21" y="554"/>
                  </a:lnTo>
                  <a:lnTo>
                    <a:pt x="0" y="557"/>
                  </a:lnTo>
                  <a:lnTo>
                    <a:pt x="0" y="0"/>
                  </a:lnTo>
                  <a:close/>
                </a:path>
              </a:pathLst>
            </a:custGeom>
            <a:solidFill>
              <a:srgbClr val="7F9493">
                <a:alpha val="100000"/>
              </a:srgbClr>
            </a:solidFill>
            <a:ln w="0" cap="flat" cmpd="sng">
              <a:solidFill>
                <a:srgbClr val="7F9493">
                  <a:alpha val="100000"/>
                </a:srgbClr>
              </a:solidFill>
              <a:prstDash val="solid"/>
              <a:round/>
              <a:headEnd type="none" w="med" len="med"/>
              <a:tailEnd type="none" w="med" len="med"/>
            </a:ln>
          </p:spPr>
          <p:txBody>
            <a:bodyPr/>
            <a:p>
              <a:endParaRPr lang="zh-CN" altLang="en-US"/>
            </a:p>
          </p:txBody>
        </p:sp>
        <p:sp>
          <p:nvSpPr>
            <p:cNvPr id="33" name="Freeform 38"/>
            <p:cNvSpPr/>
            <p:nvPr/>
          </p:nvSpPr>
          <p:spPr>
            <a:xfrm>
              <a:off x="3914" y="2019"/>
              <a:ext cx="78" cy="569"/>
            </a:xfrm>
            <a:custGeom>
              <a:avLst/>
              <a:gdLst>
                <a:gd name="txL" fmla="*/ 0 w 78"/>
                <a:gd name="txT" fmla="*/ 0 h 569"/>
                <a:gd name="txR" fmla="*/ 78 w 78"/>
                <a:gd name="txB" fmla="*/ 569 h 569"/>
              </a:gdLst>
              <a:ahLst/>
              <a:cxnLst>
                <a:cxn ang="0">
                  <a:pos x="0" y="0"/>
                </a:cxn>
                <a:cxn ang="0">
                  <a:pos x="6" y="0"/>
                </a:cxn>
                <a:cxn ang="0">
                  <a:pos x="6" y="563"/>
                </a:cxn>
                <a:cxn ang="0">
                  <a:pos x="72" y="554"/>
                </a:cxn>
                <a:cxn ang="0">
                  <a:pos x="72" y="0"/>
                </a:cxn>
                <a:cxn ang="0">
                  <a:pos x="78" y="0"/>
                </a:cxn>
                <a:cxn ang="0">
                  <a:pos x="78" y="557"/>
                </a:cxn>
                <a:cxn ang="0">
                  <a:pos x="77" y="559"/>
                </a:cxn>
                <a:cxn ang="0">
                  <a:pos x="75" y="559"/>
                </a:cxn>
                <a:cxn ang="0">
                  <a:pos x="3" y="569"/>
                </a:cxn>
                <a:cxn ang="0">
                  <a:pos x="1" y="568"/>
                </a:cxn>
                <a:cxn ang="0">
                  <a:pos x="0" y="566"/>
                </a:cxn>
                <a:cxn ang="0">
                  <a:pos x="0" y="0"/>
                </a:cxn>
              </a:cxnLst>
              <a:rect l="txL" t="txT" r="txR" b="txB"/>
              <a:pathLst>
                <a:path w="78" h="569">
                  <a:moveTo>
                    <a:pt x="0" y="0"/>
                  </a:moveTo>
                  <a:lnTo>
                    <a:pt x="6" y="0"/>
                  </a:lnTo>
                  <a:lnTo>
                    <a:pt x="6" y="563"/>
                  </a:lnTo>
                  <a:lnTo>
                    <a:pt x="72" y="554"/>
                  </a:lnTo>
                  <a:lnTo>
                    <a:pt x="72" y="0"/>
                  </a:lnTo>
                  <a:lnTo>
                    <a:pt x="78" y="0"/>
                  </a:lnTo>
                  <a:lnTo>
                    <a:pt x="78" y="557"/>
                  </a:lnTo>
                  <a:lnTo>
                    <a:pt x="77" y="559"/>
                  </a:lnTo>
                  <a:lnTo>
                    <a:pt x="75" y="559"/>
                  </a:lnTo>
                  <a:lnTo>
                    <a:pt x="3" y="569"/>
                  </a:lnTo>
                  <a:lnTo>
                    <a:pt x="1" y="568"/>
                  </a:lnTo>
                  <a:lnTo>
                    <a:pt x="0" y="566"/>
                  </a:lnTo>
                  <a:lnTo>
                    <a:pt x="0" y="0"/>
                  </a:lnTo>
                  <a:close/>
                </a:path>
              </a:pathLst>
            </a:custGeom>
            <a:solidFill>
              <a:srgbClr val="283E3F">
                <a:alpha val="100000"/>
              </a:srgbClr>
            </a:solidFill>
            <a:ln w="0" cap="flat" cmpd="sng">
              <a:solidFill>
                <a:srgbClr val="283E3F">
                  <a:alpha val="100000"/>
                </a:srgbClr>
              </a:solidFill>
              <a:prstDash val="solid"/>
              <a:round/>
              <a:headEnd type="none" w="med" len="med"/>
              <a:tailEnd type="none" w="med" len="med"/>
            </a:ln>
          </p:spPr>
          <p:txBody>
            <a:bodyPr/>
            <a:p>
              <a:endParaRPr lang="zh-CN" altLang="en-US"/>
            </a:p>
          </p:txBody>
        </p:sp>
        <p:sp>
          <p:nvSpPr>
            <p:cNvPr id="34" name="Freeform 39"/>
            <p:cNvSpPr/>
            <p:nvPr/>
          </p:nvSpPr>
          <p:spPr>
            <a:xfrm>
              <a:off x="4913" y="2019"/>
              <a:ext cx="16" cy="563"/>
            </a:xfrm>
            <a:custGeom>
              <a:avLst/>
              <a:gdLst>
                <a:gd name="txL" fmla="*/ 0 w 16"/>
                <a:gd name="txT" fmla="*/ 0 h 563"/>
                <a:gd name="txR" fmla="*/ 16 w 16"/>
                <a:gd name="txB" fmla="*/ 563 h 563"/>
              </a:gdLst>
              <a:ahLst/>
              <a:cxnLst>
                <a:cxn ang="0">
                  <a:pos x="0" y="0"/>
                </a:cxn>
                <a:cxn ang="0">
                  <a:pos x="16" y="0"/>
                </a:cxn>
                <a:cxn ang="0">
                  <a:pos x="16" y="563"/>
                </a:cxn>
                <a:cxn ang="0">
                  <a:pos x="0" y="562"/>
                </a:cxn>
                <a:cxn ang="0">
                  <a:pos x="0" y="0"/>
                </a:cxn>
              </a:cxnLst>
              <a:rect l="txL" t="txT" r="txR" b="txB"/>
              <a:pathLst>
                <a:path w="16" h="563">
                  <a:moveTo>
                    <a:pt x="0" y="0"/>
                  </a:moveTo>
                  <a:lnTo>
                    <a:pt x="16" y="0"/>
                  </a:lnTo>
                  <a:lnTo>
                    <a:pt x="16" y="563"/>
                  </a:lnTo>
                  <a:lnTo>
                    <a:pt x="0" y="562"/>
                  </a:lnTo>
                  <a:lnTo>
                    <a:pt x="0" y="0"/>
                  </a:lnTo>
                  <a:close/>
                </a:path>
              </a:pathLst>
            </a:custGeom>
            <a:solidFill>
              <a:srgbClr val="96AAA9">
                <a:alpha val="100000"/>
              </a:srgbClr>
            </a:solidFill>
            <a:ln w="0" cap="flat" cmpd="sng">
              <a:solidFill>
                <a:srgbClr val="96AAA9">
                  <a:alpha val="100000"/>
                </a:srgbClr>
              </a:solidFill>
              <a:prstDash val="solid"/>
              <a:round/>
              <a:headEnd type="none" w="med" len="med"/>
              <a:tailEnd type="none" w="med" len="med"/>
            </a:ln>
          </p:spPr>
          <p:txBody>
            <a:bodyPr/>
            <a:p>
              <a:endParaRPr lang="zh-CN" altLang="en-US"/>
            </a:p>
          </p:txBody>
        </p:sp>
        <p:sp>
          <p:nvSpPr>
            <p:cNvPr id="35" name="Freeform 40"/>
            <p:cNvSpPr/>
            <p:nvPr/>
          </p:nvSpPr>
          <p:spPr>
            <a:xfrm>
              <a:off x="4907" y="2019"/>
              <a:ext cx="25" cy="569"/>
            </a:xfrm>
            <a:custGeom>
              <a:avLst/>
              <a:gdLst>
                <a:gd name="txL" fmla="*/ 0 w 25"/>
                <a:gd name="txT" fmla="*/ 0 h 569"/>
                <a:gd name="txR" fmla="*/ 25 w 25"/>
                <a:gd name="txB" fmla="*/ 569 h 569"/>
              </a:gdLst>
              <a:ahLst/>
              <a:cxnLst>
                <a:cxn ang="0">
                  <a:pos x="0" y="0"/>
                </a:cxn>
                <a:cxn ang="0">
                  <a:pos x="6" y="0"/>
                </a:cxn>
                <a:cxn ang="0">
                  <a:pos x="6" y="562"/>
                </a:cxn>
                <a:cxn ang="0">
                  <a:pos x="22" y="563"/>
                </a:cxn>
                <a:cxn ang="0">
                  <a:pos x="22" y="566"/>
                </a:cxn>
                <a:cxn ang="0">
                  <a:pos x="22" y="568"/>
                </a:cxn>
                <a:cxn ang="0">
                  <a:pos x="25" y="569"/>
                </a:cxn>
                <a:cxn ang="0">
                  <a:pos x="24" y="569"/>
                </a:cxn>
                <a:cxn ang="0">
                  <a:pos x="3" y="568"/>
                </a:cxn>
                <a:cxn ang="0">
                  <a:pos x="2" y="568"/>
                </a:cxn>
                <a:cxn ang="0">
                  <a:pos x="1" y="567"/>
                </a:cxn>
                <a:cxn ang="0">
                  <a:pos x="0" y="566"/>
                </a:cxn>
                <a:cxn ang="0">
                  <a:pos x="0" y="0"/>
                </a:cxn>
              </a:cxnLst>
              <a:rect l="txL" t="txT" r="txR" b="txB"/>
              <a:pathLst>
                <a:path w="25" h="569">
                  <a:moveTo>
                    <a:pt x="0" y="0"/>
                  </a:moveTo>
                  <a:lnTo>
                    <a:pt x="6" y="0"/>
                  </a:lnTo>
                  <a:lnTo>
                    <a:pt x="6" y="562"/>
                  </a:lnTo>
                  <a:lnTo>
                    <a:pt x="22" y="563"/>
                  </a:lnTo>
                  <a:lnTo>
                    <a:pt x="22" y="566"/>
                  </a:lnTo>
                  <a:lnTo>
                    <a:pt x="22" y="568"/>
                  </a:lnTo>
                  <a:lnTo>
                    <a:pt x="25" y="569"/>
                  </a:lnTo>
                  <a:lnTo>
                    <a:pt x="24" y="569"/>
                  </a:lnTo>
                  <a:lnTo>
                    <a:pt x="3" y="568"/>
                  </a:lnTo>
                  <a:lnTo>
                    <a:pt x="2" y="568"/>
                  </a:lnTo>
                  <a:lnTo>
                    <a:pt x="1" y="567"/>
                  </a:lnTo>
                  <a:lnTo>
                    <a:pt x="0" y="566"/>
                  </a:lnTo>
                  <a:lnTo>
                    <a:pt x="0" y="0"/>
                  </a:lnTo>
                  <a:close/>
                </a:path>
              </a:pathLst>
            </a:custGeom>
            <a:solidFill>
              <a:srgbClr val="596F6D">
                <a:alpha val="100000"/>
              </a:srgbClr>
            </a:solidFill>
            <a:ln w="0" cap="flat" cmpd="sng">
              <a:solidFill>
                <a:srgbClr val="596F6D">
                  <a:alpha val="100000"/>
                </a:srgbClr>
              </a:solidFill>
              <a:prstDash val="solid"/>
              <a:round/>
              <a:headEnd type="none" w="med" len="med"/>
              <a:tailEnd type="none" w="med" len="med"/>
            </a:ln>
          </p:spPr>
          <p:txBody>
            <a:bodyPr/>
            <a:p>
              <a:endParaRPr lang="zh-CN" altLang="en-US"/>
            </a:p>
          </p:txBody>
        </p:sp>
        <p:sp>
          <p:nvSpPr>
            <p:cNvPr id="36" name="Freeform 41"/>
            <p:cNvSpPr/>
            <p:nvPr/>
          </p:nvSpPr>
          <p:spPr>
            <a:xfrm>
              <a:off x="4934" y="2019"/>
              <a:ext cx="22" cy="563"/>
            </a:xfrm>
            <a:custGeom>
              <a:avLst/>
              <a:gdLst>
                <a:gd name="txL" fmla="*/ 0 w 22"/>
                <a:gd name="txT" fmla="*/ 0 h 563"/>
                <a:gd name="txR" fmla="*/ 22 w 22"/>
                <a:gd name="txB" fmla="*/ 563 h 563"/>
              </a:gdLst>
              <a:ahLst/>
              <a:cxnLst>
                <a:cxn ang="0">
                  <a:pos x="0" y="0"/>
                </a:cxn>
                <a:cxn ang="0">
                  <a:pos x="22" y="0"/>
                </a:cxn>
                <a:cxn ang="0">
                  <a:pos x="22" y="560"/>
                </a:cxn>
                <a:cxn ang="0">
                  <a:pos x="0" y="563"/>
                </a:cxn>
                <a:cxn ang="0">
                  <a:pos x="0" y="0"/>
                </a:cxn>
              </a:cxnLst>
              <a:rect l="txL" t="txT" r="txR" b="txB"/>
              <a:pathLst>
                <a:path w="22" h="563">
                  <a:moveTo>
                    <a:pt x="0" y="0"/>
                  </a:moveTo>
                  <a:lnTo>
                    <a:pt x="22" y="0"/>
                  </a:lnTo>
                  <a:lnTo>
                    <a:pt x="22" y="560"/>
                  </a:lnTo>
                  <a:lnTo>
                    <a:pt x="0" y="563"/>
                  </a:lnTo>
                  <a:lnTo>
                    <a:pt x="0" y="0"/>
                  </a:lnTo>
                  <a:close/>
                </a:path>
              </a:pathLst>
            </a:custGeom>
            <a:solidFill>
              <a:srgbClr val="A8BABA">
                <a:alpha val="100000"/>
              </a:srgbClr>
            </a:solidFill>
            <a:ln w="0" cap="flat" cmpd="sng">
              <a:solidFill>
                <a:srgbClr val="A8BABA">
                  <a:alpha val="100000"/>
                </a:srgbClr>
              </a:solidFill>
              <a:prstDash val="solid"/>
              <a:round/>
              <a:headEnd type="none" w="med" len="med"/>
              <a:tailEnd type="none" w="med" len="med"/>
            </a:ln>
          </p:spPr>
          <p:txBody>
            <a:bodyPr/>
            <a:p>
              <a:endParaRPr lang="zh-CN" altLang="en-US"/>
            </a:p>
          </p:txBody>
        </p:sp>
        <p:sp>
          <p:nvSpPr>
            <p:cNvPr id="37" name="Freeform 42"/>
            <p:cNvSpPr/>
            <p:nvPr/>
          </p:nvSpPr>
          <p:spPr>
            <a:xfrm>
              <a:off x="4956" y="2019"/>
              <a:ext cx="24" cy="560"/>
            </a:xfrm>
            <a:custGeom>
              <a:avLst/>
              <a:gdLst>
                <a:gd name="txL" fmla="*/ 0 w 24"/>
                <a:gd name="txT" fmla="*/ 0 h 560"/>
                <a:gd name="txR" fmla="*/ 24 w 24"/>
                <a:gd name="txB" fmla="*/ 560 h 560"/>
              </a:gdLst>
              <a:ahLst/>
              <a:cxnLst>
                <a:cxn ang="0">
                  <a:pos x="0" y="0"/>
                </a:cxn>
                <a:cxn ang="0">
                  <a:pos x="24" y="0"/>
                </a:cxn>
                <a:cxn ang="0">
                  <a:pos x="24" y="557"/>
                </a:cxn>
                <a:cxn ang="0">
                  <a:pos x="0" y="560"/>
                </a:cxn>
                <a:cxn ang="0">
                  <a:pos x="0" y="0"/>
                </a:cxn>
              </a:cxnLst>
              <a:rect l="txL" t="txT" r="txR" b="txB"/>
              <a:pathLst>
                <a:path w="24" h="560">
                  <a:moveTo>
                    <a:pt x="0" y="0"/>
                  </a:moveTo>
                  <a:lnTo>
                    <a:pt x="24" y="0"/>
                  </a:lnTo>
                  <a:lnTo>
                    <a:pt x="24" y="557"/>
                  </a:lnTo>
                  <a:lnTo>
                    <a:pt x="0" y="560"/>
                  </a:lnTo>
                  <a:lnTo>
                    <a:pt x="0" y="0"/>
                  </a:lnTo>
                  <a:close/>
                </a:path>
              </a:pathLst>
            </a:custGeom>
            <a:solidFill>
              <a:srgbClr val="98ACAC">
                <a:alpha val="100000"/>
              </a:srgbClr>
            </a:solidFill>
            <a:ln w="0" cap="flat" cmpd="sng">
              <a:solidFill>
                <a:srgbClr val="98ACAC">
                  <a:alpha val="100000"/>
                </a:srgbClr>
              </a:solidFill>
              <a:prstDash val="solid"/>
              <a:round/>
              <a:headEnd type="none" w="med" len="med"/>
              <a:tailEnd type="none" w="med" len="med"/>
            </a:ln>
          </p:spPr>
          <p:txBody>
            <a:bodyPr/>
            <a:p>
              <a:endParaRPr lang="zh-CN" altLang="en-US"/>
            </a:p>
          </p:txBody>
        </p:sp>
        <p:sp>
          <p:nvSpPr>
            <p:cNvPr id="38" name="Freeform 43"/>
            <p:cNvSpPr/>
            <p:nvPr/>
          </p:nvSpPr>
          <p:spPr>
            <a:xfrm>
              <a:off x="4980" y="2019"/>
              <a:ext cx="21" cy="557"/>
            </a:xfrm>
            <a:custGeom>
              <a:avLst/>
              <a:gdLst>
                <a:gd name="txL" fmla="*/ 0 w 21"/>
                <a:gd name="txT" fmla="*/ 0 h 557"/>
                <a:gd name="txR" fmla="*/ 21 w 21"/>
                <a:gd name="txB" fmla="*/ 557 h 557"/>
              </a:gdLst>
              <a:ahLst/>
              <a:cxnLst>
                <a:cxn ang="0">
                  <a:pos x="0" y="0"/>
                </a:cxn>
                <a:cxn ang="0">
                  <a:pos x="21" y="0"/>
                </a:cxn>
                <a:cxn ang="0">
                  <a:pos x="21" y="554"/>
                </a:cxn>
                <a:cxn ang="0">
                  <a:pos x="0" y="557"/>
                </a:cxn>
                <a:cxn ang="0">
                  <a:pos x="0" y="0"/>
                </a:cxn>
              </a:cxnLst>
              <a:rect l="txL" t="txT" r="txR" b="txB"/>
              <a:pathLst>
                <a:path w="21" h="557">
                  <a:moveTo>
                    <a:pt x="0" y="0"/>
                  </a:moveTo>
                  <a:lnTo>
                    <a:pt x="21" y="0"/>
                  </a:lnTo>
                  <a:lnTo>
                    <a:pt x="21" y="554"/>
                  </a:lnTo>
                  <a:lnTo>
                    <a:pt x="0" y="557"/>
                  </a:lnTo>
                  <a:lnTo>
                    <a:pt x="0" y="0"/>
                  </a:lnTo>
                  <a:close/>
                </a:path>
              </a:pathLst>
            </a:custGeom>
            <a:solidFill>
              <a:srgbClr val="879D9D">
                <a:alpha val="100000"/>
              </a:srgbClr>
            </a:solidFill>
            <a:ln w="0" cap="flat" cmpd="sng">
              <a:solidFill>
                <a:srgbClr val="879D9D">
                  <a:alpha val="100000"/>
                </a:srgbClr>
              </a:solidFill>
              <a:prstDash val="solid"/>
              <a:round/>
              <a:headEnd type="none" w="med" len="med"/>
              <a:tailEnd type="none" w="med" len="med"/>
            </a:ln>
          </p:spPr>
          <p:txBody>
            <a:bodyPr/>
            <a:p>
              <a:endParaRPr lang="zh-CN" altLang="en-US"/>
            </a:p>
          </p:txBody>
        </p:sp>
        <p:sp>
          <p:nvSpPr>
            <p:cNvPr id="39" name="Freeform 44"/>
            <p:cNvSpPr/>
            <p:nvPr/>
          </p:nvSpPr>
          <p:spPr>
            <a:xfrm>
              <a:off x="4929" y="2019"/>
              <a:ext cx="78" cy="569"/>
            </a:xfrm>
            <a:custGeom>
              <a:avLst/>
              <a:gdLst>
                <a:gd name="txL" fmla="*/ 0 w 78"/>
                <a:gd name="txT" fmla="*/ 0 h 569"/>
                <a:gd name="txR" fmla="*/ 78 w 78"/>
                <a:gd name="txB" fmla="*/ 569 h 569"/>
              </a:gdLst>
              <a:ahLst/>
              <a:cxnLst>
                <a:cxn ang="0">
                  <a:pos x="0" y="0"/>
                </a:cxn>
                <a:cxn ang="0">
                  <a:pos x="5" y="0"/>
                </a:cxn>
                <a:cxn ang="0">
                  <a:pos x="5" y="563"/>
                </a:cxn>
                <a:cxn ang="0">
                  <a:pos x="72" y="554"/>
                </a:cxn>
                <a:cxn ang="0">
                  <a:pos x="72" y="0"/>
                </a:cxn>
                <a:cxn ang="0">
                  <a:pos x="78" y="0"/>
                </a:cxn>
                <a:cxn ang="0">
                  <a:pos x="78" y="557"/>
                </a:cxn>
                <a:cxn ang="0">
                  <a:pos x="77" y="559"/>
                </a:cxn>
                <a:cxn ang="0">
                  <a:pos x="75" y="559"/>
                </a:cxn>
                <a:cxn ang="0">
                  <a:pos x="3" y="569"/>
                </a:cxn>
                <a:cxn ang="0">
                  <a:pos x="0" y="568"/>
                </a:cxn>
                <a:cxn ang="0">
                  <a:pos x="0" y="566"/>
                </a:cxn>
                <a:cxn ang="0">
                  <a:pos x="0" y="0"/>
                </a:cxn>
              </a:cxnLst>
              <a:rect l="txL" t="txT" r="txR" b="txB"/>
              <a:pathLst>
                <a:path w="78" h="569">
                  <a:moveTo>
                    <a:pt x="0" y="0"/>
                  </a:moveTo>
                  <a:lnTo>
                    <a:pt x="5" y="0"/>
                  </a:lnTo>
                  <a:lnTo>
                    <a:pt x="5" y="563"/>
                  </a:lnTo>
                  <a:lnTo>
                    <a:pt x="72" y="554"/>
                  </a:lnTo>
                  <a:lnTo>
                    <a:pt x="72" y="0"/>
                  </a:lnTo>
                  <a:lnTo>
                    <a:pt x="78" y="0"/>
                  </a:lnTo>
                  <a:lnTo>
                    <a:pt x="78" y="557"/>
                  </a:lnTo>
                  <a:lnTo>
                    <a:pt x="77" y="559"/>
                  </a:lnTo>
                  <a:lnTo>
                    <a:pt x="75" y="559"/>
                  </a:lnTo>
                  <a:lnTo>
                    <a:pt x="3" y="569"/>
                  </a:lnTo>
                  <a:lnTo>
                    <a:pt x="0" y="568"/>
                  </a:lnTo>
                  <a:lnTo>
                    <a:pt x="0" y="566"/>
                  </a:lnTo>
                  <a:lnTo>
                    <a:pt x="0" y="0"/>
                  </a:lnTo>
                  <a:close/>
                </a:path>
              </a:pathLst>
            </a:custGeom>
            <a:solidFill>
              <a:srgbClr val="283E3F">
                <a:alpha val="100000"/>
              </a:srgbClr>
            </a:solidFill>
            <a:ln w="0" cap="flat" cmpd="sng">
              <a:solidFill>
                <a:srgbClr val="283E3F">
                  <a:alpha val="100000"/>
                </a:srgbClr>
              </a:solidFill>
              <a:prstDash val="solid"/>
              <a:round/>
              <a:headEnd type="none" w="med" len="med"/>
              <a:tailEnd type="none" w="med" len="med"/>
            </a:ln>
          </p:spPr>
          <p:txBody>
            <a:bodyPr/>
            <a:p>
              <a:endParaRPr lang="zh-CN" altLang="en-US"/>
            </a:p>
          </p:txBody>
        </p:sp>
        <p:sp>
          <p:nvSpPr>
            <p:cNvPr id="40" name="Freeform 45"/>
            <p:cNvSpPr>
              <a:spLocks noEditPoints="1"/>
            </p:cNvSpPr>
            <p:nvPr/>
          </p:nvSpPr>
          <p:spPr>
            <a:xfrm>
              <a:off x="3719" y="2014"/>
              <a:ext cx="1445" cy="5"/>
            </a:xfrm>
            <a:custGeom>
              <a:avLst/>
              <a:gdLst>
                <a:gd name="txL" fmla="*/ 0 w 1445"/>
                <a:gd name="txT" fmla="*/ 0 h 5"/>
                <a:gd name="txR" fmla="*/ 1445 w 1445"/>
                <a:gd name="txB" fmla="*/ 5 h 5"/>
              </a:gdLst>
              <a:ahLst/>
              <a:cxnLst>
                <a:cxn ang="0">
                  <a:pos x="1288" y="0"/>
                </a:cxn>
                <a:cxn ang="0">
                  <a:pos x="1445" y="0"/>
                </a:cxn>
                <a:cxn ang="0">
                  <a:pos x="1445" y="5"/>
                </a:cxn>
                <a:cxn ang="0">
                  <a:pos x="1288" y="5"/>
                </a:cxn>
                <a:cxn ang="0">
                  <a:pos x="1288" y="0"/>
                </a:cxn>
                <a:cxn ang="0">
                  <a:pos x="273" y="0"/>
                </a:cxn>
                <a:cxn ang="0">
                  <a:pos x="1188" y="0"/>
                </a:cxn>
                <a:cxn ang="0">
                  <a:pos x="1188" y="5"/>
                </a:cxn>
                <a:cxn ang="0">
                  <a:pos x="273" y="5"/>
                </a:cxn>
                <a:cxn ang="0">
                  <a:pos x="273" y="0"/>
                </a:cxn>
                <a:cxn ang="0">
                  <a:pos x="0" y="0"/>
                </a:cxn>
                <a:cxn ang="0">
                  <a:pos x="174" y="0"/>
                </a:cxn>
                <a:cxn ang="0">
                  <a:pos x="174" y="5"/>
                </a:cxn>
                <a:cxn ang="0">
                  <a:pos x="0" y="5"/>
                </a:cxn>
                <a:cxn ang="0">
                  <a:pos x="0" y="0"/>
                </a:cxn>
              </a:cxnLst>
              <a:rect l="txL" t="txT" r="txR" b="txB"/>
              <a:pathLst>
                <a:path w="1445" h="5">
                  <a:moveTo>
                    <a:pt x="1288" y="0"/>
                  </a:moveTo>
                  <a:lnTo>
                    <a:pt x="1445" y="0"/>
                  </a:lnTo>
                  <a:lnTo>
                    <a:pt x="1445" y="5"/>
                  </a:lnTo>
                  <a:lnTo>
                    <a:pt x="1288" y="5"/>
                  </a:lnTo>
                  <a:lnTo>
                    <a:pt x="1288" y="0"/>
                  </a:lnTo>
                  <a:close/>
                  <a:moveTo>
                    <a:pt x="273" y="0"/>
                  </a:moveTo>
                  <a:lnTo>
                    <a:pt x="1188" y="0"/>
                  </a:lnTo>
                  <a:lnTo>
                    <a:pt x="1188" y="5"/>
                  </a:lnTo>
                  <a:lnTo>
                    <a:pt x="273" y="5"/>
                  </a:lnTo>
                  <a:lnTo>
                    <a:pt x="273" y="0"/>
                  </a:lnTo>
                  <a:close/>
                  <a:moveTo>
                    <a:pt x="0" y="0"/>
                  </a:moveTo>
                  <a:lnTo>
                    <a:pt x="174" y="0"/>
                  </a:lnTo>
                  <a:lnTo>
                    <a:pt x="174" y="5"/>
                  </a:lnTo>
                  <a:lnTo>
                    <a:pt x="0" y="5"/>
                  </a:lnTo>
                  <a:lnTo>
                    <a:pt x="0" y="0"/>
                  </a:lnTo>
                  <a:close/>
                </a:path>
              </a:pathLst>
            </a:custGeom>
            <a:solidFill>
              <a:srgbClr val="34494B">
                <a:alpha val="100000"/>
              </a:srgbClr>
            </a:solidFill>
            <a:ln w="0" cap="flat" cmpd="sng">
              <a:solidFill>
                <a:srgbClr val="34494B">
                  <a:alpha val="100000"/>
                </a:srgbClr>
              </a:solidFill>
              <a:prstDash val="solid"/>
              <a:round/>
              <a:headEnd type="none" w="med" len="med"/>
              <a:tailEnd type="none" w="med" len="med"/>
            </a:ln>
          </p:spPr>
          <p:txBody>
            <a:bodyPr/>
            <a:p>
              <a:endParaRPr lang="zh-CN" altLang="en-US"/>
            </a:p>
          </p:txBody>
        </p:sp>
        <p:sp>
          <p:nvSpPr>
            <p:cNvPr id="41" name="Rectangle 46"/>
            <p:cNvSpPr/>
            <p:nvPr/>
          </p:nvSpPr>
          <p:spPr>
            <a:xfrm>
              <a:off x="3898" y="2014"/>
              <a:ext cx="16" cy="5"/>
            </a:xfrm>
            <a:prstGeom prst="rect">
              <a:avLst/>
            </a:prstGeom>
            <a:solidFill>
              <a:srgbClr val="172B2D"/>
            </a:solidFill>
            <a:ln w="0" cap="flat" cmpd="sng">
              <a:solidFill>
                <a:srgbClr val="172B2D"/>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 name="Rectangle 47"/>
            <p:cNvSpPr/>
            <p:nvPr/>
          </p:nvSpPr>
          <p:spPr>
            <a:xfrm>
              <a:off x="3893" y="2014"/>
              <a:ext cx="5"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3" name="Rectangle 48"/>
            <p:cNvSpPr/>
            <p:nvPr/>
          </p:nvSpPr>
          <p:spPr>
            <a:xfrm>
              <a:off x="3920" y="2014"/>
              <a:ext cx="21" cy="5"/>
            </a:xfrm>
            <a:prstGeom prst="rect">
              <a:avLst/>
            </a:prstGeom>
            <a:solidFill>
              <a:srgbClr val="364B4D"/>
            </a:solidFill>
            <a:ln w="0" cap="flat" cmpd="sng">
              <a:solidFill>
                <a:srgbClr val="364B4D"/>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4" name="Rectangle 49"/>
            <p:cNvSpPr/>
            <p:nvPr/>
          </p:nvSpPr>
          <p:spPr>
            <a:xfrm>
              <a:off x="3941" y="2014"/>
              <a:ext cx="24" cy="5"/>
            </a:xfrm>
            <a:prstGeom prst="rect">
              <a:avLst/>
            </a:prstGeom>
            <a:solidFill>
              <a:srgbClr val="000206"/>
            </a:solidFill>
            <a:ln w="0" cap="flat" cmpd="sng">
              <a:solidFill>
                <a:srgbClr val="000206"/>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5" name="Rectangle 50"/>
            <p:cNvSpPr/>
            <p:nvPr/>
          </p:nvSpPr>
          <p:spPr>
            <a:xfrm>
              <a:off x="3965" y="2014"/>
              <a:ext cx="21"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6" name="Freeform 51"/>
            <p:cNvSpPr>
              <a:spLocks noEditPoints="1"/>
            </p:cNvSpPr>
            <p:nvPr/>
          </p:nvSpPr>
          <p:spPr>
            <a:xfrm>
              <a:off x="3914" y="2014"/>
              <a:ext cx="78" cy="5"/>
            </a:xfrm>
            <a:custGeom>
              <a:avLst/>
              <a:gdLst>
                <a:gd name="txL" fmla="*/ 0 w 78"/>
                <a:gd name="txT" fmla="*/ 0 h 5"/>
                <a:gd name="txR" fmla="*/ 78 w 78"/>
                <a:gd name="txB" fmla="*/ 5 h 5"/>
              </a:gdLst>
              <a:ahLst/>
              <a:cxnLst>
                <a:cxn ang="0">
                  <a:pos x="72" y="0"/>
                </a:cxn>
                <a:cxn ang="0">
                  <a:pos x="78" y="0"/>
                </a:cxn>
                <a:cxn ang="0">
                  <a:pos x="78" y="5"/>
                </a:cxn>
                <a:cxn ang="0">
                  <a:pos x="72" y="5"/>
                </a:cxn>
                <a:cxn ang="0">
                  <a:pos x="72" y="0"/>
                </a:cxn>
                <a:cxn ang="0">
                  <a:pos x="0" y="0"/>
                </a:cxn>
                <a:cxn ang="0">
                  <a:pos x="6" y="0"/>
                </a:cxn>
                <a:cxn ang="0">
                  <a:pos x="6" y="5"/>
                </a:cxn>
                <a:cxn ang="0">
                  <a:pos x="0" y="5"/>
                </a:cxn>
                <a:cxn ang="0">
                  <a:pos x="0" y="0"/>
                </a:cxn>
              </a:cxnLst>
              <a:rect l="txL" t="txT" r="txR" b="txB"/>
              <a:pathLst>
                <a:path w="78" h="5">
                  <a:moveTo>
                    <a:pt x="72" y="0"/>
                  </a:moveTo>
                  <a:lnTo>
                    <a:pt x="78" y="0"/>
                  </a:lnTo>
                  <a:lnTo>
                    <a:pt x="78" y="5"/>
                  </a:lnTo>
                  <a:lnTo>
                    <a:pt x="72" y="5"/>
                  </a:lnTo>
                  <a:lnTo>
                    <a:pt x="72" y="0"/>
                  </a:lnTo>
                  <a:close/>
                  <a:moveTo>
                    <a:pt x="0" y="0"/>
                  </a:moveTo>
                  <a:lnTo>
                    <a:pt x="6" y="0"/>
                  </a:lnTo>
                  <a:lnTo>
                    <a:pt x="6" y="5"/>
                  </a:lnTo>
                  <a:lnTo>
                    <a:pt x="0" y="5"/>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7" name="Rectangle 52"/>
            <p:cNvSpPr/>
            <p:nvPr/>
          </p:nvSpPr>
          <p:spPr>
            <a:xfrm>
              <a:off x="4913" y="2014"/>
              <a:ext cx="16"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8" name="Rectangle 53"/>
            <p:cNvSpPr/>
            <p:nvPr/>
          </p:nvSpPr>
          <p:spPr>
            <a:xfrm>
              <a:off x="4907" y="2014"/>
              <a:ext cx="6"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9" name="Rectangle 54"/>
            <p:cNvSpPr/>
            <p:nvPr/>
          </p:nvSpPr>
          <p:spPr>
            <a:xfrm>
              <a:off x="4934" y="2014"/>
              <a:ext cx="22" cy="5"/>
            </a:xfrm>
            <a:prstGeom prst="rect">
              <a:avLst/>
            </a:prstGeom>
            <a:solidFill>
              <a:srgbClr val="00090E"/>
            </a:solidFill>
            <a:ln w="0" cap="flat" cmpd="sng">
              <a:solidFill>
                <a:srgbClr val="00090E"/>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50" name="Rectangle 55"/>
            <p:cNvSpPr/>
            <p:nvPr/>
          </p:nvSpPr>
          <p:spPr>
            <a:xfrm>
              <a:off x="4956" y="2014"/>
              <a:ext cx="24"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51" name="Rectangle 56"/>
            <p:cNvSpPr/>
            <p:nvPr/>
          </p:nvSpPr>
          <p:spPr>
            <a:xfrm>
              <a:off x="4980" y="2014"/>
              <a:ext cx="21"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52" name="Freeform 57"/>
            <p:cNvSpPr>
              <a:spLocks noEditPoints="1"/>
            </p:cNvSpPr>
            <p:nvPr/>
          </p:nvSpPr>
          <p:spPr>
            <a:xfrm>
              <a:off x="4929" y="2014"/>
              <a:ext cx="78" cy="5"/>
            </a:xfrm>
            <a:custGeom>
              <a:avLst/>
              <a:gdLst>
                <a:gd name="txL" fmla="*/ 0 w 78"/>
                <a:gd name="txT" fmla="*/ 0 h 5"/>
                <a:gd name="txR" fmla="*/ 78 w 78"/>
                <a:gd name="txB" fmla="*/ 5 h 5"/>
              </a:gdLst>
              <a:ahLst/>
              <a:cxnLst>
                <a:cxn ang="0">
                  <a:pos x="72" y="0"/>
                </a:cxn>
                <a:cxn ang="0">
                  <a:pos x="78" y="0"/>
                </a:cxn>
                <a:cxn ang="0">
                  <a:pos x="78" y="5"/>
                </a:cxn>
                <a:cxn ang="0">
                  <a:pos x="72" y="5"/>
                </a:cxn>
                <a:cxn ang="0">
                  <a:pos x="72" y="0"/>
                </a:cxn>
                <a:cxn ang="0">
                  <a:pos x="0" y="0"/>
                </a:cxn>
                <a:cxn ang="0">
                  <a:pos x="5" y="0"/>
                </a:cxn>
                <a:cxn ang="0">
                  <a:pos x="5" y="5"/>
                </a:cxn>
                <a:cxn ang="0">
                  <a:pos x="0" y="5"/>
                </a:cxn>
                <a:cxn ang="0">
                  <a:pos x="0" y="0"/>
                </a:cxn>
              </a:cxnLst>
              <a:rect l="txL" t="txT" r="txR" b="txB"/>
              <a:pathLst>
                <a:path w="78" h="5">
                  <a:moveTo>
                    <a:pt x="72" y="0"/>
                  </a:moveTo>
                  <a:lnTo>
                    <a:pt x="78" y="0"/>
                  </a:lnTo>
                  <a:lnTo>
                    <a:pt x="78" y="5"/>
                  </a:lnTo>
                  <a:lnTo>
                    <a:pt x="72" y="5"/>
                  </a:lnTo>
                  <a:lnTo>
                    <a:pt x="72" y="0"/>
                  </a:lnTo>
                  <a:close/>
                  <a:moveTo>
                    <a:pt x="0" y="0"/>
                  </a:moveTo>
                  <a:lnTo>
                    <a:pt x="5" y="0"/>
                  </a:lnTo>
                  <a:lnTo>
                    <a:pt x="5" y="5"/>
                  </a:lnTo>
                  <a:lnTo>
                    <a:pt x="0" y="5"/>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53" name="Freeform 58"/>
            <p:cNvSpPr/>
            <p:nvPr/>
          </p:nvSpPr>
          <p:spPr>
            <a:xfrm>
              <a:off x="3648" y="1716"/>
              <a:ext cx="1588" cy="1088"/>
            </a:xfrm>
            <a:custGeom>
              <a:avLst/>
              <a:gdLst>
                <a:gd name="txL" fmla="*/ 0 w 1588"/>
                <a:gd name="txT" fmla="*/ 0 h 1088"/>
                <a:gd name="txR" fmla="*/ 1588 w 1588"/>
                <a:gd name="txB" fmla="*/ 1088 h 1088"/>
              </a:gdLst>
              <a:ahLst/>
              <a:cxnLst>
                <a:cxn ang="0">
                  <a:pos x="12" y="0"/>
                </a:cxn>
                <a:cxn ang="0">
                  <a:pos x="16" y="2"/>
                </a:cxn>
                <a:cxn ang="0">
                  <a:pos x="39" y="21"/>
                </a:cxn>
                <a:cxn ang="0">
                  <a:pos x="57" y="47"/>
                </a:cxn>
                <a:cxn ang="0">
                  <a:pos x="67" y="79"/>
                </a:cxn>
                <a:cxn ang="0">
                  <a:pos x="71" y="115"/>
                </a:cxn>
                <a:cxn ang="0">
                  <a:pos x="72" y="988"/>
                </a:cxn>
                <a:cxn ang="0">
                  <a:pos x="81" y="1017"/>
                </a:cxn>
                <a:cxn ang="0">
                  <a:pos x="98" y="1040"/>
                </a:cxn>
                <a:cxn ang="0">
                  <a:pos x="120" y="1057"/>
                </a:cxn>
                <a:cxn ang="0">
                  <a:pos x="146" y="1066"/>
                </a:cxn>
                <a:cxn ang="0">
                  <a:pos x="1427" y="1067"/>
                </a:cxn>
                <a:cxn ang="0">
                  <a:pos x="1455" y="1062"/>
                </a:cxn>
                <a:cxn ang="0">
                  <a:pos x="1479" y="1049"/>
                </a:cxn>
                <a:cxn ang="0">
                  <a:pos x="1499" y="1029"/>
                </a:cxn>
                <a:cxn ang="0">
                  <a:pos x="1512" y="1003"/>
                </a:cxn>
                <a:cxn ang="0">
                  <a:pos x="1516" y="973"/>
                </a:cxn>
                <a:cxn ang="0">
                  <a:pos x="1517" y="96"/>
                </a:cxn>
                <a:cxn ang="0">
                  <a:pos x="1524" y="62"/>
                </a:cxn>
                <a:cxn ang="0">
                  <a:pos x="1538" y="33"/>
                </a:cxn>
                <a:cxn ang="0">
                  <a:pos x="1559" y="10"/>
                </a:cxn>
                <a:cxn ang="0">
                  <a:pos x="1573" y="1"/>
                </a:cxn>
                <a:cxn ang="0">
                  <a:pos x="1577" y="0"/>
                </a:cxn>
                <a:cxn ang="0">
                  <a:pos x="1586" y="5"/>
                </a:cxn>
                <a:cxn ang="0">
                  <a:pos x="1588" y="13"/>
                </a:cxn>
                <a:cxn ang="0">
                  <a:pos x="1582" y="20"/>
                </a:cxn>
                <a:cxn ang="0">
                  <a:pos x="1564" y="36"/>
                </a:cxn>
                <a:cxn ang="0">
                  <a:pos x="1550" y="57"/>
                </a:cxn>
                <a:cxn ang="0">
                  <a:pos x="1541" y="83"/>
                </a:cxn>
                <a:cxn ang="0">
                  <a:pos x="1537" y="115"/>
                </a:cxn>
                <a:cxn ang="0">
                  <a:pos x="1536" y="992"/>
                </a:cxn>
                <a:cxn ang="0">
                  <a:pos x="1525" y="1026"/>
                </a:cxn>
                <a:cxn ang="0">
                  <a:pos x="1505" y="1054"/>
                </a:cxn>
                <a:cxn ang="0">
                  <a:pos x="1478" y="1075"/>
                </a:cxn>
                <a:cxn ang="0">
                  <a:pos x="1445" y="1087"/>
                </a:cxn>
                <a:cxn ang="0">
                  <a:pos x="160" y="1088"/>
                </a:cxn>
                <a:cxn ang="0">
                  <a:pos x="125" y="1083"/>
                </a:cxn>
                <a:cxn ang="0">
                  <a:pos x="95" y="1066"/>
                </a:cxn>
                <a:cxn ang="0">
                  <a:pos x="71" y="1041"/>
                </a:cxn>
                <a:cxn ang="0">
                  <a:pos x="56" y="1010"/>
                </a:cxn>
                <a:cxn ang="0">
                  <a:pos x="50" y="973"/>
                </a:cxn>
                <a:cxn ang="0">
                  <a:pos x="49" y="98"/>
                </a:cxn>
                <a:cxn ang="0">
                  <a:pos x="42" y="69"/>
                </a:cxn>
                <a:cxn ang="0">
                  <a:pos x="31" y="46"/>
                </a:cxn>
                <a:cxn ang="0">
                  <a:pos x="15" y="27"/>
                </a:cxn>
                <a:cxn ang="0">
                  <a:pos x="2" y="17"/>
                </a:cxn>
                <a:cxn ang="0">
                  <a:pos x="0" y="9"/>
                </a:cxn>
                <a:cxn ang="0">
                  <a:pos x="4" y="3"/>
                </a:cxn>
                <a:cxn ang="0">
                  <a:pos x="11" y="0"/>
                </a:cxn>
              </a:cxnLst>
              <a:rect l="txL" t="txT" r="txR" b="txB"/>
              <a:pathLst>
                <a:path w="1588" h="1088">
                  <a:moveTo>
                    <a:pt x="11" y="0"/>
                  </a:moveTo>
                  <a:lnTo>
                    <a:pt x="12" y="0"/>
                  </a:lnTo>
                  <a:lnTo>
                    <a:pt x="14" y="1"/>
                  </a:lnTo>
                  <a:lnTo>
                    <a:pt x="16" y="2"/>
                  </a:lnTo>
                  <a:lnTo>
                    <a:pt x="28" y="10"/>
                  </a:lnTo>
                  <a:lnTo>
                    <a:pt x="39" y="21"/>
                  </a:lnTo>
                  <a:lnTo>
                    <a:pt x="49" y="33"/>
                  </a:lnTo>
                  <a:lnTo>
                    <a:pt x="57" y="47"/>
                  </a:lnTo>
                  <a:lnTo>
                    <a:pt x="63" y="62"/>
                  </a:lnTo>
                  <a:lnTo>
                    <a:pt x="67" y="79"/>
                  </a:lnTo>
                  <a:lnTo>
                    <a:pt x="70" y="96"/>
                  </a:lnTo>
                  <a:lnTo>
                    <a:pt x="71" y="115"/>
                  </a:lnTo>
                  <a:lnTo>
                    <a:pt x="71" y="973"/>
                  </a:lnTo>
                  <a:lnTo>
                    <a:pt x="72" y="988"/>
                  </a:lnTo>
                  <a:lnTo>
                    <a:pt x="76" y="1003"/>
                  </a:lnTo>
                  <a:lnTo>
                    <a:pt x="81" y="1017"/>
                  </a:lnTo>
                  <a:lnTo>
                    <a:pt x="89" y="1029"/>
                  </a:lnTo>
                  <a:lnTo>
                    <a:pt x="98" y="1040"/>
                  </a:lnTo>
                  <a:lnTo>
                    <a:pt x="108" y="1049"/>
                  </a:lnTo>
                  <a:lnTo>
                    <a:pt x="120" y="1057"/>
                  </a:lnTo>
                  <a:lnTo>
                    <a:pt x="132" y="1062"/>
                  </a:lnTo>
                  <a:lnTo>
                    <a:pt x="146" y="1066"/>
                  </a:lnTo>
                  <a:lnTo>
                    <a:pt x="160" y="1067"/>
                  </a:lnTo>
                  <a:lnTo>
                    <a:pt x="1427" y="1067"/>
                  </a:lnTo>
                  <a:lnTo>
                    <a:pt x="1441" y="1066"/>
                  </a:lnTo>
                  <a:lnTo>
                    <a:pt x="1455" y="1062"/>
                  </a:lnTo>
                  <a:lnTo>
                    <a:pt x="1468" y="1057"/>
                  </a:lnTo>
                  <a:lnTo>
                    <a:pt x="1479" y="1049"/>
                  </a:lnTo>
                  <a:lnTo>
                    <a:pt x="1490" y="1040"/>
                  </a:lnTo>
                  <a:lnTo>
                    <a:pt x="1499" y="1029"/>
                  </a:lnTo>
                  <a:lnTo>
                    <a:pt x="1506" y="1017"/>
                  </a:lnTo>
                  <a:lnTo>
                    <a:pt x="1512" y="1003"/>
                  </a:lnTo>
                  <a:lnTo>
                    <a:pt x="1515" y="988"/>
                  </a:lnTo>
                  <a:lnTo>
                    <a:pt x="1516" y="973"/>
                  </a:lnTo>
                  <a:lnTo>
                    <a:pt x="1516" y="115"/>
                  </a:lnTo>
                  <a:lnTo>
                    <a:pt x="1517" y="96"/>
                  </a:lnTo>
                  <a:lnTo>
                    <a:pt x="1520" y="79"/>
                  </a:lnTo>
                  <a:lnTo>
                    <a:pt x="1524" y="62"/>
                  </a:lnTo>
                  <a:lnTo>
                    <a:pt x="1531" y="47"/>
                  </a:lnTo>
                  <a:lnTo>
                    <a:pt x="1538" y="33"/>
                  </a:lnTo>
                  <a:lnTo>
                    <a:pt x="1548" y="21"/>
                  </a:lnTo>
                  <a:lnTo>
                    <a:pt x="1559" y="10"/>
                  </a:lnTo>
                  <a:lnTo>
                    <a:pt x="1571" y="2"/>
                  </a:lnTo>
                  <a:lnTo>
                    <a:pt x="1573" y="1"/>
                  </a:lnTo>
                  <a:lnTo>
                    <a:pt x="1575" y="0"/>
                  </a:lnTo>
                  <a:lnTo>
                    <a:pt x="1577" y="0"/>
                  </a:lnTo>
                  <a:lnTo>
                    <a:pt x="1582" y="2"/>
                  </a:lnTo>
                  <a:lnTo>
                    <a:pt x="1586" y="5"/>
                  </a:lnTo>
                  <a:lnTo>
                    <a:pt x="1588" y="9"/>
                  </a:lnTo>
                  <a:lnTo>
                    <a:pt x="1588" y="13"/>
                  </a:lnTo>
                  <a:lnTo>
                    <a:pt x="1586" y="17"/>
                  </a:lnTo>
                  <a:lnTo>
                    <a:pt x="1582" y="20"/>
                  </a:lnTo>
                  <a:lnTo>
                    <a:pt x="1573" y="27"/>
                  </a:lnTo>
                  <a:lnTo>
                    <a:pt x="1564" y="36"/>
                  </a:lnTo>
                  <a:lnTo>
                    <a:pt x="1556" y="46"/>
                  </a:lnTo>
                  <a:lnTo>
                    <a:pt x="1550" y="57"/>
                  </a:lnTo>
                  <a:lnTo>
                    <a:pt x="1545" y="69"/>
                  </a:lnTo>
                  <a:lnTo>
                    <a:pt x="1541" y="83"/>
                  </a:lnTo>
                  <a:lnTo>
                    <a:pt x="1538" y="98"/>
                  </a:lnTo>
                  <a:lnTo>
                    <a:pt x="1537" y="115"/>
                  </a:lnTo>
                  <a:lnTo>
                    <a:pt x="1537" y="973"/>
                  </a:lnTo>
                  <a:lnTo>
                    <a:pt x="1536" y="992"/>
                  </a:lnTo>
                  <a:lnTo>
                    <a:pt x="1532" y="1010"/>
                  </a:lnTo>
                  <a:lnTo>
                    <a:pt x="1525" y="1026"/>
                  </a:lnTo>
                  <a:lnTo>
                    <a:pt x="1516" y="1041"/>
                  </a:lnTo>
                  <a:lnTo>
                    <a:pt x="1505" y="1054"/>
                  </a:lnTo>
                  <a:lnTo>
                    <a:pt x="1492" y="1066"/>
                  </a:lnTo>
                  <a:lnTo>
                    <a:pt x="1478" y="1075"/>
                  </a:lnTo>
                  <a:lnTo>
                    <a:pt x="1462" y="1083"/>
                  </a:lnTo>
                  <a:lnTo>
                    <a:pt x="1445" y="1087"/>
                  </a:lnTo>
                  <a:lnTo>
                    <a:pt x="1427" y="1088"/>
                  </a:lnTo>
                  <a:lnTo>
                    <a:pt x="160" y="1088"/>
                  </a:lnTo>
                  <a:lnTo>
                    <a:pt x="142" y="1087"/>
                  </a:lnTo>
                  <a:lnTo>
                    <a:pt x="125" y="1083"/>
                  </a:lnTo>
                  <a:lnTo>
                    <a:pt x="109" y="1075"/>
                  </a:lnTo>
                  <a:lnTo>
                    <a:pt x="95" y="1066"/>
                  </a:lnTo>
                  <a:lnTo>
                    <a:pt x="82" y="1054"/>
                  </a:lnTo>
                  <a:lnTo>
                    <a:pt x="71" y="1041"/>
                  </a:lnTo>
                  <a:lnTo>
                    <a:pt x="62" y="1026"/>
                  </a:lnTo>
                  <a:lnTo>
                    <a:pt x="56" y="1010"/>
                  </a:lnTo>
                  <a:lnTo>
                    <a:pt x="51" y="992"/>
                  </a:lnTo>
                  <a:lnTo>
                    <a:pt x="50" y="973"/>
                  </a:lnTo>
                  <a:lnTo>
                    <a:pt x="50" y="115"/>
                  </a:lnTo>
                  <a:lnTo>
                    <a:pt x="49" y="98"/>
                  </a:lnTo>
                  <a:lnTo>
                    <a:pt x="47" y="83"/>
                  </a:lnTo>
                  <a:lnTo>
                    <a:pt x="42" y="69"/>
                  </a:lnTo>
                  <a:lnTo>
                    <a:pt x="37" y="57"/>
                  </a:lnTo>
                  <a:lnTo>
                    <a:pt x="31" y="46"/>
                  </a:lnTo>
                  <a:lnTo>
                    <a:pt x="24" y="36"/>
                  </a:lnTo>
                  <a:lnTo>
                    <a:pt x="15" y="27"/>
                  </a:lnTo>
                  <a:lnTo>
                    <a:pt x="5" y="20"/>
                  </a:lnTo>
                  <a:lnTo>
                    <a:pt x="2" y="17"/>
                  </a:lnTo>
                  <a:lnTo>
                    <a:pt x="0" y="13"/>
                  </a:lnTo>
                  <a:lnTo>
                    <a:pt x="0" y="9"/>
                  </a:lnTo>
                  <a:lnTo>
                    <a:pt x="2" y="5"/>
                  </a:lnTo>
                  <a:lnTo>
                    <a:pt x="4" y="3"/>
                  </a:lnTo>
                  <a:lnTo>
                    <a:pt x="7" y="1"/>
                  </a:lnTo>
                  <a:lnTo>
                    <a:pt x="11" y="0"/>
                  </a:lnTo>
                  <a:close/>
                </a:path>
              </a:pathLst>
            </a:custGeom>
            <a:solidFill>
              <a:srgbClr val="34494B">
                <a:alpha val="100000"/>
              </a:srgbClr>
            </a:solidFill>
            <a:ln w="0" cap="flat" cmpd="sng">
              <a:solidFill>
                <a:srgbClr val="34494B">
                  <a:alpha val="100000"/>
                </a:srgbClr>
              </a:solidFill>
              <a:prstDash val="solid"/>
              <a:round/>
              <a:headEnd type="none" w="med" len="med"/>
              <a:tailEnd type="none" w="med" len="med"/>
            </a:ln>
          </p:spPr>
          <p:txBody>
            <a:bodyPr/>
            <a:p>
              <a:endParaRPr lang="zh-CN" altLang="en-US"/>
            </a:p>
          </p:txBody>
        </p:sp>
        <p:sp>
          <p:nvSpPr>
            <p:cNvPr id="54" name="Freeform 59"/>
            <p:cNvSpPr>
              <a:spLocks noEditPoints="1"/>
            </p:cNvSpPr>
            <p:nvPr/>
          </p:nvSpPr>
          <p:spPr>
            <a:xfrm>
              <a:off x="4471" y="2059"/>
              <a:ext cx="108" cy="107"/>
            </a:xfrm>
            <a:custGeom>
              <a:avLst/>
              <a:gdLst>
                <a:gd name="txL" fmla="*/ 0 w 108"/>
                <a:gd name="txT" fmla="*/ 0 h 107"/>
                <a:gd name="txR" fmla="*/ 108 w 108"/>
                <a:gd name="txB" fmla="*/ 107 h 107"/>
              </a:gdLst>
              <a:ahLst/>
              <a:cxnLst>
                <a:cxn ang="0">
                  <a:pos x="54" y="11"/>
                </a:cxn>
                <a:cxn ang="0">
                  <a:pos x="43" y="12"/>
                </a:cxn>
                <a:cxn ang="0">
                  <a:pos x="32" y="17"/>
                </a:cxn>
                <a:cxn ang="0">
                  <a:pos x="23" y="23"/>
                </a:cxn>
                <a:cxn ang="0">
                  <a:pos x="17" y="32"/>
                </a:cxn>
                <a:cxn ang="0">
                  <a:pos x="12" y="43"/>
                </a:cxn>
                <a:cxn ang="0">
                  <a:pos x="11" y="54"/>
                </a:cxn>
                <a:cxn ang="0">
                  <a:pos x="12" y="62"/>
                </a:cxn>
                <a:cxn ang="0">
                  <a:pos x="14" y="70"/>
                </a:cxn>
                <a:cxn ang="0">
                  <a:pos x="18" y="78"/>
                </a:cxn>
                <a:cxn ang="0">
                  <a:pos x="23" y="84"/>
                </a:cxn>
                <a:cxn ang="0">
                  <a:pos x="30" y="89"/>
                </a:cxn>
                <a:cxn ang="0">
                  <a:pos x="37" y="93"/>
                </a:cxn>
                <a:cxn ang="0">
                  <a:pos x="45" y="95"/>
                </a:cxn>
                <a:cxn ang="0">
                  <a:pos x="54" y="96"/>
                </a:cxn>
                <a:cxn ang="0">
                  <a:pos x="63" y="95"/>
                </a:cxn>
                <a:cxn ang="0">
                  <a:pos x="70" y="93"/>
                </a:cxn>
                <a:cxn ang="0">
                  <a:pos x="78" y="89"/>
                </a:cxn>
                <a:cxn ang="0">
                  <a:pos x="84" y="84"/>
                </a:cxn>
                <a:cxn ang="0">
                  <a:pos x="89" y="78"/>
                </a:cxn>
                <a:cxn ang="0">
                  <a:pos x="94" y="70"/>
                </a:cxn>
                <a:cxn ang="0">
                  <a:pos x="96" y="62"/>
                </a:cxn>
                <a:cxn ang="0">
                  <a:pos x="97" y="54"/>
                </a:cxn>
                <a:cxn ang="0">
                  <a:pos x="96" y="45"/>
                </a:cxn>
                <a:cxn ang="0">
                  <a:pos x="94" y="37"/>
                </a:cxn>
                <a:cxn ang="0">
                  <a:pos x="89" y="29"/>
                </a:cxn>
                <a:cxn ang="0">
                  <a:pos x="84" y="23"/>
                </a:cxn>
                <a:cxn ang="0">
                  <a:pos x="78" y="18"/>
                </a:cxn>
                <a:cxn ang="0">
                  <a:pos x="70" y="14"/>
                </a:cxn>
                <a:cxn ang="0">
                  <a:pos x="63" y="12"/>
                </a:cxn>
                <a:cxn ang="0">
                  <a:pos x="54" y="11"/>
                </a:cxn>
                <a:cxn ang="0">
                  <a:pos x="54" y="0"/>
                </a:cxn>
                <a:cxn ang="0">
                  <a:pos x="66" y="2"/>
                </a:cxn>
                <a:cxn ang="0">
                  <a:pos x="77" y="5"/>
                </a:cxn>
                <a:cxn ang="0">
                  <a:pos x="87" y="12"/>
                </a:cxn>
                <a:cxn ang="0">
                  <a:pos x="96" y="20"/>
                </a:cxn>
                <a:cxn ang="0">
                  <a:pos x="102" y="30"/>
                </a:cxn>
                <a:cxn ang="0">
                  <a:pos x="106" y="41"/>
                </a:cxn>
                <a:cxn ang="0">
                  <a:pos x="108" y="54"/>
                </a:cxn>
                <a:cxn ang="0">
                  <a:pos x="106" y="66"/>
                </a:cxn>
                <a:cxn ang="0">
                  <a:pos x="102" y="77"/>
                </a:cxn>
                <a:cxn ang="0">
                  <a:pos x="96" y="87"/>
                </a:cxn>
                <a:cxn ang="0">
                  <a:pos x="87" y="95"/>
                </a:cxn>
                <a:cxn ang="0">
                  <a:pos x="77" y="102"/>
                </a:cxn>
                <a:cxn ang="0">
                  <a:pos x="66" y="106"/>
                </a:cxn>
                <a:cxn ang="0">
                  <a:pos x="54" y="107"/>
                </a:cxn>
                <a:cxn ang="0">
                  <a:pos x="42" y="106"/>
                </a:cxn>
                <a:cxn ang="0">
                  <a:pos x="30" y="102"/>
                </a:cxn>
                <a:cxn ang="0">
                  <a:pos x="20" y="95"/>
                </a:cxn>
                <a:cxn ang="0">
                  <a:pos x="12" y="87"/>
                </a:cxn>
                <a:cxn ang="0">
                  <a:pos x="5" y="77"/>
                </a:cxn>
                <a:cxn ang="0">
                  <a:pos x="2" y="66"/>
                </a:cxn>
                <a:cxn ang="0">
                  <a:pos x="0" y="54"/>
                </a:cxn>
                <a:cxn ang="0">
                  <a:pos x="2" y="41"/>
                </a:cxn>
                <a:cxn ang="0">
                  <a:pos x="5" y="30"/>
                </a:cxn>
                <a:cxn ang="0">
                  <a:pos x="12" y="20"/>
                </a:cxn>
                <a:cxn ang="0">
                  <a:pos x="20" y="12"/>
                </a:cxn>
                <a:cxn ang="0">
                  <a:pos x="30" y="5"/>
                </a:cxn>
                <a:cxn ang="0">
                  <a:pos x="42" y="2"/>
                </a:cxn>
                <a:cxn ang="0">
                  <a:pos x="54" y="0"/>
                </a:cxn>
              </a:cxnLst>
              <a:rect l="txL" t="txT" r="txR" b="txB"/>
              <a:pathLst>
                <a:path w="108" h="107">
                  <a:moveTo>
                    <a:pt x="54" y="11"/>
                  </a:moveTo>
                  <a:lnTo>
                    <a:pt x="43" y="12"/>
                  </a:lnTo>
                  <a:lnTo>
                    <a:pt x="32" y="17"/>
                  </a:lnTo>
                  <a:lnTo>
                    <a:pt x="23" y="23"/>
                  </a:lnTo>
                  <a:lnTo>
                    <a:pt x="17" y="32"/>
                  </a:lnTo>
                  <a:lnTo>
                    <a:pt x="12" y="43"/>
                  </a:lnTo>
                  <a:lnTo>
                    <a:pt x="11" y="54"/>
                  </a:lnTo>
                  <a:lnTo>
                    <a:pt x="12" y="62"/>
                  </a:lnTo>
                  <a:lnTo>
                    <a:pt x="14" y="70"/>
                  </a:lnTo>
                  <a:lnTo>
                    <a:pt x="18" y="78"/>
                  </a:lnTo>
                  <a:lnTo>
                    <a:pt x="23" y="84"/>
                  </a:lnTo>
                  <a:lnTo>
                    <a:pt x="30" y="89"/>
                  </a:lnTo>
                  <a:lnTo>
                    <a:pt x="37" y="93"/>
                  </a:lnTo>
                  <a:lnTo>
                    <a:pt x="45" y="95"/>
                  </a:lnTo>
                  <a:lnTo>
                    <a:pt x="54" y="96"/>
                  </a:lnTo>
                  <a:lnTo>
                    <a:pt x="63" y="95"/>
                  </a:lnTo>
                  <a:lnTo>
                    <a:pt x="70" y="93"/>
                  </a:lnTo>
                  <a:lnTo>
                    <a:pt x="78" y="89"/>
                  </a:lnTo>
                  <a:lnTo>
                    <a:pt x="84" y="84"/>
                  </a:lnTo>
                  <a:lnTo>
                    <a:pt x="89" y="78"/>
                  </a:lnTo>
                  <a:lnTo>
                    <a:pt x="94" y="70"/>
                  </a:lnTo>
                  <a:lnTo>
                    <a:pt x="96" y="62"/>
                  </a:lnTo>
                  <a:lnTo>
                    <a:pt x="97" y="54"/>
                  </a:lnTo>
                  <a:lnTo>
                    <a:pt x="96" y="45"/>
                  </a:lnTo>
                  <a:lnTo>
                    <a:pt x="94" y="37"/>
                  </a:lnTo>
                  <a:lnTo>
                    <a:pt x="89" y="29"/>
                  </a:lnTo>
                  <a:lnTo>
                    <a:pt x="84" y="23"/>
                  </a:lnTo>
                  <a:lnTo>
                    <a:pt x="78" y="18"/>
                  </a:lnTo>
                  <a:lnTo>
                    <a:pt x="70" y="14"/>
                  </a:lnTo>
                  <a:lnTo>
                    <a:pt x="63" y="12"/>
                  </a:lnTo>
                  <a:lnTo>
                    <a:pt x="54" y="11"/>
                  </a:lnTo>
                  <a:close/>
                  <a:moveTo>
                    <a:pt x="54" y="0"/>
                  </a:moveTo>
                  <a:lnTo>
                    <a:pt x="66" y="2"/>
                  </a:lnTo>
                  <a:lnTo>
                    <a:pt x="77" y="5"/>
                  </a:lnTo>
                  <a:lnTo>
                    <a:pt x="87" y="12"/>
                  </a:lnTo>
                  <a:lnTo>
                    <a:pt x="96" y="20"/>
                  </a:lnTo>
                  <a:lnTo>
                    <a:pt x="102" y="30"/>
                  </a:lnTo>
                  <a:lnTo>
                    <a:pt x="106" y="41"/>
                  </a:lnTo>
                  <a:lnTo>
                    <a:pt x="108" y="54"/>
                  </a:lnTo>
                  <a:lnTo>
                    <a:pt x="106" y="66"/>
                  </a:lnTo>
                  <a:lnTo>
                    <a:pt x="102" y="77"/>
                  </a:lnTo>
                  <a:lnTo>
                    <a:pt x="96" y="87"/>
                  </a:lnTo>
                  <a:lnTo>
                    <a:pt x="87" y="95"/>
                  </a:lnTo>
                  <a:lnTo>
                    <a:pt x="77" y="102"/>
                  </a:lnTo>
                  <a:lnTo>
                    <a:pt x="66" y="106"/>
                  </a:lnTo>
                  <a:lnTo>
                    <a:pt x="54" y="107"/>
                  </a:lnTo>
                  <a:lnTo>
                    <a:pt x="42" y="106"/>
                  </a:lnTo>
                  <a:lnTo>
                    <a:pt x="30" y="102"/>
                  </a:lnTo>
                  <a:lnTo>
                    <a:pt x="20" y="95"/>
                  </a:lnTo>
                  <a:lnTo>
                    <a:pt x="12" y="87"/>
                  </a:lnTo>
                  <a:lnTo>
                    <a:pt x="5" y="77"/>
                  </a:lnTo>
                  <a:lnTo>
                    <a:pt x="2" y="66"/>
                  </a:lnTo>
                  <a:lnTo>
                    <a:pt x="0" y="54"/>
                  </a:lnTo>
                  <a:lnTo>
                    <a:pt x="2" y="41"/>
                  </a:lnTo>
                  <a:lnTo>
                    <a:pt x="5" y="30"/>
                  </a:lnTo>
                  <a:lnTo>
                    <a:pt x="12" y="20"/>
                  </a:lnTo>
                  <a:lnTo>
                    <a:pt x="20" y="12"/>
                  </a:lnTo>
                  <a:lnTo>
                    <a:pt x="30" y="5"/>
                  </a:lnTo>
                  <a:lnTo>
                    <a:pt x="42" y="2"/>
                  </a:lnTo>
                  <a:lnTo>
                    <a:pt x="5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55" name="Freeform 60"/>
            <p:cNvSpPr>
              <a:spLocks noEditPoints="1"/>
            </p:cNvSpPr>
            <p:nvPr/>
          </p:nvSpPr>
          <p:spPr>
            <a:xfrm>
              <a:off x="4355" y="2369"/>
              <a:ext cx="107" cy="106"/>
            </a:xfrm>
            <a:custGeom>
              <a:avLst/>
              <a:gdLst>
                <a:gd name="txL" fmla="*/ 0 w 107"/>
                <a:gd name="txT" fmla="*/ 0 h 106"/>
                <a:gd name="txR" fmla="*/ 107 w 107"/>
                <a:gd name="txB" fmla="*/ 106 h 106"/>
              </a:gdLst>
              <a:ahLst/>
              <a:cxnLst>
                <a:cxn ang="0">
                  <a:pos x="54" y="10"/>
                </a:cxn>
                <a:cxn ang="0">
                  <a:pos x="45" y="11"/>
                </a:cxn>
                <a:cxn ang="0">
                  <a:pos x="37" y="13"/>
                </a:cxn>
                <a:cxn ang="0">
                  <a:pos x="30" y="17"/>
                </a:cxn>
                <a:cxn ang="0">
                  <a:pos x="23" y="23"/>
                </a:cxn>
                <a:cxn ang="0">
                  <a:pos x="18" y="29"/>
                </a:cxn>
                <a:cxn ang="0">
                  <a:pos x="14" y="36"/>
                </a:cxn>
                <a:cxn ang="0">
                  <a:pos x="12" y="44"/>
                </a:cxn>
                <a:cxn ang="0">
                  <a:pos x="11" y="53"/>
                </a:cxn>
                <a:cxn ang="0">
                  <a:pos x="12" y="62"/>
                </a:cxn>
                <a:cxn ang="0">
                  <a:pos x="14" y="70"/>
                </a:cxn>
                <a:cxn ang="0">
                  <a:pos x="18" y="77"/>
                </a:cxn>
                <a:cxn ang="0">
                  <a:pos x="23" y="83"/>
                </a:cxn>
                <a:cxn ang="0">
                  <a:pos x="30" y="89"/>
                </a:cxn>
                <a:cxn ang="0">
                  <a:pos x="37" y="93"/>
                </a:cxn>
                <a:cxn ang="0">
                  <a:pos x="45" y="95"/>
                </a:cxn>
                <a:cxn ang="0">
                  <a:pos x="54" y="96"/>
                </a:cxn>
                <a:cxn ang="0">
                  <a:pos x="62" y="95"/>
                </a:cxn>
                <a:cxn ang="0">
                  <a:pos x="71" y="93"/>
                </a:cxn>
                <a:cxn ang="0">
                  <a:pos x="78" y="89"/>
                </a:cxn>
                <a:cxn ang="0">
                  <a:pos x="84" y="83"/>
                </a:cxn>
                <a:cxn ang="0">
                  <a:pos x="89" y="77"/>
                </a:cxn>
                <a:cxn ang="0">
                  <a:pos x="93" y="70"/>
                </a:cxn>
                <a:cxn ang="0">
                  <a:pos x="96" y="62"/>
                </a:cxn>
                <a:cxn ang="0">
                  <a:pos x="97" y="53"/>
                </a:cxn>
                <a:cxn ang="0">
                  <a:pos x="96" y="44"/>
                </a:cxn>
                <a:cxn ang="0">
                  <a:pos x="93" y="36"/>
                </a:cxn>
                <a:cxn ang="0">
                  <a:pos x="89" y="29"/>
                </a:cxn>
                <a:cxn ang="0">
                  <a:pos x="84" y="23"/>
                </a:cxn>
                <a:cxn ang="0">
                  <a:pos x="78" y="17"/>
                </a:cxn>
                <a:cxn ang="0">
                  <a:pos x="71" y="13"/>
                </a:cxn>
                <a:cxn ang="0">
                  <a:pos x="62" y="11"/>
                </a:cxn>
                <a:cxn ang="0">
                  <a:pos x="54" y="10"/>
                </a:cxn>
                <a:cxn ang="0">
                  <a:pos x="54" y="0"/>
                </a:cxn>
                <a:cxn ang="0">
                  <a:pos x="66" y="1"/>
                </a:cxn>
                <a:cxn ang="0">
                  <a:pos x="77" y="5"/>
                </a:cxn>
                <a:cxn ang="0">
                  <a:pos x="87" y="12"/>
                </a:cxn>
                <a:cxn ang="0">
                  <a:pos x="95" y="20"/>
                </a:cxn>
                <a:cxn ang="0">
                  <a:pos x="102" y="29"/>
                </a:cxn>
                <a:cxn ang="0">
                  <a:pos x="106" y="41"/>
                </a:cxn>
                <a:cxn ang="0">
                  <a:pos x="107" y="53"/>
                </a:cxn>
                <a:cxn ang="0">
                  <a:pos x="106" y="66"/>
                </a:cxn>
                <a:cxn ang="0">
                  <a:pos x="102" y="77"/>
                </a:cxn>
                <a:cxn ang="0">
                  <a:pos x="95" y="87"/>
                </a:cxn>
                <a:cxn ang="0">
                  <a:pos x="87" y="95"/>
                </a:cxn>
                <a:cxn ang="0">
                  <a:pos x="77" y="101"/>
                </a:cxn>
                <a:cxn ang="0">
                  <a:pos x="66" y="105"/>
                </a:cxn>
                <a:cxn ang="0">
                  <a:pos x="54" y="106"/>
                </a:cxn>
                <a:cxn ang="0">
                  <a:pos x="41" y="105"/>
                </a:cxn>
                <a:cxn ang="0">
                  <a:pos x="30" y="101"/>
                </a:cxn>
                <a:cxn ang="0">
                  <a:pos x="20" y="95"/>
                </a:cxn>
                <a:cxn ang="0">
                  <a:pos x="12" y="87"/>
                </a:cxn>
                <a:cxn ang="0">
                  <a:pos x="5" y="77"/>
                </a:cxn>
                <a:cxn ang="0">
                  <a:pos x="1" y="66"/>
                </a:cxn>
                <a:cxn ang="0">
                  <a:pos x="0" y="53"/>
                </a:cxn>
                <a:cxn ang="0">
                  <a:pos x="1" y="41"/>
                </a:cxn>
                <a:cxn ang="0">
                  <a:pos x="5" y="29"/>
                </a:cxn>
                <a:cxn ang="0">
                  <a:pos x="12" y="20"/>
                </a:cxn>
                <a:cxn ang="0">
                  <a:pos x="20" y="12"/>
                </a:cxn>
                <a:cxn ang="0">
                  <a:pos x="30" y="5"/>
                </a:cxn>
                <a:cxn ang="0">
                  <a:pos x="41" y="1"/>
                </a:cxn>
                <a:cxn ang="0">
                  <a:pos x="54" y="0"/>
                </a:cxn>
              </a:cxnLst>
              <a:rect l="txL" t="txT" r="txR" b="txB"/>
              <a:pathLst>
                <a:path w="107" h="106">
                  <a:moveTo>
                    <a:pt x="54" y="10"/>
                  </a:moveTo>
                  <a:lnTo>
                    <a:pt x="45" y="11"/>
                  </a:lnTo>
                  <a:lnTo>
                    <a:pt x="37" y="13"/>
                  </a:lnTo>
                  <a:lnTo>
                    <a:pt x="30" y="17"/>
                  </a:lnTo>
                  <a:lnTo>
                    <a:pt x="23" y="23"/>
                  </a:lnTo>
                  <a:lnTo>
                    <a:pt x="18" y="29"/>
                  </a:lnTo>
                  <a:lnTo>
                    <a:pt x="14" y="36"/>
                  </a:lnTo>
                  <a:lnTo>
                    <a:pt x="12" y="44"/>
                  </a:lnTo>
                  <a:lnTo>
                    <a:pt x="11" y="53"/>
                  </a:lnTo>
                  <a:lnTo>
                    <a:pt x="12" y="62"/>
                  </a:lnTo>
                  <a:lnTo>
                    <a:pt x="14" y="70"/>
                  </a:lnTo>
                  <a:lnTo>
                    <a:pt x="18" y="77"/>
                  </a:lnTo>
                  <a:lnTo>
                    <a:pt x="23" y="83"/>
                  </a:lnTo>
                  <a:lnTo>
                    <a:pt x="30" y="89"/>
                  </a:lnTo>
                  <a:lnTo>
                    <a:pt x="37" y="93"/>
                  </a:lnTo>
                  <a:lnTo>
                    <a:pt x="45" y="95"/>
                  </a:lnTo>
                  <a:lnTo>
                    <a:pt x="54" y="96"/>
                  </a:lnTo>
                  <a:lnTo>
                    <a:pt x="62" y="95"/>
                  </a:lnTo>
                  <a:lnTo>
                    <a:pt x="71" y="93"/>
                  </a:lnTo>
                  <a:lnTo>
                    <a:pt x="78" y="89"/>
                  </a:lnTo>
                  <a:lnTo>
                    <a:pt x="84" y="83"/>
                  </a:lnTo>
                  <a:lnTo>
                    <a:pt x="89" y="77"/>
                  </a:lnTo>
                  <a:lnTo>
                    <a:pt x="93" y="70"/>
                  </a:lnTo>
                  <a:lnTo>
                    <a:pt x="96" y="62"/>
                  </a:lnTo>
                  <a:lnTo>
                    <a:pt x="97" y="53"/>
                  </a:lnTo>
                  <a:lnTo>
                    <a:pt x="96" y="44"/>
                  </a:lnTo>
                  <a:lnTo>
                    <a:pt x="93" y="36"/>
                  </a:lnTo>
                  <a:lnTo>
                    <a:pt x="89" y="29"/>
                  </a:lnTo>
                  <a:lnTo>
                    <a:pt x="84" y="23"/>
                  </a:lnTo>
                  <a:lnTo>
                    <a:pt x="78" y="17"/>
                  </a:lnTo>
                  <a:lnTo>
                    <a:pt x="71" y="13"/>
                  </a:lnTo>
                  <a:lnTo>
                    <a:pt x="62" y="11"/>
                  </a:lnTo>
                  <a:lnTo>
                    <a:pt x="54" y="10"/>
                  </a:lnTo>
                  <a:close/>
                  <a:moveTo>
                    <a:pt x="54" y="0"/>
                  </a:moveTo>
                  <a:lnTo>
                    <a:pt x="66" y="1"/>
                  </a:lnTo>
                  <a:lnTo>
                    <a:pt x="77" y="5"/>
                  </a:lnTo>
                  <a:lnTo>
                    <a:pt x="87" y="12"/>
                  </a:lnTo>
                  <a:lnTo>
                    <a:pt x="95" y="20"/>
                  </a:lnTo>
                  <a:lnTo>
                    <a:pt x="102" y="29"/>
                  </a:lnTo>
                  <a:lnTo>
                    <a:pt x="106" y="41"/>
                  </a:lnTo>
                  <a:lnTo>
                    <a:pt x="107" y="53"/>
                  </a:lnTo>
                  <a:lnTo>
                    <a:pt x="106" y="66"/>
                  </a:lnTo>
                  <a:lnTo>
                    <a:pt x="102" y="77"/>
                  </a:lnTo>
                  <a:lnTo>
                    <a:pt x="95" y="87"/>
                  </a:lnTo>
                  <a:lnTo>
                    <a:pt x="87" y="95"/>
                  </a:lnTo>
                  <a:lnTo>
                    <a:pt x="77" y="101"/>
                  </a:lnTo>
                  <a:lnTo>
                    <a:pt x="66" y="105"/>
                  </a:lnTo>
                  <a:lnTo>
                    <a:pt x="54" y="106"/>
                  </a:lnTo>
                  <a:lnTo>
                    <a:pt x="41" y="105"/>
                  </a:lnTo>
                  <a:lnTo>
                    <a:pt x="30" y="101"/>
                  </a:lnTo>
                  <a:lnTo>
                    <a:pt x="20" y="95"/>
                  </a:lnTo>
                  <a:lnTo>
                    <a:pt x="12" y="87"/>
                  </a:lnTo>
                  <a:lnTo>
                    <a:pt x="5" y="77"/>
                  </a:lnTo>
                  <a:lnTo>
                    <a:pt x="1" y="66"/>
                  </a:lnTo>
                  <a:lnTo>
                    <a:pt x="0" y="53"/>
                  </a:lnTo>
                  <a:lnTo>
                    <a:pt x="1" y="41"/>
                  </a:lnTo>
                  <a:lnTo>
                    <a:pt x="5" y="29"/>
                  </a:lnTo>
                  <a:lnTo>
                    <a:pt x="12" y="20"/>
                  </a:lnTo>
                  <a:lnTo>
                    <a:pt x="20" y="12"/>
                  </a:lnTo>
                  <a:lnTo>
                    <a:pt x="30" y="5"/>
                  </a:lnTo>
                  <a:lnTo>
                    <a:pt x="41" y="1"/>
                  </a:lnTo>
                  <a:lnTo>
                    <a:pt x="5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56" name="Freeform 61"/>
            <p:cNvSpPr/>
            <p:nvPr/>
          </p:nvSpPr>
          <p:spPr>
            <a:xfrm>
              <a:off x="4099" y="2415"/>
              <a:ext cx="232" cy="8"/>
            </a:xfrm>
            <a:custGeom>
              <a:avLst/>
              <a:gdLst>
                <a:gd name="txL" fmla="*/ 0 w 232"/>
                <a:gd name="txT" fmla="*/ 0 h 8"/>
                <a:gd name="txR" fmla="*/ 232 w 232"/>
                <a:gd name="txB" fmla="*/ 8 h 8"/>
              </a:gdLst>
              <a:ahLst/>
              <a:cxnLst>
                <a:cxn ang="0">
                  <a:pos x="4" y="0"/>
                </a:cxn>
                <a:cxn ang="0">
                  <a:pos x="228" y="0"/>
                </a:cxn>
                <a:cxn ang="0">
                  <a:pos x="231" y="1"/>
                </a:cxn>
                <a:cxn ang="0">
                  <a:pos x="232" y="2"/>
                </a:cxn>
                <a:cxn ang="0">
                  <a:pos x="232" y="3"/>
                </a:cxn>
                <a:cxn ang="0">
                  <a:pos x="231" y="7"/>
                </a:cxn>
                <a:cxn ang="0">
                  <a:pos x="228" y="8"/>
                </a:cxn>
                <a:cxn ang="0">
                  <a:pos x="4" y="8"/>
                </a:cxn>
                <a:cxn ang="0">
                  <a:pos x="1" y="7"/>
                </a:cxn>
                <a:cxn ang="0">
                  <a:pos x="0" y="3"/>
                </a:cxn>
                <a:cxn ang="0">
                  <a:pos x="0" y="2"/>
                </a:cxn>
                <a:cxn ang="0">
                  <a:pos x="1" y="1"/>
                </a:cxn>
                <a:cxn ang="0">
                  <a:pos x="4" y="0"/>
                </a:cxn>
              </a:cxnLst>
              <a:rect l="txL" t="txT" r="txR" b="txB"/>
              <a:pathLst>
                <a:path w="232" h="8">
                  <a:moveTo>
                    <a:pt x="4" y="0"/>
                  </a:moveTo>
                  <a:lnTo>
                    <a:pt x="228" y="0"/>
                  </a:lnTo>
                  <a:lnTo>
                    <a:pt x="231" y="1"/>
                  </a:lnTo>
                  <a:lnTo>
                    <a:pt x="232" y="2"/>
                  </a:lnTo>
                  <a:lnTo>
                    <a:pt x="232" y="3"/>
                  </a:lnTo>
                  <a:lnTo>
                    <a:pt x="231" y="7"/>
                  </a:lnTo>
                  <a:lnTo>
                    <a:pt x="228" y="8"/>
                  </a:lnTo>
                  <a:lnTo>
                    <a:pt x="4" y="8"/>
                  </a:lnTo>
                  <a:lnTo>
                    <a:pt x="1" y="7"/>
                  </a:lnTo>
                  <a:lnTo>
                    <a:pt x="0" y="3"/>
                  </a:lnTo>
                  <a:lnTo>
                    <a:pt x="0" y="2"/>
                  </a:lnTo>
                  <a:lnTo>
                    <a:pt x="1" y="1"/>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57" name="Freeform 62"/>
            <p:cNvSpPr/>
            <p:nvPr/>
          </p:nvSpPr>
          <p:spPr>
            <a:xfrm>
              <a:off x="4075" y="2402"/>
              <a:ext cx="40" cy="33"/>
            </a:xfrm>
            <a:custGeom>
              <a:avLst/>
              <a:gdLst>
                <a:gd name="txL" fmla="*/ 0 w 40"/>
                <a:gd name="txT" fmla="*/ 0 h 33"/>
                <a:gd name="txR" fmla="*/ 40 w 40"/>
                <a:gd name="txB" fmla="*/ 33 h 33"/>
              </a:gdLst>
              <a:ahLst/>
              <a:cxnLst>
                <a:cxn ang="0">
                  <a:pos x="40" y="0"/>
                </a:cxn>
                <a:cxn ang="0">
                  <a:pos x="30" y="16"/>
                </a:cxn>
                <a:cxn ang="0">
                  <a:pos x="40" y="33"/>
                </a:cxn>
                <a:cxn ang="0">
                  <a:pos x="0" y="16"/>
                </a:cxn>
                <a:cxn ang="0">
                  <a:pos x="40" y="0"/>
                </a:cxn>
              </a:cxnLst>
              <a:rect l="txL" t="txT" r="txR" b="txB"/>
              <a:pathLst>
                <a:path w="40" h="33">
                  <a:moveTo>
                    <a:pt x="40" y="0"/>
                  </a:moveTo>
                  <a:lnTo>
                    <a:pt x="30" y="16"/>
                  </a:lnTo>
                  <a:lnTo>
                    <a:pt x="40" y="33"/>
                  </a:lnTo>
                  <a:lnTo>
                    <a:pt x="0" y="16"/>
                  </a:lnTo>
                  <a:lnTo>
                    <a:pt x="4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58" name="Freeform 63"/>
            <p:cNvSpPr/>
            <p:nvPr/>
          </p:nvSpPr>
          <p:spPr>
            <a:xfrm>
              <a:off x="4597" y="2110"/>
              <a:ext cx="226" cy="8"/>
            </a:xfrm>
            <a:custGeom>
              <a:avLst/>
              <a:gdLst>
                <a:gd name="txL" fmla="*/ 0 w 226"/>
                <a:gd name="txT" fmla="*/ 0 h 8"/>
                <a:gd name="txR" fmla="*/ 226 w 226"/>
                <a:gd name="txB" fmla="*/ 8 h 8"/>
              </a:gdLst>
              <a:ahLst/>
              <a:cxnLst>
                <a:cxn ang="0">
                  <a:pos x="3" y="0"/>
                </a:cxn>
                <a:cxn ang="0">
                  <a:pos x="221" y="0"/>
                </a:cxn>
                <a:cxn ang="0">
                  <a:pos x="224" y="1"/>
                </a:cxn>
                <a:cxn ang="0">
                  <a:pos x="225" y="2"/>
                </a:cxn>
                <a:cxn ang="0">
                  <a:pos x="226" y="4"/>
                </a:cxn>
                <a:cxn ang="0">
                  <a:pos x="224" y="7"/>
                </a:cxn>
                <a:cxn ang="0">
                  <a:pos x="221" y="8"/>
                </a:cxn>
                <a:cxn ang="0">
                  <a:pos x="3" y="8"/>
                </a:cxn>
                <a:cxn ang="0">
                  <a:pos x="2" y="7"/>
                </a:cxn>
                <a:cxn ang="0">
                  <a:pos x="1" y="7"/>
                </a:cxn>
                <a:cxn ang="0">
                  <a:pos x="0" y="4"/>
                </a:cxn>
                <a:cxn ang="0">
                  <a:pos x="0" y="2"/>
                </a:cxn>
                <a:cxn ang="0">
                  <a:pos x="1" y="1"/>
                </a:cxn>
                <a:cxn ang="0">
                  <a:pos x="2" y="0"/>
                </a:cxn>
                <a:cxn ang="0">
                  <a:pos x="3" y="0"/>
                </a:cxn>
              </a:cxnLst>
              <a:rect l="txL" t="txT" r="txR" b="txB"/>
              <a:pathLst>
                <a:path w="226" h="8">
                  <a:moveTo>
                    <a:pt x="3" y="0"/>
                  </a:moveTo>
                  <a:lnTo>
                    <a:pt x="221" y="0"/>
                  </a:lnTo>
                  <a:lnTo>
                    <a:pt x="224" y="1"/>
                  </a:lnTo>
                  <a:lnTo>
                    <a:pt x="225" y="2"/>
                  </a:lnTo>
                  <a:lnTo>
                    <a:pt x="226" y="4"/>
                  </a:lnTo>
                  <a:lnTo>
                    <a:pt x="224" y="7"/>
                  </a:lnTo>
                  <a:lnTo>
                    <a:pt x="221" y="8"/>
                  </a:lnTo>
                  <a:lnTo>
                    <a:pt x="3" y="8"/>
                  </a:lnTo>
                  <a:lnTo>
                    <a:pt x="2" y="7"/>
                  </a:lnTo>
                  <a:lnTo>
                    <a:pt x="1" y="7"/>
                  </a:lnTo>
                  <a:lnTo>
                    <a:pt x="0" y="4"/>
                  </a:lnTo>
                  <a:lnTo>
                    <a:pt x="0" y="2"/>
                  </a:lnTo>
                  <a:lnTo>
                    <a:pt x="1" y="1"/>
                  </a:lnTo>
                  <a:lnTo>
                    <a:pt x="2" y="0"/>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59" name="Freeform 64"/>
            <p:cNvSpPr/>
            <p:nvPr/>
          </p:nvSpPr>
          <p:spPr>
            <a:xfrm>
              <a:off x="4807" y="2097"/>
              <a:ext cx="40" cy="33"/>
            </a:xfrm>
            <a:custGeom>
              <a:avLst/>
              <a:gdLst>
                <a:gd name="txL" fmla="*/ 0 w 40"/>
                <a:gd name="txT" fmla="*/ 0 h 33"/>
                <a:gd name="txR" fmla="*/ 40 w 40"/>
                <a:gd name="txB" fmla="*/ 33 h 33"/>
              </a:gdLst>
              <a:ahLst/>
              <a:cxnLst>
                <a:cxn ang="0">
                  <a:pos x="0" y="0"/>
                </a:cxn>
                <a:cxn ang="0">
                  <a:pos x="40" y="17"/>
                </a:cxn>
                <a:cxn ang="0">
                  <a:pos x="0" y="33"/>
                </a:cxn>
                <a:cxn ang="0">
                  <a:pos x="9" y="17"/>
                </a:cxn>
                <a:cxn ang="0">
                  <a:pos x="0" y="0"/>
                </a:cxn>
              </a:cxnLst>
              <a:rect l="txL" t="txT" r="txR" b="txB"/>
              <a:pathLst>
                <a:path w="40" h="33">
                  <a:moveTo>
                    <a:pt x="0" y="0"/>
                  </a:moveTo>
                  <a:lnTo>
                    <a:pt x="40" y="17"/>
                  </a:lnTo>
                  <a:lnTo>
                    <a:pt x="0" y="33"/>
                  </a:lnTo>
                  <a:lnTo>
                    <a:pt x="9" y="17"/>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60" name="Rectangle 65"/>
            <p:cNvSpPr/>
            <p:nvPr/>
          </p:nvSpPr>
          <p:spPr>
            <a:xfrm>
              <a:off x="4610" y="1204"/>
              <a:ext cx="262" cy="8"/>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61" name="Freeform 66"/>
            <p:cNvSpPr/>
            <p:nvPr/>
          </p:nvSpPr>
          <p:spPr>
            <a:xfrm>
              <a:off x="4860" y="1191"/>
              <a:ext cx="40" cy="33"/>
            </a:xfrm>
            <a:custGeom>
              <a:avLst/>
              <a:gdLst>
                <a:gd name="txL" fmla="*/ 0 w 40"/>
                <a:gd name="txT" fmla="*/ 0 h 33"/>
                <a:gd name="txR" fmla="*/ 40 w 40"/>
                <a:gd name="txB" fmla="*/ 33 h 33"/>
              </a:gdLst>
              <a:ahLst/>
              <a:cxnLst>
                <a:cxn ang="0">
                  <a:pos x="0" y="0"/>
                </a:cxn>
                <a:cxn ang="0">
                  <a:pos x="40" y="16"/>
                </a:cxn>
                <a:cxn ang="0">
                  <a:pos x="0" y="33"/>
                </a:cxn>
                <a:cxn ang="0">
                  <a:pos x="10" y="16"/>
                </a:cxn>
                <a:cxn ang="0">
                  <a:pos x="0" y="0"/>
                </a:cxn>
              </a:cxnLst>
              <a:rect l="txL" t="txT" r="txR" b="txB"/>
              <a:pathLst>
                <a:path w="40" h="33">
                  <a:moveTo>
                    <a:pt x="0" y="0"/>
                  </a:moveTo>
                  <a:lnTo>
                    <a:pt x="40" y="16"/>
                  </a:lnTo>
                  <a:lnTo>
                    <a:pt x="0" y="33"/>
                  </a:lnTo>
                  <a:lnTo>
                    <a:pt x="10" y="16"/>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62" name="Freeform 67"/>
            <p:cNvSpPr/>
            <p:nvPr/>
          </p:nvSpPr>
          <p:spPr>
            <a:xfrm>
              <a:off x="4730" y="1107"/>
              <a:ext cx="46" cy="70"/>
            </a:xfrm>
            <a:custGeom>
              <a:avLst/>
              <a:gdLst>
                <a:gd name="txL" fmla="*/ 0 w 46"/>
                <a:gd name="txT" fmla="*/ 0 h 70"/>
                <a:gd name="txR" fmla="*/ 46 w 46"/>
                <a:gd name="txB" fmla="*/ 70 h 70"/>
              </a:gdLst>
              <a:ahLst/>
              <a:cxnLst>
                <a:cxn ang="0">
                  <a:pos x="20" y="0"/>
                </a:cxn>
                <a:cxn ang="0">
                  <a:pos x="46" y="0"/>
                </a:cxn>
                <a:cxn ang="0">
                  <a:pos x="45" y="2"/>
                </a:cxn>
                <a:cxn ang="0">
                  <a:pos x="43" y="2"/>
                </a:cxn>
                <a:cxn ang="0">
                  <a:pos x="42" y="3"/>
                </a:cxn>
                <a:cxn ang="0">
                  <a:pos x="39" y="4"/>
                </a:cxn>
                <a:cxn ang="0">
                  <a:pos x="37" y="6"/>
                </a:cxn>
                <a:cxn ang="0">
                  <a:pos x="36" y="9"/>
                </a:cxn>
                <a:cxn ang="0">
                  <a:pos x="34" y="15"/>
                </a:cxn>
                <a:cxn ang="0">
                  <a:pos x="22" y="57"/>
                </a:cxn>
                <a:cxn ang="0">
                  <a:pos x="21" y="60"/>
                </a:cxn>
                <a:cxn ang="0">
                  <a:pos x="20" y="63"/>
                </a:cxn>
                <a:cxn ang="0">
                  <a:pos x="20" y="64"/>
                </a:cxn>
                <a:cxn ang="0">
                  <a:pos x="21" y="66"/>
                </a:cxn>
                <a:cxn ang="0">
                  <a:pos x="22" y="66"/>
                </a:cxn>
                <a:cxn ang="0">
                  <a:pos x="23" y="67"/>
                </a:cxn>
                <a:cxn ang="0">
                  <a:pos x="24" y="67"/>
                </a:cxn>
                <a:cxn ang="0">
                  <a:pos x="29" y="67"/>
                </a:cxn>
                <a:cxn ang="0">
                  <a:pos x="29" y="70"/>
                </a:cxn>
                <a:cxn ang="0">
                  <a:pos x="0" y="70"/>
                </a:cxn>
                <a:cxn ang="0">
                  <a:pos x="1" y="67"/>
                </a:cxn>
                <a:cxn ang="0">
                  <a:pos x="5" y="67"/>
                </a:cxn>
                <a:cxn ang="0">
                  <a:pos x="7" y="67"/>
                </a:cxn>
                <a:cxn ang="0">
                  <a:pos x="8" y="66"/>
                </a:cxn>
                <a:cxn ang="0">
                  <a:pos x="9" y="65"/>
                </a:cxn>
                <a:cxn ang="0">
                  <a:pos x="10" y="64"/>
                </a:cxn>
                <a:cxn ang="0">
                  <a:pos x="12" y="61"/>
                </a:cxn>
                <a:cxn ang="0">
                  <a:pos x="13" y="56"/>
                </a:cxn>
                <a:cxn ang="0">
                  <a:pos x="25" y="14"/>
                </a:cxn>
                <a:cxn ang="0">
                  <a:pos x="26" y="11"/>
                </a:cxn>
                <a:cxn ang="0">
                  <a:pos x="26" y="8"/>
                </a:cxn>
                <a:cxn ang="0">
                  <a:pos x="27" y="6"/>
                </a:cxn>
                <a:cxn ang="0">
                  <a:pos x="26" y="5"/>
                </a:cxn>
                <a:cxn ang="0">
                  <a:pos x="26" y="4"/>
                </a:cxn>
                <a:cxn ang="0">
                  <a:pos x="25" y="3"/>
                </a:cxn>
                <a:cxn ang="0">
                  <a:pos x="24" y="3"/>
                </a:cxn>
                <a:cxn ang="0">
                  <a:pos x="23" y="3"/>
                </a:cxn>
                <a:cxn ang="0">
                  <a:pos x="21" y="2"/>
                </a:cxn>
                <a:cxn ang="0">
                  <a:pos x="19" y="2"/>
                </a:cxn>
                <a:cxn ang="0">
                  <a:pos x="20" y="0"/>
                </a:cxn>
              </a:cxnLst>
              <a:rect l="txL" t="txT" r="txR" b="txB"/>
              <a:pathLst>
                <a:path w="46" h="70">
                  <a:moveTo>
                    <a:pt x="20" y="0"/>
                  </a:moveTo>
                  <a:lnTo>
                    <a:pt x="46" y="0"/>
                  </a:lnTo>
                  <a:lnTo>
                    <a:pt x="45" y="2"/>
                  </a:lnTo>
                  <a:lnTo>
                    <a:pt x="43" y="2"/>
                  </a:lnTo>
                  <a:lnTo>
                    <a:pt x="42" y="3"/>
                  </a:lnTo>
                  <a:lnTo>
                    <a:pt x="39" y="4"/>
                  </a:lnTo>
                  <a:lnTo>
                    <a:pt x="37" y="6"/>
                  </a:lnTo>
                  <a:lnTo>
                    <a:pt x="36" y="9"/>
                  </a:lnTo>
                  <a:lnTo>
                    <a:pt x="34" y="15"/>
                  </a:lnTo>
                  <a:lnTo>
                    <a:pt x="22" y="57"/>
                  </a:lnTo>
                  <a:lnTo>
                    <a:pt x="21" y="60"/>
                  </a:lnTo>
                  <a:lnTo>
                    <a:pt x="20" y="63"/>
                  </a:lnTo>
                  <a:lnTo>
                    <a:pt x="20" y="64"/>
                  </a:lnTo>
                  <a:lnTo>
                    <a:pt x="21" y="66"/>
                  </a:lnTo>
                  <a:lnTo>
                    <a:pt x="22" y="66"/>
                  </a:lnTo>
                  <a:lnTo>
                    <a:pt x="23" y="67"/>
                  </a:lnTo>
                  <a:lnTo>
                    <a:pt x="24" y="67"/>
                  </a:lnTo>
                  <a:lnTo>
                    <a:pt x="29" y="67"/>
                  </a:lnTo>
                  <a:lnTo>
                    <a:pt x="29" y="70"/>
                  </a:lnTo>
                  <a:lnTo>
                    <a:pt x="0" y="70"/>
                  </a:lnTo>
                  <a:lnTo>
                    <a:pt x="1" y="67"/>
                  </a:lnTo>
                  <a:lnTo>
                    <a:pt x="5" y="67"/>
                  </a:lnTo>
                  <a:lnTo>
                    <a:pt x="7" y="67"/>
                  </a:lnTo>
                  <a:lnTo>
                    <a:pt x="8" y="66"/>
                  </a:lnTo>
                  <a:lnTo>
                    <a:pt x="9" y="65"/>
                  </a:lnTo>
                  <a:lnTo>
                    <a:pt x="10" y="64"/>
                  </a:lnTo>
                  <a:lnTo>
                    <a:pt x="12" y="61"/>
                  </a:lnTo>
                  <a:lnTo>
                    <a:pt x="13" y="56"/>
                  </a:lnTo>
                  <a:lnTo>
                    <a:pt x="25" y="14"/>
                  </a:lnTo>
                  <a:lnTo>
                    <a:pt x="26" y="11"/>
                  </a:lnTo>
                  <a:lnTo>
                    <a:pt x="26" y="8"/>
                  </a:lnTo>
                  <a:lnTo>
                    <a:pt x="27" y="6"/>
                  </a:lnTo>
                  <a:lnTo>
                    <a:pt x="26" y="5"/>
                  </a:lnTo>
                  <a:lnTo>
                    <a:pt x="26" y="4"/>
                  </a:lnTo>
                  <a:lnTo>
                    <a:pt x="25" y="3"/>
                  </a:lnTo>
                  <a:lnTo>
                    <a:pt x="24" y="3"/>
                  </a:lnTo>
                  <a:lnTo>
                    <a:pt x="23" y="3"/>
                  </a:lnTo>
                  <a:lnTo>
                    <a:pt x="21" y="2"/>
                  </a:lnTo>
                  <a:lnTo>
                    <a:pt x="19" y="2"/>
                  </a:lnTo>
                  <a:lnTo>
                    <a:pt x="2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63" name="Freeform 68"/>
            <p:cNvSpPr>
              <a:spLocks noEditPoints="1"/>
            </p:cNvSpPr>
            <p:nvPr/>
          </p:nvSpPr>
          <p:spPr>
            <a:xfrm>
              <a:off x="4173" y="1125"/>
              <a:ext cx="40" cy="49"/>
            </a:xfrm>
            <a:custGeom>
              <a:avLst/>
              <a:gdLst>
                <a:gd name="txL" fmla="*/ 0 w 40"/>
                <a:gd name="txT" fmla="*/ 0 h 49"/>
                <a:gd name="txR" fmla="*/ 40 w 40"/>
                <a:gd name="txB" fmla="*/ 49 h 49"/>
              </a:gdLst>
              <a:ahLst/>
              <a:cxnLst>
                <a:cxn ang="0">
                  <a:pos x="19" y="3"/>
                </a:cxn>
                <a:cxn ang="0">
                  <a:pos x="17" y="4"/>
                </a:cxn>
                <a:cxn ang="0">
                  <a:pos x="14" y="5"/>
                </a:cxn>
                <a:cxn ang="0">
                  <a:pos x="12" y="7"/>
                </a:cxn>
                <a:cxn ang="0">
                  <a:pos x="9" y="11"/>
                </a:cxn>
                <a:cxn ang="0">
                  <a:pos x="8" y="16"/>
                </a:cxn>
                <a:cxn ang="0">
                  <a:pos x="29" y="16"/>
                </a:cxn>
                <a:cxn ang="0">
                  <a:pos x="29" y="13"/>
                </a:cxn>
                <a:cxn ang="0">
                  <a:pos x="29" y="11"/>
                </a:cxn>
                <a:cxn ang="0">
                  <a:pos x="28" y="10"/>
                </a:cxn>
                <a:cxn ang="0">
                  <a:pos x="28" y="8"/>
                </a:cxn>
                <a:cxn ang="0">
                  <a:pos x="26" y="6"/>
                </a:cxn>
                <a:cxn ang="0">
                  <a:pos x="23" y="4"/>
                </a:cxn>
                <a:cxn ang="0">
                  <a:pos x="21" y="3"/>
                </a:cxn>
                <a:cxn ang="0">
                  <a:pos x="19" y="3"/>
                </a:cxn>
                <a:cxn ang="0">
                  <a:pos x="22" y="0"/>
                </a:cxn>
                <a:cxn ang="0">
                  <a:pos x="27" y="0"/>
                </a:cxn>
                <a:cxn ang="0">
                  <a:pos x="31" y="2"/>
                </a:cxn>
                <a:cxn ang="0">
                  <a:pos x="35" y="5"/>
                </a:cxn>
                <a:cxn ang="0">
                  <a:pos x="38" y="9"/>
                </a:cxn>
                <a:cxn ang="0">
                  <a:pos x="40" y="13"/>
                </a:cxn>
                <a:cxn ang="0">
                  <a:pos x="40" y="19"/>
                </a:cxn>
                <a:cxn ang="0">
                  <a:pos x="8" y="19"/>
                </a:cxn>
                <a:cxn ang="0">
                  <a:pos x="8" y="25"/>
                </a:cxn>
                <a:cxn ang="0">
                  <a:pos x="10" y="31"/>
                </a:cxn>
                <a:cxn ang="0">
                  <a:pos x="13" y="35"/>
                </a:cxn>
                <a:cxn ang="0">
                  <a:pos x="18" y="39"/>
                </a:cxn>
                <a:cxn ang="0">
                  <a:pos x="25" y="41"/>
                </a:cxn>
                <a:cxn ang="0">
                  <a:pos x="30" y="40"/>
                </a:cxn>
                <a:cxn ang="0">
                  <a:pos x="33" y="38"/>
                </a:cxn>
                <a:cxn ang="0">
                  <a:pos x="36" y="35"/>
                </a:cxn>
                <a:cxn ang="0">
                  <a:pos x="39" y="30"/>
                </a:cxn>
                <a:cxn ang="0">
                  <a:pos x="40" y="31"/>
                </a:cxn>
                <a:cxn ang="0">
                  <a:pos x="38" y="37"/>
                </a:cxn>
                <a:cxn ang="0">
                  <a:pos x="34" y="44"/>
                </a:cxn>
                <a:cxn ang="0">
                  <a:pos x="30" y="47"/>
                </a:cxn>
                <a:cxn ang="0">
                  <a:pos x="26" y="49"/>
                </a:cxn>
                <a:cxn ang="0">
                  <a:pos x="21" y="49"/>
                </a:cxn>
                <a:cxn ang="0">
                  <a:pos x="16" y="48"/>
                </a:cxn>
                <a:cxn ang="0">
                  <a:pos x="11" y="46"/>
                </a:cxn>
                <a:cxn ang="0">
                  <a:pos x="7" y="43"/>
                </a:cxn>
                <a:cxn ang="0">
                  <a:pos x="3" y="38"/>
                </a:cxn>
                <a:cxn ang="0">
                  <a:pos x="1" y="32"/>
                </a:cxn>
                <a:cxn ang="0">
                  <a:pos x="0" y="25"/>
                </a:cxn>
                <a:cxn ang="0">
                  <a:pos x="1" y="18"/>
                </a:cxn>
                <a:cxn ang="0">
                  <a:pos x="4" y="11"/>
                </a:cxn>
                <a:cxn ang="0">
                  <a:pos x="7" y="7"/>
                </a:cxn>
                <a:cxn ang="0">
                  <a:pos x="11" y="3"/>
                </a:cxn>
                <a:cxn ang="0">
                  <a:pos x="17" y="0"/>
                </a:cxn>
                <a:cxn ang="0">
                  <a:pos x="22" y="0"/>
                </a:cxn>
              </a:cxnLst>
              <a:rect l="txL" t="txT" r="txR" b="txB"/>
              <a:pathLst>
                <a:path w="40" h="49">
                  <a:moveTo>
                    <a:pt x="19" y="3"/>
                  </a:moveTo>
                  <a:lnTo>
                    <a:pt x="17" y="4"/>
                  </a:lnTo>
                  <a:lnTo>
                    <a:pt x="14" y="5"/>
                  </a:lnTo>
                  <a:lnTo>
                    <a:pt x="12" y="7"/>
                  </a:lnTo>
                  <a:lnTo>
                    <a:pt x="9" y="11"/>
                  </a:lnTo>
                  <a:lnTo>
                    <a:pt x="8" y="16"/>
                  </a:lnTo>
                  <a:lnTo>
                    <a:pt x="29" y="16"/>
                  </a:lnTo>
                  <a:lnTo>
                    <a:pt x="29" y="13"/>
                  </a:lnTo>
                  <a:lnTo>
                    <a:pt x="29" y="11"/>
                  </a:lnTo>
                  <a:lnTo>
                    <a:pt x="28" y="10"/>
                  </a:lnTo>
                  <a:lnTo>
                    <a:pt x="28" y="8"/>
                  </a:lnTo>
                  <a:lnTo>
                    <a:pt x="26" y="6"/>
                  </a:lnTo>
                  <a:lnTo>
                    <a:pt x="23" y="4"/>
                  </a:lnTo>
                  <a:lnTo>
                    <a:pt x="21" y="3"/>
                  </a:lnTo>
                  <a:lnTo>
                    <a:pt x="19" y="3"/>
                  </a:lnTo>
                  <a:close/>
                  <a:moveTo>
                    <a:pt x="22" y="0"/>
                  </a:moveTo>
                  <a:lnTo>
                    <a:pt x="27" y="0"/>
                  </a:lnTo>
                  <a:lnTo>
                    <a:pt x="31" y="2"/>
                  </a:lnTo>
                  <a:lnTo>
                    <a:pt x="35" y="5"/>
                  </a:lnTo>
                  <a:lnTo>
                    <a:pt x="38" y="9"/>
                  </a:lnTo>
                  <a:lnTo>
                    <a:pt x="40" y="13"/>
                  </a:lnTo>
                  <a:lnTo>
                    <a:pt x="40" y="19"/>
                  </a:lnTo>
                  <a:lnTo>
                    <a:pt x="8" y="19"/>
                  </a:lnTo>
                  <a:lnTo>
                    <a:pt x="8" y="25"/>
                  </a:lnTo>
                  <a:lnTo>
                    <a:pt x="10" y="31"/>
                  </a:lnTo>
                  <a:lnTo>
                    <a:pt x="13" y="35"/>
                  </a:lnTo>
                  <a:lnTo>
                    <a:pt x="18" y="39"/>
                  </a:lnTo>
                  <a:lnTo>
                    <a:pt x="25" y="41"/>
                  </a:lnTo>
                  <a:lnTo>
                    <a:pt x="30" y="40"/>
                  </a:lnTo>
                  <a:lnTo>
                    <a:pt x="33" y="38"/>
                  </a:lnTo>
                  <a:lnTo>
                    <a:pt x="36" y="35"/>
                  </a:lnTo>
                  <a:lnTo>
                    <a:pt x="39" y="30"/>
                  </a:lnTo>
                  <a:lnTo>
                    <a:pt x="40" y="31"/>
                  </a:lnTo>
                  <a:lnTo>
                    <a:pt x="38" y="37"/>
                  </a:lnTo>
                  <a:lnTo>
                    <a:pt x="34" y="44"/>
                  </a:lnTo>
                  <a:lnTo>
                    <a:pt x="30" y="47"/>
                  </a:lnTo>
                  <a:lnTo>
                    <a:pt x="26" y="49"/>
                  </a:lnTo>
                  <a:lnTo>
                    <a:pt x="21" y="49"/>
                  </a:lnTo>
                  <a:lnTo>
                    <a:pt x="16" y="48"/>
                  </a:lnTo>
                  <a:lnTo>
                    <a:pt x="11" y="46"/>
                  </a:lnTo>
                  <a:lnTo>
                    <a:pt x="7" y="43"/>
                  </a:lnTo>
                  <a:lnTo>
                    <a:pt x="3" y="38"/>
                  </a:lnTo>
                  <a:lnTo>
                    <a:pt x="1" y="32"/>
                  </a:lnTo>
                  <a:lnTo>
                    <a:pt x="0" y="25"/>
                  </a:lnTo>
                  <a:lnTo>
                    <a:pt x="1" y="18"/>
                  </a:lnTo>
                  <a:lnTo>
                    <a:pt x="4" y="11"/>
                  </a:lnTo>
                  <a:lnTo>
                    <a:pt x="7" y="7"/>
                  </a:lnTo>
                  <a:lnTo>
                    <a:pt x="11" y="3"/>
                  </a:lnTo>
                  <a:lnTo>
                    <a:pt x="17" y="0"/>
                  </a:lnTo>
                  <a:lnTo>
                    <a:pt x="22"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64" name="Rectangle 69"/>
            <p:cNvSpPr/>
            <p:nvPr/>
          </p:nvSpPr>
          <p:spPr>
            <a:xfrm>
              <a:off x="4055" y="1204"/>
              <a:ext cx="272" cy="8"/>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65" name="Freeform 70"/>
            <p:cNvSpPr/>
            <p:nvPr/>
          </p:nvSpPr>
          <p:spPr>
            <a:xfrm>
              <a:off x="4027" y="1191"/>
              <a:ext cx="39" cy="33"/>
            </a:xfrm>
            <a:custGeom>
              <a:avLst/>
              <a:gdLst>
                <a:gd name="txL" fmla="*/ 0 w 39"/>
                <a:gd name="txT" fmla="*/ 0 h 33"/>
                <a:gd name="txR" fmla="*/ 39 w 39"/>
                <a:gd name="txB" fmla="*/ 33 h 33"/>
              </a:gdLst>
              <a:ahLst/>
              <a:cxnLst>
                <a:cxn ang="0">
                  <a:pos x="39" y="0"/>
                </a:cxn>
                <a:cxn ang="0">
                  <a:pos x="30" y="16"/>
                </a:cxn>
                <a:cxn ang="0">
                  <a:pos x="39" y="33"/>
                </a:cxn>
                <a:cxn ang="0">
                  <a:pos x="0" y="16"/>
                </a:cxn>
                <a:cxn ang="0">
                  <a:pos x="39" y="0"/>
                </a:cxn>
              </a:cxnLst>
              <a:rect l="txL" t="txT" r="txR" b="txB"/>
              <a:pathLst>
                <a:path w="39" h="33">
                  <a:moveTo>
                    <a:pt x="39" y="0"/>
                  </a:moveTo>
                  <a:lnTo>
                    <a:pt x="30" y="16"/>
                  </a:lnTo>
                  <a:lnTo>
                    <a:pt x="39" y="33"/>
                  </a:lnTo>
                  <a:lnTo>
                    <a:pt x="0" y="16"/>
                  </a:lnTo>
                  <a:lnTo>
                    <a:pt x="39"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66" name="Rectangle 71"/>
            <p:cNvSpPr/>
            <p:nvPr/>
          </p:nvSpPr>
          <p:spPr>
            <a:xfrm>
              <a:off x="4495" y="2107"/>
              <a:ext cx="56" cy="11"/>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67" name="Rectangle 72"/>
            <p:cNvSpPr/>
            <p:nvPr/>
          </p:nvSpPr>
          <p:spPr>
            <a:xfrm>
              <a:off x="4381" y="2416"/>
              <a:ext cx="56" cy="10"/>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68" name="Rectangle 73"/>
            <p:cNvSpPr/>
            <p:nvPr/>
          </p:nvSpPr>
          <p:spPr>
            <a:xfrm>
              <a:off x="4404" y="2393"/>
              <a:ext cx="11" cy="56"/>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69" name="Rectangle 74"/>
            <p:cNvSpPr/>
            <p:nvPr/>
          </p:nvSpPr>
          <p:spPr>
            <a:xfrm>
              <a:off x="5018" y="1839"/>
              <a:ext cx="56" cy="10"/>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70" name="Rectangle 75"/>
            <p:cNvSpPr/>
            <p:nvPr/>
          </p:nvSpPr>
          <p:spPr>
            <a:xfrm>
              <a:off x="3866" y="1839"/>
              <a:ext cx="56" cy="10"/>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71" name="Rectangle 76"/>
            <p:cNvSpPr/>
            <p:nvPr/>
          </p:nvSpPr>
          <p:spPr>
            <a:xfrm>
              <a:off x="5041" y="1816"/>
              <a:ext cx="11" cy="56"/>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72" name="Rectangle 77"/>
            <p:cNvSpPr/>
            <p:nvPr/>
          </p:nvSpPr>
          <p:spPr>
            <a:xfrm>
              <a:off x="4219" y="1109"/>
              <a:ext cx="33" cy="11"/>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grpSp>
      <p:pic>
        <p:nvPicPr>
          <p:cNvPr id="73" name="图片 72"/>
          <p:cNvPicPr>
            <a:picLocks noChangeAspect="1"/>
          </p:cNvPicPr>
          <p:nvPr/>
        </p:nvPicPr>
        <p:blipFill>
          <a:blip r:embed="rId2"/>
          <a:stretch>
            <a:fillRect/>
          </a:stretch>
        </p:blipFill>
        <p:spPr>
          <a:xfrm>
            <a:off x="105410" y="654050"/>
            <a:ext cx="4690745" cy="2487930"/>
          </a:xfrm>
          <a:prstGeom prst="rect">
            <a:avLst/>
          </a:prstGeom>
          <a:solidFill>
            <a:schemeClr val="bg1"/>
          </a:solidFill>
        </p:spPr>
      </p:pic>
      <p:grpSp>
        <p:nvGrpSpPr>
          <p:cNvPr id="4107" name="Group 118"/>
          <p:cNvGrpSpPr>
            <a:grpSpLocks noChangeAspect="1"/>
          </p:cNvGrpSpPr>
          <p:nvPr/>
        </p:nvGrpSpPr>
        <p:grpSpPr>
          <a:xfrm>
            <a:off x="4746625" y="212090"/>
            <a:ext cx="2498090" cy="3005455"/>
            <a:chOff x="3552" y="296"/>
            <a:chExt cx="1547" cy="1861"/>
          </a:xfrm>
        </p:grpSpPr>
        <p:sp>
          <p:nvSpPr>
            <p:cNvPr id="4109" name="Freeform 15"/>
            <p:cNvSpPr/>
            <p:nvPr/>
          </p:nvSpPr>
          <p:spPr>
            <a:xfrm>
              <a:off x="3828" y="668"/>
              <a:ext cx="445" cy="629"/>
            </a:xfrm>
            <a:custGeom>
              <a:avLst/>
              <a:gdLst>
                <a:gd name="txL" fmla="*/ 0 w 445"/>
                <a:gd name="txT" fmla="*/ 0 h 629"/>
                <a:gd name="txR" fmla="*/ 445 w 445"/>
                <a:gd name="txB" fmla="*/ 629 h 629"/>
              </a:gdLst>
              <a:ahLst/>
              <a:cxnLst>
                <a:cxn ang="0">
                  <a:pos x="4" y="0"/>
                </a:cxn>
                <a:cxn ang="0">
                  <a:pos x="442" y="0"/>
                </a:cxn>
                <a:cxn ang="0">
                  <a:pos x="443" y="1"/>
                </a:cxn>
                <a:cxn ang="0">
                  <a:pos x="444" y="1"/>
                </a:cxn>
                <a:cxn ang="0">
                  <a:pos x="445" y="2"/>
                </a:cxn>
                <a:cxn ang="0">
                  <a:pos x="445" y="4"/>
                </a:cxn>
                <a:cxn ang="0">
                  <a:pos x="445" y="6"/>
                </a:cxn>
                <a:cxn ang="0">
                  <a:pos x="444" y="7"/>
                </a:cxn>
                <a:cxn ang="0">
                  <a:pos x="443" y="8"/>
                </a:cxn>
                <a:cxn ang="0">
                  <a:pos x="442" y="8"/>
                </a:cxn>
                <a:cxn ang="0">
                  <a:pos x="8" y="8"/>
                </a:cxn>
                <a:cxn ang="0">
                  <a:pos x="8" y="625"/>
                </a:cxn>
                <a:cxn ang="0">
                  <a:pos x="8" y="626"/>
                </a:cxn>
                <a:cxn ang="0">
                  <a:pos x="7" y="627"/>
                </a:cxn>
                <a:cxn ang="0">
                  <a:pos x="6" y="628"/>
                </a:cxn>
                <a:cxn ang="0">
                  <a:pos x="4" y="629"/>
                </a:cxn>
                <a:cxn ang="0">
                  <a:pos x="3" y="628"/>
                </a:cxn>
                <a:cxn ang="0">
                  <a:pos x="2" y="627"/>
                </a:cxn>
                <a:cxn ang="0">
                  <a:pos x="1" y="626"/>
                </a:cxn>
                <a:cxn ang="0">
                  <a:pos x="0" y="625"/>
                </a:cxn>
                <a:cxn ang="0">
                  <a:pos x="0" y="4"/>
                </a:cxn>
                <a:cxn ang="0">
                  <a:pos x="1" y="2"/>
                </a:cxn>
                <a:cxn ang="0">
                  <a:pos x="2" y="1"/>
                </a:cxn>
                <a:cxn ang="0">
                  <a:pos x="4" y="0"/>
                </a:cxn>
              </a:cxnLst>
              <a:rect l="txL" t="txT" r="txR" b="txB"/>
              <a:pathLst>
                <a:path w="445" h="629">
                  <a:moveTo>
                    <a:pt x="4" y="0"/>
                  </a:moveTo>
                  <a:lnTo>
                    <a:pt x="442" y="0"/>
                  </a:lnTo>
                  <a:lnTo>
                    <a:pt x="443" y="1"/>
                  </a:lnTo>
                  <a:lnTo>
                    <a:pt x="444" y="1"/>
                  </a:lnTo>
                  <a:lnTo>
                    <a:pt x="445" y="2"/>
                  </a:lnTo>
                  <a:lnTo>
                    <a:pt x="445" y="4"/>
                  </a:lnTo>
                  <a:lnTo>
                    <a:pt x="445" y="6"/>
                  </a:lnTo>
                  <a:lnTo>
                    <a:pt x="444" y="7"/>
                  </a:lnTo>
                  <a:lnTo>
                    <a:pt x="443" y="8"/>
                  </a:lnTo>
                  <a:lnTo>
                    <a:pt x="442" y="8"/>
                  </a:lnTo>
                  <a:lnTo>
                    <a:pt x="8" y="8"/>
                  </a:lnTo>
                  <a:lnTo>
                    <a:pt x="8" y="625"/>
                  </a:lnTo>
                  <a:lnTo>
                    <a:pt x="8" y="626"/>
                  </a:lnTo>
                  <a:lnTo>
                    <a:pt x="7" y="627"/>
                  </a:lnTo>
                  <a:lnTo>
                    <a:pt x="6" y="628"/>
                  </a:lnTo>
                  <a:lnTo>
                    <a:pt x="4" y="629"/>
                  </a:lnTo>
                  <a:lnTo>
                    <a:pt x="3" y="628"/>
                  </a:lnTo>
                  <a:lnTo>
                    <a:pt x="2" y="627"/>
                  </a:lnTo>
                  <a:lnTo>
                    <a:pt x="1" y="626"/>
                  </a:lnTo>
                  <a:lnTo>
                    <a:pt x="0" y="625"/>
                  </a:lnTo>
                  <a:lnTo>
                    <a:pt x="0" y="4"/>
                  </a:lnTo>
                  <a:lnTo>
                    <a:pt x="1" y="2"/>
                  </a:lnTo>
                  <a:lnTo>
                    <a:pt x="2" y="1"/>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10" name="Freeform 16"/>
            <p:cNvSpPr/>
            <p:nvPr/>
          </p:nvSpPr>
          <p:spPr>
            <a:xfrm>
              <a:off x="4453" y="668"/>
              <a:ext cx="399" cy="631"/>
            </a:xfrm>
            <a:custGeom>
              <a:avLst/>
              <a:gdLst>
                <a:gd name="txL" fmla="*/ 0 w 399"/>
                <a:gd name="txT" fmla="*/ 0 h 631"/>
                <a:gd name="txR" fmla="*/ 399 w 399"/>
                <a:gd name="txB" fmla="*/ 631 h 631"/>
              </a:gdLst>
              <a:ahLst/>
              <a:cxnLst>
                <a:cxn ang="0">
                  <a:pos x="4" y="0"/>
                </a:cxn>
                <a:cxn ang="0">
                  <a:pos x="396" y="0"/>
                </a:cxn>
                <a:cxn ang="0">
                  <a:pos x="397" y="1"/>
                </a:cxn>
                <a:cxn ang="0">
                  <a:pos x="398" y="1"/>
                </a:cxn>
                <a:cxn ang="0">
                  <a:pos x="399" y="2"/>
                </a:cxn>
                <a:cxn ang="0">
                  <a:pos x="399" y="627"/>
                </a:cxn>
                <a:cxn ang="0">
                  <a:pos x="399" y="629"/>
                </a:cxn>
                <a:cxn ang="0">
                  <a:pos x="398" y="630"/>
                </a:cxn>
                <a:cxn ang="0">
                  <a:pos x="397" y="631"/>
                </a:cxn>
                <a:cxn ang="0">
                  <a:pos x="396" y="631"/>
                </a:cxn>
                <a:cxn ang="0">
                  <a:pos x="394" y="631"/>
                </a:cxn>
                <a:cxn ang="0">
                  <a:pos x="393" y="630"/>
                </a:cxn>
                <a:cxn ang="0">
                  <a:pos x="392" y="629"/>
                </a:cxn>
                <a:cxn ang="0">
                  <a:pos x="392" y="627"/>
                </a:cxn>
                <a:cxn ang="0">
                  <a:pos x="392" y="8"/>
                </a:cxn>
                <a:cxn ang="0">
                  <a:pos x="4" y="8"/>
                </a:cxn>
                <a:cxn ang="0">
                  <a:pos x="2" y="8"/>
                </a:cxn>
                <a:cxn ang="0">
                  <a:pos x="1" y="7"/>
                </a:cxn>
                <a:cxn ang="0">
                  <a:pos x="0" y="6"/>
                </a:cxn>
                <a:cxn ang="0">
                  <a:pos x="0" y="4"/>
                </a:cxn>
                <a:cxn ang="0">
                  <a:pos x="0" y="2"/>
                </a:cxn>
                <a:cxn ang="0">
                  <a:pos x="1" y="1"/>
                </a:cxn>
                <a:cxn ang="0">
                  <a:pos x="2" y="1"/>
                </a:cxn>
                <a:cxn ang="0">
                  <a:pos x="4" y="0"/>
                </a:cxn>
              </a:cxnLst>
              <a:rect l="txL" t="txT" r="txR" b="txB"/>
              <a:pathLst>
                <a:path w="399" h="631">
                  <a:moveTo>
                    <a:pt x="4" y="0"/>
                  </a:moveTo>
                  <a:lnTo>
                    <a:pt x="396" y="0"/>
                  </a:lnTo>
                  <a:lnTo>
                    <a:pt x="397" y="1"/>
                  </a:lnTo>
                  <a:lnTo>
                    <a:pt x="398" y="1"/>
                  </a:lnTo>
                  <a:lnTo>
                    <a:pt x="399" y="2"/>
                  </a:lnTo>
                  <a:lnTo>
                    <a:pt x="399" y="627"/>
                  </a:lnTo>
                  <a:lnTo>
                    <a:pt x="399" y="629"/>
                  </a:lnTo>
                  <a:lnTo>
                    <a:pt x="398" y="630"/>
                  </a:lnTo>
                  <a:lnTo>
                    <a:pt x="397" y="631"/>
                  </a:lnTo>
                  <a:lnTo>
                    <a:pt x="396" y="631"/>
                  </a:lnTo>
                  <a:lnTo>
                    <a:pt x="394" y="631"/>
                  </a:lnTo>
                  <a:lnTo>
                    <a:pt x="393" y="630"/>
                  </a:lnTo>
                  <a:lnTo>
                    <a:pt x="392" y="629"/>
                  </a:lnTo>
                  <a:lnTo>
                    <a:pt x="392" y="627"/>
                  </a:lnTo>
                  <a:lnTo>
                    <a:pt x="392" y="8"/>
                  </a:lnTo>
                  <a:lnTo>
                    <a:pt x="4" y="8"/>
                  </a:lnTo>
                  <a:lnTo>
                    <a:pt x="2" y="8"/>
                  </a:lnTo>
                  <a:lnTo>
                    <a:pt x="1" y="7"/>
                  </a:lnTo>
                  <a:lnTo>
                    <a:pt x="0" y="6"/>
                  </a:lnTo>
                  <a:lnTo>
                    <a:pt x="0" y="4"/>
                  </a:lnTo>
                  <a:lnTo>
                    <a:pt x="0" y="2"/>
                  </a:lnTo>
                  <a:lnTo>
                    <a:pt x="1" y="1"/>
                  </a:lnTo>
                  <a:lnTo>
                    <a:pt x="2" y="1"/>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11" name="Freeform 17"/>
            <p:cNvSpPr/>
            <p:nvPr/>
          </p:nvSpPr>
          <p:spPr>
            <a:xfrm>
              <a:off x="3781" y="1295"/>
              <a:ext cx="71" cy="671"/>
            </a:xfrm>
            <a:custGeom>
              <a:avLst/>
              <a:gdLst>
                <a:gd name="txL" fmla="*/ 0 w 71"/>
                <a:gd name="txT" fmla="*/ 0 h 671"/>
                <a:gd name="txR" fmla="*/ 71 w 71"/>
                <a:gd name="txB" fmla="*/ 671 h 671"/>
              </a:gdLst>
              <a:ahLst/>
              <a:cxnLst>
                <a:cxn ang="0">
                  <a:pos x="0" y="0"/>
                </a:cxn>
                <a:cxn ang="0">
                  <a:pos x="71" y="10"/>
                </a:cxn>
                <a:cxn ang="0">
                  <a:pos x="71" y="662"/>
                </a:cxn>
                <a:cxn ang="0">
                  <a:pos x="0" y="671"/>
                </a:cxn>
                <a:cxn ang="0">
                  <a:pos x="0" y="0"/>
                </a:cxn>
              </a:cxnLst>
              <a:rect l="txL" t="txT" r="txR" b="txB"/>
              <a:pathLst>
                <a:path w="71" h="671">
                  <a:moveTo>
                    <a:pt x="0" y="0"/>
                  </a:moveTo>
                  <a:lnTo>
                    <a:pt x="71" y="10"/>
                  </a:lnTo>
                  <a:lnTo>
                    <a:pt x="71" y="662"/>
                  </a:lnTo>
                  <a:lnTo>
                    <a:pt x="0" y="671"/>
                  </a:lnTo>
                  <a:lnTo>
                    <a:pt x="0" y="0"/>
                  </a:lnTo>
                  <a:close/>
                </a:path>
              </a:pathLst>
            </a:custGeom>
            <a:solidFill>
              <a:srgbClr val="BE0000">
                <a:alpha val="100000"/>
              </a:srgbClr>
            </a:solidFill>
            <a:ln w="0" cap="flat" cmpd="sng">
              <a:solidFill>
                <a:srgbClr val="BE0000">
                  <a:alpha val="100000"/>
                </a:srgbClr>
              </a:solidFill>
              <a:prstDash val="solid"/>
              <a:round/>
              <a:headEnd type="none" w="med" len="med"/>
              <a:tailEnd type="none" w="med" len="med"/>
            </a:ln>
          </p:spPr>
          <p:txBody>
            <a:bodyPr/>
            <a:p>
              <a:endParaRPr lang="zh-CN" altLang="en-US"/>
            </a:p>
          </p:txBody>
        </p:sp>
        <p:sp>
          <p:nvSpPr>
            <p:cNvPr id="4112" name="Freeform 18"/>
            <p:cNvSpPr>
              <a:spLocks noEditPoints="1"/>
            </p:cNvSpPr>
            <p:nvPr/>
          </p:nvSpPr>
          <p:spPr>
            <a:xfrm>
              <a:off x="3778" y="1293"/>
              <a:ext cx="77" cy="676"/>
            </a:xfrm>
            <a:custGeom>
              <a:avLst/>
              <a:gdLst>
                <a:gd name="txL" fmla="*/ 0 w 77"/>
                <a:gd name="txT" fmla="*/ 0 h 676"/>
                <a:gd name="txR" fmla="*/ 77 w 77"/>
                <a:gd name="txB" fmla="*/ 676 h 676"/>
              </a:gdLst>
              <a:ahLst/>
              <a:cxnLst>
                <a:cxn ang="0">
                  <a:pos x="5" y="5"/>
                </a:cxn>
                <a:cxn ang="0">
                  <a:pos x="5" y="670"/>
                </a:cxn>
                <a:cxn ang="0">
                  <a:pos x="72" y="661"/>
                </a:cxn>
                <a:cxn ang="0">
                  <a:pos x="72" y="14"/>
                </a:cxn>
                <a:cxn ang="0">
                  <a:pos x="5" y="5"/>
                </a:cxn>
                <a:cxn ang="0">
                  <a:pos x="3" y="0"/>
                </a:cxn>
                <a:cxn ang="0">
                  <a:pos x="75" y="9"/>
                </a:cxn>
                <a:cxn ang="0">
                  <a:pos x="76" y="10"/>
                </a:cxn>
                <a:cxn ang="0">
                  <a:pos x="77" y="12"/>
                </a:cxn>
                <a:cxn ang="0">
                  <a:pos x="77" y="664"/>
                </a:cxn>
                <a:cxn ang="0">
                  <a:pos x="76" y="666"/>
                </a:cxn>
                <a:cxn ang="0">
                  <a:pos x="75" y="666"/>
                </a:cxn>
                <a:cxn ang="0">
                  <a:pos x="3" y="676"/>
                </a:cxn>
                <a:cxn ang="0">
                  <a:pos x="0" y="675"/>
                </a:cxn>
                <a:cxn ang="0">
                  <a:pos x="0" y="673"/>
                </a:cxn>
                <a:cxn ang="0">
                  <a:pos x="0" y="2"/>
                </a:cxn>
                <a:cxn ang="0">
                  <a:pos x="0" y="0"/>
                </a:cxn>
                <a:cxn ang="0">
                  <a:pos x="3" y="0"/>
                </a:cxn>
              </a:cxnLst>
              <a:rect l="txL" t="txT" r="txR" b="txB"/>
              <a:pathLst>
                <a:path w="77" h="676">
                  <a:moveTo>
                    <a:pt x="5" y="5"/>
                  </a:moveTo>
                  <a:lnTo>
                    <a:pt x="5" y="670"/>
                  </a:lnTo>
                  <a:lnTo>
                    <a:pt x="72" y="661"/>
                  </a:lnTo>
                  <a:lnTo>
                    <a:pt x="72" y="14"/>
                  </a:lnTo>
                  <a:lnTo>
                    <a:pt x="5" y="5"/>
                  </a:lnTo>
                  <a:close/>
                  <a:moveTo>
                    <a:pt x="3" y="0"/>
                  </a:moveTo>
                  <a:lnTo>
                    <a:pt x="75" y="9"/>
                  </a:lnTo>
                  <a:lnTo>
                    <a:pt x="76" y="10"/>
                  </a:lnTo>
                  <a:lnTo>
                    <a:pt x="77" y="12"/>
                  </a:lnTo>
                  <a:lnTo>
                    <a:pt x="77" y="664"/>
                  </a:lnTo>
                  <a:lnTo>
                    <a:pt x="76" y="666"/>
                  </a:lnTo>
                  <a:lnTo>
                    <a:pt x="75" y="666"/>
                  </a:lnTo>
                  <a:lnTo>
                    <a:pt x="3" y="676"/>
                  </a:lnTo>
                  <a:lnTo>
                    <a:pt x="0" y="675"/>
                  </a:lnTo>
                  <a:lnTo>
                    <a:pt x="0" y="673"/>
                  </a:lnTo>
                  <a:lnTo>
                    <a:pt x="0" y="2"/>
                  </a:lnTo>
                  <a:lnTo>
                    <a:pt x="0" y="0"/>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13" name="Freeform 19"/>
            <p:cNvSpPr/>
            <p:nvPr/>
          </p:nvSpPr>
          <p:spPr>
            <a:xfrm>
              <a:off x="3781" y="1294"/>
              <a:ext cx="21" cy="673"/>
            </a:xfrm>
            <a:custGeom>
              <a:avLst/>
              <a:gdLst>
                <a:gd name="txL" fmla="*/ 0 w 21"/>
                <a:gd name="txT" fmla="*/ 0 h 673"/>
                <a:gd name="txR" fmla="*/ 21 w 21"/>
                <a:gd name="txB" fmla="*/ 673 h 673"/>
              </a:gdLst>
              <a:ahLst/>
              <a:cxnLst>
                <a:cxn ang="0">
                  <a:pos x="21" y="0"/>
                </a:cxn>
                <a:cxn ang="0">
                  <a:pos x="21" y="673"/>
                </a:cxn>
                <a:cxn ang="0">
                  <a:pos x="0" y="672"/>
                </a:cxn>
                <a:cxn ang="0">
                  <a:pos x="0" y="1"/>
                </a:cxn>
                <a:cxn ang="0">
                  <a:pos x="21" y="0"/>
                </a:cxn>
              </a:cxnLst>
              <a:rect l="txL" t="txT" r="txR" b="txB"/>
              <a:pathLst>
                <a:path w="21" h="673">
                  <a:moveTo>
                    <a:pt x="21" y="0"/>
                  </a:moveTo>
                  <a:lnTo>
                    <a:pt x="21" y="673"/>
                  </a:lnTo>
                  <a:lnTo>
                    <a:pt x="0" y="672"/>
                  </a:lnTo>
                  <a:lnTo>
                    <a:pt x="0" y="1"/>
                  </a:lnTo>
                  <a:lnTo>
                    <a:pt x="21" y="0"/>
                  </a:lnTo>
                  <a:close/>
                </a:path>
              </a:pathLst>
            </a:custGeom>
            <a:solidFill>
              <a:srgbClr val="DFDFDF">
                <a:alpha val="100000"/>
              </a:srgbClr>
            </a:solidFill>
            <a:ln w="0" cap="flat" cmpd="sng">
              <a:solidFill>
                <a:srgbClr val="DFDFDF">
                  <a:alpha val="100000"/>
                </a:srgbClr>
              </a:solidFill>
              <a:prstDash val="solid"/>
              <a:round/>
              <a:headEnd type="none" w="med" len="med"/>
              <a:tailEnd type="none" w="med" len="med"/>
            </a:ln>
          </p:spPr>
          <p:txBody>
            <a:bodyPr/>
            <a:p>
              <a:endParaRPr lang="zh-CN" altLang="en-US"/>
            </a:p>
          </p:txBody>
        </p:sp>
        <p:sp>
          <p:nvSpPr>
            <p:cNvPr id="4114" name="Freeform 20"/>
            <p:cNvSpPr>
              <a:spLocks noEditPoints="1"/>
            </p:cNvSpPr>
            <p:nvPr/>
          </p:nvSpPr>
          <p:spPr>
            <a:xfrm>
              <a:off x="3778" y="1291"/>
              <a:ext cx="26" cy="679"/>
            </a:xfrm>
            <a:custGeom>
              <a:avLst/>
              <a:gdLst>
                <a:gd name="txL" fmla="*/ 0 w 26"/>
                <a:gd name="txT" fmla="*/ 0 h 679"/>
                <a:gd name="txR" fmla="*/ 26 w 26"/>
                <a:gd name="txB" fmla="*/ 679 h 679"/>
              </a:gdLst>
              <a:ahLst/>
              <a:cxnLst>
                <a:cxn ang="0">
                  <a:pos x="21" y="6"/>
                </a:cxn>
                <a:cxn ang="0">
                  <a:pos x="5" y="7"/>
                </a:cxn>
                <a:cxn ang="0">
                  <a:pos x="5" y="673"/>
                </a:cxn>
                <a:cxn ang="0">
                  <a:pos x="21" y="674"/>
                </a:cxn>
                <a:cxn ang="0">
                  <a:pos x="21" y="6"/>
                </a:cxn>
                <a:cxn ang="0">
                  <a:pos x="23" y="0"/>
                </a:cxn>
                <a:cxn ang="0">
                  <a:pos x="25" y="2"/>
                </a:cxn>
                <a:cxn ang="0">
                  <a:pos x="26" y="3"/>
                </a:cxn>
                <a:cxn ang="0">
                  <a:pos x="26" y="676"/>
                </a:cxn>
                <a:cxn ang="0">
                  <a:pos x="25" y="678"/>
                </a:cxn>
                <a:cxn ang="0">
                  <a:pos x="23" y="679"/>
                </a:cxn>
                <a:cxn ang="0">
                  <a:pos x="2" y="678"/>
                </a:cxn>
                <a:cxn ang="0">
                  <a:pos x="1" y="677"/>
                </a:cxn>
                <a:cxn ang="0">
                  <a:pos x="0" y="675"/>
                </a:cxn>
                <a:cxn ang="0">
                  <a:pos x="0" y="3"/>
                </a:cxn>
                <a:cxn ang="0">
                  <a:pos x="0" y="3"/>
                </a:cxn>
                <a:cxn ang="0">
                  <a:pos x="2" y="2"/>
                </a:cxn>
                <a:cxn ang="0">
                  <a:pos x="2" y="2"/>
                </a:cxn>
                <a:cxn ang="0">
                  <a:pos x="23" y="0"/>
                </a:cxn>
              </a:cxnLst>
              <a:rect l="txL" t="txT" r="txR" b="txB"/>
              <a:pathLst>
                <a:path w="26" h="679">
                  <a:moveTo>
                    <a:pt x="21" y="6"/>
                  </a:moveTo>
                  <a:lnTo>
                    <a:pt x="5" y="7"/>
                  </a:lnTo>
                  <a:lnTo>
                    <a:pt x="5" y="673"/>
                  </a:lnTo>
                  <a:lnTo>
                    <a:pt x="21" y="674"/>
                  </a:lnTo>
                  <a:lnTo>
                    <a:pt x="21" y="6"/>
                  </a:lnTo>
                  <a:close/>
                  <a:moveTo>
                    <a:pt x="23" y="0"/>
                  </a:moveTo>
                  <a:lnTo>
                    <a:pt x="25" y="2"/>
                  </a:lnTo>
                  <a:lnTo>
                    <a:pt x="26" y="3"/>
                  </a:lnTo>
                  <a:lnTo>
                    <a:pt x="26" y="676"/>
                  </a:lnTo>
                  <a:lnTo>
                    <a:pt x="25" y="678"/>
                  </a:lnTo>
                  <a:lnTo>
                    <a:pt x="23" y="679"/>
                  </a:lnTo>
                  <a:lnTo>
                    <a:pt x="2" y="678"/>
                  </a:lnTo>
                  <a:lnTo>
                    <a:pt x="1" y="677"/>
                  </a:lnTo>
                  <a:lnTo>
                    <a:pt x="0" y="675"/>
                  </a:lnTo>
                  <a:lnTo>
                    <a:pt x="0" y="3"/>
                  </a:lnTo>
                  <a:lnTo>
                    <a:pt x="2" y="2"/>
                  </a:lnTo>
                  <a:lnTo>
                    <a:pt x="2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15" name="Freeform 21"/>
            <p:cNvSpPr/>
            <p:nvPr/>
          </p:nvSpPr>
          <p:spPr>
            <a:xfrm>
              <a:off x="3804" y="1297"/>
              <a:ext cx="22" cy="78"/>
            </a:xfrm>
            <a:custGeom>
              <a:avLst/>
              <a:gdLst>
                <a:gd name="txL" fmla="*/ 0 w 22"/>
                <a:gd name="txT" fmla="*/ 0 h 78"/>
                <a:gd name="txR" fmla="*/ 22 w 22"/>
                <a:gd name="txB" fmla="*/ 78 h 78"/>
              </a:gdLst>
              <a:ahLst/>
              <a:cxnLst>
                <a:cxn ang="0">
                  <a:pos x="0" y="0"/>
                </a:cxn>
                <a:cxn ang="0">
                  <a:pos x="22" y="3"/>
                </a:cxn>
                <a:cxn ang="0">
                  <a:pos x="22" y="78"/>
                </a:cxn>
                <a:cxn ang="0">
                  <a:pos x="0" y="78"/>
                </a:cxn>
                <a:cxn ang="0">
                  <a:pos x="0" y="0"/>
                </a:cxn>
              </a:cxnLst>
              <a:rect l="txL" t="txT" r="txR" b="txB"/>
              <a:pathLst>
                <a:path w="22" h="78">
                  <a:moveTo>
                    <a:pt x="0" y="0"/>
                  </a:moveTo>
                  <a:lnTo>
                    <a:pt x="22" y="3"/>
                  </a:lnTo>
                  <a:lnTo>
                    <a:pt x="22" y="78"/>
                  </a:lnTo>
                  <a:lnTo>
                    <a:pt x="0" y="78"/>
                  </a:lnTo>
                  <a:lnTo>
                    <a:pt x="0" y="0"/>
                  </a:lnTo>
                  <a:close/>
                </a:path>
              </a:pathLst>
            </a:custGeom>
            <a:solidFill>
              <a:srgbClr val="FFFFFF">
                <a:alpha val="100000"/>
              </a:srgbClr>
            </a:solidFill>
            <a:ln w="0" cap="flat" cmpd="sng">
              <a:solidFill>
                <a:srgbClr val="FFFFFF">
                  <a:alpha val="100000"/>
                </a:srgbClr>
              </a:solidFill>
              <a:prstDash val="solid"/>
              <a:round/>
              <a:headEnd type="none" w="med" len="med"/>
              <a:tailEnd type="none" w="med" len="med"/>
            </a:ln>
          </p:spPr>
          <p:txBody>
            <a:bodyPr/>
            <a:p>
              <a:endParaRPr lang="zh-CN" altLang="en-US"/>
            </a:p>
          </p:txBody>
        </p:sp>
        <p:sp>
          <p:nvSpPr>
            <p:cNvPr id="4116" name="Freeform 22"/>
            <p:cNvSpPr/>
            <p:nvPr/>
          </p:nvSpPr>
          <p:spPr>
            <a:xfrm>
              <a:off x="3826" y="1300"/>
              <a:ext cx="23" cy="75"/>
            </a:xfrm>
            <a:custGeom>
              <a:avLst/>
              <a:gdLst>
                <a:gd name="txL" fmla="*/ 0 w 23"/>
                <a:gd name="txT" fmla="*/ 0 h 75"/>
                <a:gd name="txR" fmla="*/ 23 w 23"/>
                <a:gd name="txB" fmla="*/ 75 h 75"/>
              </a:gdLst>
              <a:ahLst/>
              <a:cxnLst>
                <a:cxn ang="0">
                  <a:pos x="0" y="0"/>
                </a:cxn>
                <a:cxn ang="0">
                  <a:pos x="23" y="3"/>
                </a:cxn>
                <a:cxn ang="0">
                  <a:pos x="23" y="75"/>
                </a:cxn>
                <a:cxn ang="0">
                  <a:pos x="0" y="75"/>
                </a:cxn>
                <a:cxn ang="0">
                  <a:pos x="0" y="0"/>
                </a:cxn>
              </a:cxnLst>
              <a:rect l="txL" t="txT" r="txR" b="txB"/>
              <a:pathLst>
                <a:path w="23" h="75">
                  <a:moveTo>
                    <a:pt x="0" y="0"/>
                  </a:moveTo>
                  <a:lnTo>
                    <a:pt x="23" y="3"/>
                  </a:lnTo>
                  <a:lnTo>
                    <a:pt x="23" y="75"/>
                  </a:lnTo>
                  <a:lnTo>
                    <a:pt x="0" y="75"/>
                  </a:lnTo>
                  <a:lnTo>
                    <a:pt x="0" y="0"/>
                  </a:lnTo>
                  <a:close/>
                </a:path>
              </a:pathLst>
            </a:custGeom>
            <a:solidFill>
              <a:srgbClr val="B5C2C4">
                <a:alpha val="100000"/>
              </a:srgbClr>
            </a:solidFill>
            <a:ln w="0" cap="flat" cmpd="sng">
              <a:solidFill>
                <a:srgbClr val="B5C2C4">
                  <a:alpha val="100000"/>
                </a:srgbClr>
              </a:solidFill>
              <a:prstDash val="solid"/>
              <a:round/>
              <a:headEnd type="none" w="med" len="med"/>
              <a:tailEnd type="none" w="med" len="med"/>
            </a:ln>
          </p:spPr>
          <p:txBody>
            <a:bodyPr/>
            <a:p>
              <a:endParaRPr lang="zh-CN" altLang="en-US"/>
            </a:p>
          </p:txBody>
        </p:sp>
        <p:sp>
          <p:nvSpPr>
            <p:cNvPr id="4117" name="Freeform 23"/>
            <p:cNvSpPr/>
            <p:nvPr/>
          </p:nvSpPr>
          <p:spPr>
            <a:xfrm>
              <a:off x="3849" y="1303"/>
              <a:ext cx="21" cy="72"/>
            </a:xfrm>
            <a:custGeom>
              <a:avLst/>
              <a:gdLst>
                <a:gd name="txL" fmla="*/ 0 w 21"/>
                <a:gd name="txT" fmla="*/ 0 h 72"/>
                <a:gd name="txR" fmla="*/ 21 w 21"/>
                <a:gd name="txB" fmla="*/ 72 h 72"/>
              </a:gdLst>
              <a:ahLst/>
              <a:cxnLst>
                <a:cxn ang="0">
                  <a:pos x="0" y="0"/>
                </a:cxn>
                <a:cxn ang="0">
                  <a:pos x="21" y="3"/>
                </a:cxn>
                <a:cxn ang="0">
                  <a:pos x="21" y="72"/>
                </a:cxn>
                <a:cxn ang="0">
                  <a:pos x="0" y="72"/>
                </a:cxn>
                <a:cxn ang="0">
                  <a:pos x="0" y="0"/>
                </a:cxn>
              </a:cxnLst>
              <a:rect l="txL" t="txT" r="txR" b="txB"/>
              <a:pathLst>
                <a:path w="21" h="72">
                  <a:moveTo>
                    <a:pt x="0" y="0"/>
                  </a:moveTo>
                  <a:lnTo>
                    <a:pt x="21" y="3"/>
                  </a:lnTo>
                  <a:lnTo>
                    <a:pt x="21" y="72"/>
                  </a:lnTo>
                  <a:lnTo>
                    <a:pt x="0" y="72"/>
                  </a:lnTo>
                  <a:lnTo>
                    <a:pt x="0" y="0"/>
                  </a:lnTo>
                  <a:close/>
                </a:path>
              </a:pathLst>
            </a:custGeom>
            <a:solidFill>
              <a:srgbClr val="415356">
                <a:alpha val="100000"/>
              </a:srgbClr>
            </a:solidFill>
            <a:ln w="0" cap="flat" cmpd="sng">
              <a:solidFill>
                <a:srgbClr val="415356">
                  <a:alpha val="100000"/>
                </a:srgbClr>
              </a:solidFill>
              <a:prstDash val="solid"/>
              <a:round/>
              <a:headEnd type="none" w="med" len="med"/>
              <a:tailEnd type="none" w="med" len="med"/>
            </a:ln>
          </p:spPr>
          <p:txBody>
            <a:bodyPr/>
            <a:p>
              <a:endParaRPr lang="zh-CN" altLang="en-US"/>
            </a:p>
          </p:txBody>
        </p:sp>
        <p:sp>
          <p:nvSpPr>
            <p:cNvPr id="4118" name="Freeform 24"/>
            <p:cNvSpPr>
              <a:spLocks noEditPoints="1"/>
            </p:cNvSpPr>
            <p:nvPr/>
          </p:nvSpPr>
          <p:spPr>
            <a:xfrm>
              <a:off x="3799" y="1291"/>
              <a:ext cx="77" cy="679"/>
            </a:xfrm>
            <a:custGeom>
              <a:avLst/>
              <a:gdLst>
                <a:gd name="txL" fmla="*/ 0 w 77"/>
                <a:gd name="txT" fmla="*/ 0 h 679"/>
                <a:gd name="txR" fmla="*/ 77 w 77"/>
                <a:gd name="txB" fmla="*/ 679 h 679"/>
              </a:gdLst>
              <a:ahLst/>
              <a:cxnLst>
                <a:cxn ang="0">
                  <a:pos x="5" y="6"/>
                </a:cxn>
                <a:cxn ang="0">
                  <a:pos x="5" y="674"/>
                </a:cxn>
                <a:cxn ang="0">
                  <a:pos x="71" y="664"/>
                </a:cxn>
                <a:cxn ang="0">
                  <a:pos x="71" y="15"/>
                </a:cxn>
                <a:cxn ang="0">
                  <a:pos x="5" y="6"/>
                </a:cxn>
                <a:cxn ang="0">
                  <a:pos x="3" y="0"/>
                </a:cxn>
                <a:cxn ang="0">
                  <a:pos x="75" y="11"/>
                </a:cxn>
                <a:cxn ang="0">
                  <a:pos x="76" y="11"/>
                </a:cxn>
                <a:cxn ang="0">
                  <a:pos x="77" y="12"/>
                </a:cxn>
                <a:cxn ang="0">
                  <a:pos x="77" y="13"/>
                </a:cxn>
                <a:cxn ang="0">
                  <a:pos x="77" y="667"/>
                </a:cxn>
                <a:cxn ang="0">
                  <a:pos x="76" y="669"/>
                </a:cxn>
                <a:cxn ang="0">
                  <a:pos x="75" y="670"/>
                </a:cxn>
                <a:cxn ang="0">
                  <a:pos x="3" y="679"/>
                </a:cxn>
                <a:cxn ang="0">
                  <a:pos x="1" y="678"/>
                </a:cxn>
                <a:cxn ang="0">
                  <a:pos x="0" y="676"/>
                </a:cxn>
                <a:cxn ang="0">
                  <a:pos x="0" y="3"/>
                </a:cxn>
                <a:cxn ang="0">
                  <a:pos x="1" y="2"/>
                </a:cxn>
                <a:cxn ang="0">
                  <a:pos x="3" y="0"/>
                </a:cxn>
              </a:cxnLst>
              <a:rect l="txL" t="txT" r="txR" b="txB"/>
              <a:pathLst>
                <a:path w="77" h="679">
                  <a:moveTo>
                    <a:pt x="5" y="6"/>
                  </a:moveTo>
                  <a:lnTo>
                    <a:pt x="5" y="674"/>
                  </a:lnTo>
                  <a:lnTo>
                    <a:pt x="71" y="664"/>
                  </a:lnTo>
                  <a:lnTo>
                    <a:pt x="71" y="15"/>
                  </a:lnTo>
                  <a:lnTo>
                    <a:pt x="5" y="6"/>
                  </a:lnTo>
                  <a:close/>
                  <a:moveTo>
                    <a:pt x="3" y="0"/>
                  </a:moveTo>
                  <a:lnTo>
                    <a:pt x="75" y="11"/>
                  </a:lnTo>
                  <a:lnTo>
                    <a:pt x="76" y="11"/>
                  </a:lnTo>
                  <a:lnTo>
                    <a:pt x="77" y="12"/>
                  </a:lnTo>
                  <a:lnTo>
                    <a:pt x="77" y="13"/>
                  </a:lnTo>
                  <a:lnTo>
                    <a:pt x="77" y="667"/>
                  </a:lnTo>
                  <a:lnTo>
                    <a:pt x="76" y="669"/>
                  </a:lnTo>
                  <a:lnTo>
                    <a:pt x="75" y="670"/>
                  </a:lnTo>
                  <a:lnTo>
                    <a:pt x="3" y="679"/>
                  </a:lnTo>
                  <a:lnTo>
                    <a:pt x="1" y="678"/>
                  </a:lnTo>
                  <a:lnTo>
                    <a:pt x="0" y="676"/>
                  </a:lnTo>
                  <a:lnTo>
                    <a:pt x="0" y="3"/>
                  </a:lnTo>
                  <a:lnTo>
                    <a:pt x="1" y="2"/>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19" name="Freeform 25"/>
            <p:cNvSpPr/>
            <p:nvPr/>
          </p:nvSpPr>
          <p:spPr>
            <a:xfrm>
              <a:off x="4786" y="1295"/>
              <a:ext cx="72" cy="671"/>
            </a:xfrm>
            <a:custGeom>
              <a:avLst/>
              <a:gdLst>
                <a:gd name="txL" fmla="*/ 0 w 72"/>
                <a:gd name="txT" fmla="*/ 0 h 671"/>
                <a:gd name="txR" fmla="*/ 72 w 72"/>
                <a:gd name="txB" fmla="*/ 671 h 671"/>
              </a:gdLst>
              <a:ahLst/>
              <a:cxnLst>
                <a:cxn ang="0">
                  <a:pos x="0" y="0"/>
                </a:cxn>
                <a:cxn ang="0">
                  <a:pos x="72" y="10"/>
                </a:cxn>
                <a:cxn ang="0">
                  <a:pos x="72" y="662"/>
                </a:cxn>
                <a:cxn ang="0">
                  <a:pos x="0" y="671"/>
                </a:cxn>
                <a:cxn ang="0">
                  <a:pos x="0" y="0"/>
                </a:cxn>
              </a:cxnLst>
              <a:rect l="txL" t="txT" r="txR" b="txB"/>
              <a:pathLst>
                <a:path w="72" h="671">
                  <a:moveTo>
                    <a:pt x="0" y="0"/>
                  </a:moveTo>
                  <a:lnTo>
                    <a:pt x="72" y="10"/>
                  </a:lnTo>
                  <a:lnTo>
                    <a:pt x="72" y="662"/>
                  </a:lnTo>
                  <a:lnTo>
                    <a:pt x="0" y="671"/>
                  </a:lnTo>
                  <a:lnTo>
                    <a:pt x="0" y="0"/>
                  </a:lnTo>
                  <a:close/>
                </a:path>
              </a:pathLst>
            </a:custGeom>
            <a:solidFill>
              <a:srgbClr val="29E800">
                <a:alpha val="100000"/>
              </a:srgbClr>
            </a:solidFill>
            <a:ln w="0" cap="flat" cmpd="sng">
              <a:solidFill>
                <a:srgbClr val="29E800">
                  <a:alpha val="100000"/>
                </a:srgbClr>
              </a:solidFill>
              <a:prstDash val="solid"/>
              <a:round/>
              <a:headEnd type="none" w="med" len="med"/>
              <a:tailEnd type="none" w="med" len="med"/>
            </a:ln>
          </p:spPr>
          <p:txBody>
            <a:bodyPr/>
            <a:p>
              <a:endParaRPr lang="zh-CN" altLang="en-US"/>
            </a:p>
          </p:txBody>
        </p:sp>
        <p:sp>
          <p:nvSpPr>
            <p:cNvPr id="4120" name="Freeform 26"/>
            <p:cNvSpPr>
              <a:spLocks noEditPoints="1"/>
            </p:cNvSpPr>
            <p:nvPr/>
          </p:nvSpPr>
          <p:spPr>
            <a:xfrm>
              <a:off x="4783" y="1293"/>
              <a:ext cx="77" cy="676"/>
            </a:xfrm>
            <a:custGeom>
              <a:avLst/>
              <a:gdLst>
                <a:gd name="txL" fmla="*/ 0 w 77"/>
                <a:gd name="txT" fmla="*/ 0 h 676"/>
                <a:gd name="txR" fmla="*/ 77 w 77"/>
                <a:gd name="txB" fmla="*/ 676 h 676"/>
              </a:gdLst>
              <a:ahLst/>
              <a:cxnLst>
                <a:cxn ang="0">
                  <a:pos x="5" y="5"/>
                </a:cxn>
                <a:cxn ang="0">
                  <a:pos x="5" y="670"/>
                </a:cxn>
                <a:cxn ang="0">
                  <a:pos x="72" y="661"/>
                </a:cxn>
                <a:cxn ang="0">
                  <a:pos x="72" y="14"/>
                </a:cxn>
                <a:cxn ang="0">
                  <a:pos x="5" y="5"/>
                </a:cxn>
                <a:cxn ang="0">
                  <a:pos x="3" y="0"/>
                </a:cxn>
                <a:cxn ang="0">
                  <a:pos x="75" y="9"/>
                </a:cxn>
                <a:cxn ang="0">
                  <a:pos x="76" y="10"/>
                </a:cxn>
                <a:cxn ang="0">
                  <a:pos x="77" y="10"/>
                </a:cxn>
                <a:cxn ang="0">
                  <a:pos x="77" y="11"/>
                </a:cxn>
                <a:cxn ang="0">
                  <a:pos x="77" y="664"/>
                </a:cxn>
                <a:cxn ang="0">
                  <a:pos x="77" y="665"/>
                </a:cxn>
                <a:cxn ang="0">
                  <a:pos x="76" y="666"/>
                </a:cxn>
                <a:cxn ang="0">
                  <a:pos x="75" y="666"/>
                </a:cxn>
                <a:cxn ang="0">
                  <a:pos x="3" y="676"/>
                </a:cxn>
                <a:cxn ang="0">
                  <a:pos x="1" y="675"/>
                </a:cxn>
                <a:cxn ang="0">
                  <a:pos x="0" y="673"/>
                </a:cxn>
                <a:cxn ang="0">
                  <a:pos x="0" y="2"/>
                </a:cxn>
                <a:cxn ang="0">
                  <a:pos x="1" y="0"/>
                </a:cxn>
                <a:cxn ang="0">
                  <a:pos x="3" y="0"/>
                </a:cxn>
              </a:cxnLst>
              <a:rect l="txL" t="txT" r="txR" b="txB"/>
              <a:pathLst>
                <a:path w="77" h="676">
                  <a:moveTo>
                    <a:pt x="5" y="5"/>
                  </a:moveTo>
                  <a:lnTo>
                    <a:pt x="5" y="670"/>
                  </a:lnTo>
                  <a:lnTo>
                    <a:pt x="72" y="661"/>
                  </a:lnTo>
                  <a:lnTo>
                    <a:pt x="72" y="14"/>
                  </a:lnTo>
                  <a:lnTo>
                    <a:pt x="5" y="5"/>
                  </a:lnTo>
                  <a:close/>
                  <a:moveTo>
                    <a:pt x="3" y="0"/>
                  </a:moveTo>
                  <a:lnTo>
                    <a:pt x="75" y="9"/>
                  </a:lnTo>
                  <a:lnTo>
                    <a:pt x="76" y="10"/>
                  </a:lnTo>
                  <a:lnTo>
                    <a:pt x="77" y="10"/>
                  </a:lnTo>
                  <a:lnTo>
                    <a:pt x="77" y="11"/>
                  </a:lnTo>
                  <a:lnTo>
                    <a:pt x="77" y="664"/>
                  </a:lnTo>
                  <a:lnTo>
                    <a:pt x="77" y="665"/>
                  </a:lnTo>
                  <a:lnTo>
                    <a:pt x="76" y="666"/>
                  </a:lnTo>
                  <a:lnTo>
                    <a:pt x="75" y="666"/>
                  </a:lnTo>
                  <a:lnTo>
                    <a:pt x="3" y="676"/>
                  </a:lnTo>
                  <a:lnTo>
                    <a:pt x="1" y="675"/>
                  </a:lnTo>
                  <a:lnTo>
                    <a:pt x="0" y="673"/>
                  </a:lnTo>
                  <a:lnTo>
                    <a:pt x="0" y="2"/>
                  </a:lnTo>
                  <a:lnTo>
                    <a:pt x="1" y="0"/>
                  </a:lnTo>
                  <a:lnTo>
                    <a:pt x="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21" name="Freeform 27"/>
            <p:cNvSpPr/>
            <p:nvPr/>
          </p:nvSpPr>
          <p:spPr>
            <a:xfrm>
              <a:off x="4786" y="1294"/>
              <a:ext cx="21" cy="673"/>
            </a:xfrm>
            <a:custGeom>
              <a:avLst/>
              <a:gdLst>
                <a:gd name="txL" fmla="*/ 0 w 21"/>
                <a:gd name="txT" fmla="*/ 0 h 673"/>
                <a:gd name="txR" fmla="*/ 21 w 21"/>
                <a:gd name="txB" fmla="*/ 673 h 673"/>
              </a:gdLst>
              <a:ahLst/>
              <a:cxnLst>
                <a:cxn ang="0">
                  <a:pos x="21" y="0"/>
                </a:cxn>
                <a:cxn ang="0">
                  <a:pos x="21" y="673"/>
                </a:cxn>
                <a:cxn ang="0">
                  <a:pos x="0" y="672"/>
                </a:cxn>
                <a:cxn ang="0">
                  <a:pos x="0" y="1"/>
                </a:cxn>
                <a:cxn ang="0">
                  <a:pos x="21" y="0"/>
                </a:cxn>
              </a:cxnLst>
              <a:rect l="txL" t="txT" r="txR" b="txB"/>
              <a:pathLst>
                <a:path w="21" h="673">
                  <a:moveTo>
                    <a:pt x="21" y="0"/>
                  </a:moveTo>
                  <a:lnTo>
                    <a:pt x="21" y="673"/>
                  </a:lnTo>
                  <a:lnTo>
                    <a:pt x="0" y="672"/>
                  </a:lnTo>
                  <a:lnTo>
                    <a:pt x="0" y="1"/>
                  </a:lnTo>
                  <a:lnTo>
                    <a:pt x="21" y="0"/>
                  </a:lnTo>
                  <a:close/>
                </a:path>
              </a:pathLst>
            </a:custGeom>
            <a:solidFill>
              <a:srgbClr val="989898">
                <a:alpha val="100000"/>
              </a:srgbClr>
            </a:solidFill>
            <a:ln w="0" cap="flat" cmpd="sng">
              <a:solidFill>
                <a:srgbClr val="989898">
                  <a:alpha val="100000"/>
                </a:srgbClr>
              </a:solidFill>
              <a:prstDash val="solid"/>
              <a:round/>
              <a:headEnd type="none" w="med" len="med"/>
              <a:tailEnd type="none" w="med" len="med"/>
            </a:ln>
          </p:spPr>
          <p:txBody>
            <a:bodyPr/>
            <a:p>
              <a:endParaRPr lang="zh-CN" altLang="en-US"/>
            </a:p>
          </p:txBody>
        </p:sp>
        <p:sp>
          <p:nvSpPr>
            <p:cNvPr id="4122" name="Freeform 28"/>
            <p:cNvSpPr>
              <a:spLocks noEditPoints="1"/>
            </p:cNvSpPr>
            <p:nvPr/>
          </p:nvSpPr>
          <p:spPr>
            <a:xfrm>
              <a:off x="4783" y="1291"/>
              <a:ext cx="27" cy="679"/>
            </a:xfrm>
            <a:custGeom>
              <a:avLst/>
              <a:gdLst>
                <a:gd name="txL" fmla="*/ 0 w 27"/>
                <a:gd name="txT" fmla="*/ 0 h 679"/>
                <a:gd name="txR" fmla="*/ 27 w 27"/>
                <a:gd name="txB" fmla="*/ 679 h 679"/>
              </a:gdLst>
              <a:ahLst/>
              <a:cxnLst>
                <a:cxn ang="0">
                  <a:pos x="21" y="6"/>
                </a:cxn>
                <a:cxn ang="0">
                  <a:pos x="5" y="7"/>
                </a:cxn>
                <a:cxn ang="0">
                  <a:pos x="5" y="673"/>
                </a:cxn>
                <a:cxn ang="0">
                  <a:pos x="21" y="674"/>
                </a:cxn>
                <a:cxn ang="0">
                  <a:pos x="21" y="6"/>
                </a:cxn>
                <a:cxn ang="0">
                  <a:pos x="24" y="0"/>
                </a:cxn>
                <a:cxn ang="0">
                  <a:pos x="26" y="2"/>
                </a:cxn>
                <a:cxn ang="0">
                  <a:pos x="27" y="3"/>
                </a:cxn>
                <a:cxn ang="0">
                  <a:pos x="27" y="676"/>
                </a:cxn>
                <a:cxn ang="0">
                  <a:pos x="26" y="678"/>
                </a:cxn>
                <a:cxn ang="0">
                  <a:pos x="24" y="679"/>
                </a:cxn>
                <a:cxn ang="0">
                  <a:pos x="3" y="678"/>
                </a:cxn>
                <a:cxn ang="0">
                  <a:pos x="1" y="677"/>
                </a:cxn>
                <a:cxn ang="0">
                  <a:pos x="0" y="675"/>
                </a:cxn>
                <a:cxn ang="0">
                  <a:pos x="0" y="3"/>
                </a:cxn>
                <a:cxn ang="0">
                  <a:pos x="1" y="3"/>
                </a:cxn>
                <a:cxn ang="0">
                  <a:pos x="2" y="2"/>
                </a:cxn>
                <a:cxn ang="0">
                  <a:pos x="3" y="2"/>
                </a:cxn>
                <a:cxn ang="0">
                  <a:pos x="24" y="0"/>
                </a:cxn>
              </a:cxnLst>
              <a:rect l="txL" t="txT" r="txR" b="txB"/>
              <a:pathLst>
                <a:path w="27" h="679">
                  <a:moveTo>
                    <a:pt x="21" y="6"/>
                  </a:moveTo>
                  <a:lnTo>
                    <a:pt x="5" y="7"/>
                  </a:lnTo>
                  <a:lnTo>
                    <a:pt x="5" y="673"/>
                  </a:lnTo>
                  <a:lnTo>
                    <a:pt x="21" y="674"/>
                  </a:lnTo>
                  <a:lnTo>
                    <a:pt x="21" y="6"/>
                  </a:lnTo>
                  <a:close/>
                  <a:moveTo>
                    <a:pt x="24" y="0"/>
                  </a:moveTo>
                  <a:lnTo>
                    <a:pt x="26" y="2"/>
                  </a:lnTo>
                  <a:lnTo>
                    <a:pt x="27" y="3"/>
                  </a:lnTo>
                  <a:lnTo>
                    <a:pt x="27" y="676"/>
                  </a:lnTo>
                  <a:lnTo>
                    <a:pt x="26" y="678"/>
                  </a:lnTo>
                  <a:lnTo>
                    <a:pt x="24" y="679"/>
                  </a:lnTo>
                  <a:lnTo>
                    <a:pt x="3" y="678"/>
                  </a:lnTo>
                  <a:lnTo>
                    <a:pt x="1" y="677"/>
                  </a:lnTo>
                  <a:lnTo>
                    <a:pt x="0" y="675"/>
                  </a:lnTo>
                  <a:lnTo>
                    <a:pt x="0" y="3"/>
                  </a:lnTo>
                  <a:lnTo>
                    <a:pt x="1" y="3"/>
                  </a:lnTo>
                  <a:lnTo>
                    <a:pt x="2" y="2"/>
                  </a:lnTo>
                  <a:lnTo>
                    <a:pt x="3" y="2"/>
                  </a:lnTo>
                  <a:lnTo>
                    <a:pt x="2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23" name="Freeform 29"/>
            <p:cNvSpPr/>
            <p:nvPr/>
          </p:nvSpPr>
          <p:spPr>
            <a:xfrm>
              <a:off x="4810" y="1297"/>
              <a:ext cx="21" cy="78"/>
            </a:xfrm>
            <a:custGeom>
              <a:avLst/>
              <a:gdLst>
                <a:gd name="txL" fmla="*/ 0 w 21"/>
                <a:gd name="txT" fmla="*/ 0 h 78"/>
                <a:gd name="txR" fmla="*/ 21 w 21"/>
                <a:gd name="txB" fmla="*/ 78 h 78"/>
              </a:gdLst>
              <a:ahLst/>
              <a:cxnLst>
                <a:cxn ang="0">
                  <a:pos x="0" y="0"/>
                </a:cxn>
                <a:cxn ang="0">
                  <a:pos x="21" y="3"/>
                </a:cxn>
                <a:cxn ang="0">
                  <a:pos x="21" y="78"/>
                </a:cxn>
                <a:cxn ang="0">
                  <a:pos x="0" y="78"/>
                </a:cxn>
                <a:cxn ang="0">
                  <a:pos x="0" y="0"/>
                </a:cxn>
              </a:cxnLst>
              <a:rect l="txL" t="txT" r="txR" b="txB"/>
              <a:pathLst>
                <a:path w="21" h="78">
                  <a:moveTo>
                    <a:pt x="0" y="0"/>
                  </a:moveTo>
                  <a:lnTo>
                    <a:pt x="21" y="3"/>
                  </a:lnTo>
                  <a:lnTo>
                    <a:pt x="21" y="78"/>
                  </a:lnTo>
                  <a:lnTo>
                    <a:pt x="0" y="78"/>
                  </a:lnTo>
                  <a:lnTo>
                    <a:pt x="0" y="0"/>
                  </a:lnTo>
                  <a:close/>
                </a:path>
              </a:pathLst>
            </a:custGeom>
            <a:solidFill>
              <a:srgbClr val="B7C8CB">
                <a:alpha val="100000"/>
              </a:srgbClr>
            </a:solidFill>
            <a:ln w="0" cap="flat" cmpd="sng">
              <a:solidFill>
                <a:srgbClr val="B7C8CB">
                  <a:alpha val="100000"/>
                </a:srgbClr>
              </a:solidFill>
              <a:prstDash val="solid"/>
              <a:round/>
              <a:headEnd type="none" w="med" len="med"/>
              <a:tailEnd type="none" w="med" len="med"/>
            </a:ln>
          </p:spPr>
          <p:txBody>
            <a:bodyPr/>
            <a:p>
              <a:endParaRPr lang="zh-CN" altLang="en-US"/>
            </a:p>
          </p:txBody>
        </p:sp>
        <p:sp>
          <p:nvSpPr>
            <p:cNvPr id="4124" name="Freeform 30"/>
            <p:cNvSpPr/>
            <p:nvPr/>
          </p:nvSpPr>
          <p:spPr>
            <a:xfrm>
              <a:off x="4831" y="1300"/>
              <a:ext cx="24" cy="75"/>
            </a:xfrm>
            <a:custGeom>
              <a:avLst/>
              <a:gdLst>
                <a:gd name="txL" fmla="*/ 0 w 24"/>
                <a:gd name="txT" fmla="*/ 0 h 75"/>
                <a:gd name="txR" fmla="*/ 24 w 24"/>
                <a:gd name="txB" fmla="*/ 75 h 75"/>
              </a:gdLst>
              <a:ahLst/>
              <a:cxnLst>
                <a:cxn ang="0">
                  <a:pos x="0" y="0"/>
                </a:cxn>
                <a:cxn ang="0">
                  <a:pos x="24" y="3"/>
                </a:cxn>
                <a:cxn ang="0">
                  <a:pos x="24" y="75"/>
                </a:cxn>
                <a:cxn ang="0">
                  <a:pos x="0" y="75"/>
                </a:cxn>
                <a:cxn ang="0">
                  <a:pos x="0" y="0"/>
                </a:cxn>
              </a:cxnLst>
              <a:rect l="txL" t="txT" r="txR" b="txB"/>
              <a:pathLst>
                <a:path w="24" h="75">
                  <a:moveTo>
                    <a:pt x="0" y="0"/>
                  </a:moveTo>
                  <a:lnTo>
                    <a:pt x="24" y="3"/>
                  </a:lnTo>
                  <a:lnTo>
                    <a:pt x="24" y="75"/>
                  </a:lnTo>
                  <a:lnTo>
                    <a:pt x="0" y="75"/>
                  </a:lnTo>
                  <a:lnTo>
                    <a:pt x="0" y="0"/>
                  </a:lnTo>
                  <a:close/>
                </a:path>
              </a:pathLst>
            </a:custGeom>
            <a:solidFill>
              <a:srgbClr val="91A6AA">
                <a:alpha val="100000"/>
              </a:srgbClr>
            </a:solidFill>
            <a:ln w="0" cap="flat" cmpd="sng">
              <a:solidFill>
                <a:srgbClr val="91A6AA">
                  <a:alpha val="100000"/>
                </a:srgbClr>
              </a:solidFill>
              <a:prstDash val="solid"/>
              <a:round/>
              <a:headEnd type="none" w="med" len="med"/>
              <a:tailEnd type="none" w="med" len="med"/>
            </a:ln>
          </p:spPr>
          <p:txBody>
            <a:bodyPr/>
            <a:p>
              <a:endParaRPr lang="zh-CN" altLang="en-US"/>
            </a:p>
          </p:txBody>
        </p:sp>
        <p:sp>
          <p:nvSpPr>
            <p:cNvPr id="4125" name="Freeform 31"/>
            <p:cNvSpPr/>
            <p:nvPr/>
          </p:nvSpPr>
          <p:spPr>
            <a:xfrm>
              <a:off x="4855" y="1303"/>
              <a:ext cx="21" cy="72"/>
            </a:xfrm>
            <a:custGeom>
              <a:avLst/>
              <a:gdLst>
                <a:gd name="txL" fmla="*/ 0 w 21"/>
                <a:gd name="txT" fmla="*/ 0 h 72"/>
                <a:gd name="txR" fmla="*/ 21 w 21"/>
                <a:gd name="txB" fmla="*/ 72 h 72"/>
              </a:gdLst>
              <a:ahLst/>
              <a:cxnLst>
                <a:cxn ang="0">
                  <a:pos x="0" y="0"/>
                </a:cxn>
                <a:cxn ang="0">
                  <a:pos x="21" y="3"/>
                </a:cxn>
                <a:cxn ang="0">
                  <a:pos x="21" y="72"/>
                </a:cxn>
                <a:cxn ang="0">
                  <a:pos x="0" y="72"/>
                </a:cxn>
                <a:cxn ang="0">
                  <a:pos x="0" y="0"/>
                </a:cxn>
              </a:cxnLst>
              <a:rect l="txL" t="txT" r="txR" b="txB"/>
              <a:pathLst>
                <a:path w="21" h="72">
                  <a:moveTo>
                    <a:pt x="0" y="0"/>
                  </a:moveTo>
                  <a:lnTo>
                    <a:pt x="21" y="3"/>
                  </a:lnTo>
                  <a:lnTo>
                    <a:pt x="21" y="72"/>
                  </a:lnTo>
                  <a:lnTo>
                    <a:pt x="0" y="72"/>
                  </a:lnTo>
                  <a:lnTo>
                    <a:pt x="0" y="0"/>
                  </a:lnTo>
                  <a:close/>
                </a:path>
              </a:pathLst>
            </a:custGeom>
            <a:solidFill>
              <a:srgbClr val="5D767A">
                <a:alpha val="100000"/>
              </a:srgbClr>
            </a:solidFill>
            <a:ln w="0" cap="flat" cmpd="sng">
              <a:solidFill>
                <a:srgbClr val="5D767A">
                  <a:alpha val="100000"/>
                </a:srgbClr>
              </a:solidFill>
              <a:prstDash val="solid"/>
              <a:round/>
              <a:headEnd type="none" w="med" len="med"/>
              <a:tailEnd type="none" w="med" len="med"/>
            </a:ln>
          </p:spPr>
          <p:txBody>
            <a:bodyPr/>
            <a:p>
              <a:endParaRPr lang="zh-CN" altLang="en-US"/>
            </a:p>
          </p:txBody>
        </p:sp>
        <p:sp>
          <p:nvSpPr>
            <p:cNvPr id="4126" name="Freeform 32"/>
            <p:cNvSpPr>
              <a:spLocks noEditPoints="1"/>
            </p:cNvSpPr>
            <p:nvPr/>
          </p:nvSpPr>
          <p:spPr>
            <a:xfrm>
              <a:off x="4804" y="1291"/>
              <a:ext cx="77" cy="679"/>
            </a:xfrm>
            <a:custGeom>
              <a:avLst/>
              <a:gdLst>
                <a:gd name="txL" fmla="*/ 0 w 77"/>
                <a:gd name="txT" fmla="*/ 0 h 679"/>
                <a:gd name="txR" fmla="*/ 77 w 77"/>
                <a:gd name="txB" fmla="*/ 679 h 679"/>
              </a:gdLst>
              <a:ahLst/>
              <a:cxnLst>
                <a:cxn ang="0">
                  <a:pos x="6" y="6"/>
                </a:cxn>
                <a:cxn ang="0">
                  <a:pos x="6" y="674"/>
                </a:cxn>
                <a:cxn ang="0">
                  <a:pos x="72" y="664"/>
                </a:cxn>
                <a:cxn ang="0">
                  <a:pos x="72" y="15"/>
                </a:cxn>
                <a:cxn ang="0">
                  <a:pos x="6" y="6"/>
                </a:cxn>
                <a:cxn ang="0">
                  <a:pos x="4" y="0"/>
                </a:cxn>
                <a:cxn ang="0">
                  <a:pos x="75" y="11"/>
                </a:cxn>
                <a:cxn ang="0">
                  <a:pos x="76" y="11"/>
                </a:cxn>
                <a:cxn ang="0">
                  <a:pos x="77" y="12"/>
                </a:cxn>
                <a:cxn ang="0">
                  <a:pos x="77" y="13"/>
                </a:cxn>
                <a:cxn ang="0">
                  <a:pos x="77" y="667"/>
                </a:cxn>
                <a:cxn ang="0">
                  <a:pos x="76" y="669"/>
                </a:cxn>
                <a:cxn ang="0">
                  <a:pos x="75" y="670"/>
                </a:cxn>
                <a:cxn ang="0">
                  <a:pos x="4" y="679"/>
                </a:cxn>
                <a:cxn ang="0">
                  <a:pos x="1" y="678"/>
                </a:cxn>
                <a:cxn ang="0">
                  <a:pos x="0" y="676"/>
                </a:cxn>
                <a:cxn ang="0">
                  <a:pos x="0" y="3"/>
                </a:cxn>
                <a:cxn ang="0">
                  <a:pos x="1" y="2"/>
                </a:cxn>
                <a:cxn ang="0">
                  <a:pos x="4" y="0"/>
                </a:cxn>
              </a:cxnLst>
              <a:rect l="txL" t="txT" r="txR" b="txB"/>
              <a:pathLst>
                <a:path w="77" h="679">
                  <a:moveTo>
                    <a:pt x="6" y="6"/>
                  </a:moveTo>
                  <a:lnTo>
                    <a:pt x="6" y="674"/>
                  </a:lnTo>
                  <a:lnTo>
                    <a:pt x="72" y="664"/>
                  </a:lnTo>
                  <a:lnTo>
                    <a:pt x="72" y="15"/>
                  </a:lnTo>
                  <a:lnTo>
                    <a:pt x="6" y="6"/>
                  </a:lnTo>
                  <a:close/>
                  <a:moveTo>
                    <a:pt x="4" y="0"/>
                  </a:moveTo>
                  <a:lnTo>
                    <a:pt x="75" y="11"/>
                  </a:lnTo>
                  <a:lnTo>
                    <a:pt x="76" y="11"/>
                  </a:lnTo>
                  <a:lnTo>
                    <a:pt x="77" y="12"/>
                  </a:lnTo>
                  <a:lnTo>
                    <a:pt x="77" y="13"/>
                  </a:lnTo>
                  <a:lnTo>
                    <a:pt x="77" y="667"/>
                  </a:lnTo>
                  <a:lnTo>
                    <a:pt x="76" y="669"/>
                  </a:lnTo>
                  <a:lnTo>
                    <a:pt x="75" y="670"/>
                  </a:lnTo>
                  <a:lnTo>
                    <a:pt x="4" y="679"/>
                  </a:lnTo>
                  <a:lnTo>
                    <a:pt x="1" y="678"/>
                  </a:lnTo>
                  <a:lnTo>
                    <a:pt x="0" y="676"/>
                  </a:lnTo>
                  <a:lnTo>
                    <a:pt x="0" y="3"/>
                  </a:lnTo>
                  <a:lnTo>
                    <a:pt x="1" y="2"/>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27" name="Freeform 33"/>
            <p:cNvSpPr/>
            <p:nvPr/>
          </p:nvSpPr>
          <p:spPr>
            <a:xfrm>
              <a:off x="3622" y="1380"/>
              <a:ext cx="1408" cy="756"/>
            </a:xfrm>
            <a:custGeom>
              <a:avLst/>
              <a:gdLst>
                <a:gd name="txL" fmla="*/ 0 w 1408"/>
                <a:gd name="txT" fmla="*/ 0 h 756"/>
                <a:gd name="txR" fmla="*/ 1408 w 1408"/>
                <a:gd name="txB" fmla="*/ 756 h 756"/>
              </a:gdLst>
              <a:ahLst/>
              <a:cxnLst>
                <a:cxn ang="0">
                  <a:pos x="0" y="0"/>
                </a:cxn>
                <a:cxn ang="0">
                  <a:pos x="156" y="0"/>
                </a:cxn>
                <a:cxn ang="0">
                  <a:pos x="156" y="588"/>
                </a:cxn>
                <a:cxn ang="0">
                  <a:pos x="156" y="588"/>
                </a:cxn>
                <a:cxn ang="0">
                  <a:pos x="157" y="588"/>
                </a:cxn>
                <a:cxn ang="0">
                  <a:pos x="158" y="589"/>
                </a:cxn>
                <a:cxn ang="0">
                  <a:pos x="179" y="590"/>
                </a:cxn>
                <a:cxn ang="0">
                  <a:pos x="180" y="590"/>
                </a:cxn>
                <a:cxn ang="0">
                  <a:pos x="252" y="581"/>
                </a:cxn>
                <a:cxn ang="0">
                  <a:pos x="253" y="580"/>
                </a:cxn>
                <a:cxn ang="0">
                  <a:pos x="254" y="578"/>
                </a:cxn>
                <a:cxn ang="0">
                  <a:pos x="254" y="0"/>
                </a:cxn>
                <a:cxn ang="0">
                  <a:pos x="1161" y="0"/>
                </a:cxn>
                <a:cxn ang="0">
                  <a:pos x="1161" y="586"/>
                </a:cxn>
                <a:cxn ang="0">
                  <a:pos x="1162" y="588"/>
                </a:cxn>
                <a:cxn ang="0">
                  <a:pos x="1164" y="589"/>
                </a:cxn>
                <a:cxn ang="0">
                  <a:pos x="1185" y="590"/>
                </a:cxn>
                <a:cxn ang="0">
                  <a:pos x="1186" y="590"/>
                </a:cxn>
                <a:cxn ang="0">
                  <a:pos x="1257" y="581"/>
                </a:cxn>
                <a:cxn ang="0">
                  <a:pos x="1258" y="580"/>
                </a:cxn>
                <a:cxn ang="0">
                  <a:pos x="1259" y="578"/>
                </a:cxn>
                <a:cxn ang="0">
                  <a:pos x="1259" y="0"/>
                </a:cxn>
                <a:cxn ang="0">
                  <a:pos x="1408" y="0"/>
                </a:cxn>
                <a:cxn ang="0">
                  <a:pos x="1408" y="663"/>
                </a:cxn>
                <a:cxn ang="0">
                  <a:pos x="1406" y="679"/>
                </a:cxn>
                <a:cxn ang="0">
                  <a:pos x="1403" y="693"/>
                </a:cxn>
                <a:cxn ang="0">
                  <a:pos x="1398" y="706"/>
                </a:cxn>
                <a:cxn ang="0">
                  <a:pos x="1391" y="718"/>
                </a:cxn>
                <a:cxn ang="0">
                  <a:pos x="1382" y="729"/>
                </a:cxn>
                <a:cxn ang="0">
                  <a:pos x="1372" y="739"/>
                </a:cxn>
                <a:cxn ang="0">
                  <a:pos x="1360" y="746"/>
                </a:cxn>
                <a:cxn ang="0">
                  <a:pos x="1348" y="752"/>
                </a:cxn>
                <a:cxn ang="0">
                  <a:pos x="1335" y="755"/>
                </a:cxn>
                <a:cxn ang="0">
                  <a:pos x="1321" y="756"/>
                </a:cxn>
                <a:cxn ang="0">
                  <a:pos x="87" y="756"/>
                </a:cxn>
                <a:cxn ang="0">
                  <a:pos x="72" y="755"/>
                </a:cxn>
                <a:cxn ang="0">
                  <a:pos x="59" y="752"/>
                </a:cxn>
                <a:cxn ang="0">
                  <a:pos x="47" y="746"/>
                </a:cxn>
                <a:cxn ang="0">
                  <a:pos x="36" y="739"/>
                </a:cxn>
                <a:cxn ang="0">
                  <a:pos x="25" y="729"/>
                </a:cxn>
                <a:cxn ang="0">
                  <a:pos x="17" y="718"/>
                </a:cxn>
                <a:cxn ang="0">
                  <a:pos x="9" y="706"/>
                </a:cxn>
                <a:cxn ang="0">
                  <a:pos x="4" y="693"/>
                </a:cxn>
                <a:cxn ang="0">
                  <a:pos x="1" y="679"/>
                </a:cxn>
                <a:cxn ang="0">
                  <a:pos x="0" y="663"/>
                </a:cxn>
                <a:cxn ang="0">
                  <a:pos x="0" y="0"/>
                </a:cxn>
              </a:cxnLst>
              <a:rect l="txL" t="txT" r="txR" b="txB"/>
              <a:pathLst>
                <a:path w="1408" h="756">
                  <a:moveTo>
                    <a:pt x="0" y="0"/>
                  </a:moveTo>
                  <a:lnTo>
                    <a:pt x="156" y="0"/>
                  </a:lnTo>
                  <a:lnTo>
                    <a:pt x="156" y="588"/>
                  </a:lnTo>
                  <a:lnTo>
                    <a:pt x="157" y="588"/>
                  </a:lnTo>
                  <a:lnTo>
                    <a:pt x="158" y="589"/>
                  </a:lnTo>
                  <a:lnTo>
                    <a:pt x="179" y="590"/>
                  </a:lnTo>
                  <a:lnTo>
                    <a:pt x="180" y="590"/>
                  </a:lnTo>
                  <a:lnTo>
                    <a:pt x="252" y="581"/>
                  </a:lnTo>
                  <a:lnTo>
                    <a:pt x="253" y="580"/>
                  </a:lnTo>
                  <a:lnTo>
                    <a:pt x="254" y="578"/>
                  </a:lnTo>
                  <a:lnTo>
                    <a:pt x="254" y="0"/>
                  </a:lnTo>
                  <a:lnTo>
                    <a:pt x="1161" y="0"/>
                  </a:lnTo>
                  <a:lnTo>
                    <a:pt x="1161" y="586"/>
                  </a:lnTo>
                  <a:lnTo>
                    <a:pt x="1162" y="588"/>
                  </a:lnTo>
                  <a:lnTo>
                    <a:pt x="1164" y="589"/>
                  </a:lnTo>
                  <a:lnTo>
                    <a:pt x="1185" y="590"/>
                  </a:lnTo>
                  <a:lnTo>
                    <a:pt x="1186" y="590"/>
                  </a:lnTo>
                  <a:lnTo>
                    <a:pt x="1257" y="581"/>
                  </a:lnTo>
                  <a:lnTo>
                    <a:pt x="1258" y="580"/>
                  </a:lnTo>
                  <a:lnTo>
                    <a:pt x="1259" y="578"/>
                  </a:lnTo>
                  <a:lnTo>
                    <a:pt x="1259" y="0"/>
                  </a:lnTo>
                  <a:lnTo>
                    <a:pt x="1408" y="0"/>
                  </a:lnTo>
                  <a:lnTo>
                    <a:pt x="1408" y="663"/>
                  </a:lnTo>
                  <a:lnTo>
                    <a:pt x="1406" y="679"/>
                  </a:lnTo>
                  <a:lnTo>
                    <a:pt x="1403" y="693"/>
                  </a:lnTo>
                  <a:lnTo>
                    <a:pt x="1398" y="706"/>
                  </a:lnTo>
                  <a:lnTo>
                    <a:pt x="1391" y="718"/>
                  </a:lnTo>
                  <a:lnTo>
                    <a:pt x="1382" y="729"/>
                  </a:lnTo>
                  <a:lnTo>
                    <a:pt x="1372" y="739"/>
                  </a:lnTo>
                  <a:lnTo>
                    <a:pt x="1360" y="746"/>
                  </a:lnTo>
                  <a:lnTo>
                    <a:pt x="1348" y="752"/>
                  </a:lnTo>
                  <a:lnTo>
                    <a:pt x="1335" y="755"/>
                  </a:lnTo>
                  <a:lnTo>
                    <a:pt x="1321" y="756"/>
                  </a:lnTo>
                  <a:lnTo>
                    <a:pt x="87" y="756"/>
                  </a:lnTo>
                  <a:lnTo>
                    <a:pt x="72" y="755"/>
                  </a:lnTo>
                  <a:lnTo>
                    <a:pt x="59" y="752"/>
                  </a:lnTo>
                  <a:lnTo>
                    <a:pt x="47" y="746"/>
                  </a:lnTo>
                  <a:lnTo>
                    <a:pt x="36" y="739"/>
                  </a:lnTo>
                  <a:lnTo>
                    <a:pt x="25" y="729"/>
                  </a:lnTo>
                  <a:lnTo>
                    <a:pt x="17" y="718"/>
                  </a:lnTo>
                  <a:lnTo>
                    <a:pt x="9" y="706"/>
                  </a:lnTo>
                  <a:lnTo>
                    <a:pt x="4" y="693"/>
                  </a:lnTo>
                  <a:lnTo>
                    <a:pt x="1" y="679"/>
                  </a:lnTo>
                  <a:lnTo>
                    <a:pt x="0" y="663"/>
                  </a:lnTo>
                  <a:lnTo>
                    <a:pt x="0" y="0"/>
                  </a:lnTo>
                  <a:close/>
                </a:path>
              </a:pathLst>
            </a:custGeom>
            <a:gradFill rotWithShape="0">
              <a:gsLst>
                <a:gs pos="0">
                  <a:srgbClr val="5E9EFF">
                    <a:alpha val="100000"/>
                  </a:srgbClr>
                </a:gs>
                <a:gs pos="20000">
                  <a:srgbClr val="85C2FF">
                    <a:alpha val="100000"/>
                  </a:srgbClr>
                </a:gs>
                <a:gs pos="35001">
                  <a:srgbClr val="C4D6EB">
                    <a:alpha val="100000"/>
                  </a:srgbClr>
                </a:gs>
                <a:gs pos="50000">
                  <a:srgbClr val="FFEBFA">
                    <a:alpha val="100000"/>
                  </a:srgbClr>
                </a:gs>
                <a:gs pos="64999">
                  <a:srgbClr val="C4D6EB">
                    <a:alpha val="100000"/>
                  </a:srgbClr>
                </a:gs>
                <a:gs pos="80000">
                  <a:srgbClr val="85C2FF">
                    <a:alpha val="100000"/>
                  </a:srgbClr>
                </a:gs>
                <a:gs pos="100000">
                  <a:srgbClr val="5E9EFF">
                    <a:alpha val="100000"/>
                  </a:srgbClr>
                </a:gs>
              </a:gsLst>
              <a:lin ang="2700000" scaled="1"/>
              <a:tileRect/>
            </a:gradFill>
            <a:ln w="0" cap="flat" cmpd="sng">
              <a:solidFill>
                <a:srgbClr val="C8D4D3">
                  <a:alpha val="100000"/>
                </a:srgbClr>
              </a:solidFill>
              <a:prstDash val="solid"/>
              <a:round/>
              <a:headEnd type="none" w="med" len="med"/>
              <a:tailEnd type="none" w="med" len="med"/>
            </a:ln>
          </p:spPr>
          <p:txBody>
            <a:bodyPr/>
            <a:p>
              <a:endParaRPr lang="zh-CN" altLang="en-US"/>
            </a:p>
          </p:txBody>
        </p:sp>
        <p:sp>
          <p:nvSpPr>
            <p:cNvPr id="4128" name="Freeform 34"/>
            <p:cNvSpPr/>
            <p:nvPr/>
          </p:nvSpPr>
          <p:spPr>
            <a:xfrm>
              <a:off x="3783" y="1380"/>
              <a:ext cx="16" cy="585"/>
            </a:xfrm>
            <a:custGeom>
              <a:avLst/>
              <a:gdLst>
                <a:gd name="txL" fmla="*/ 0 w 16"/>
                <a:gd name="txT" fmla="*/ 0 h 585"/>
                <a:gd name="txR" fmla="*/ 16 w 16"/>
                <a:gd name="txB" fmla="*/ 585 h 585"/>
              </a:gdLst>
              <a:ahLst/>
              <a:cxnLst>
                <a:cxn ang="0">
                  <a:pos x="0" y="0"/>
                </a:cxn>
                <a:cxn ang="0">
                  <a:pos x="16" y="0"/>
                </a:cxn>
                <a:cxn ang="0">
                  <a:pos x="16" y="585"/>
                </a:cxn>
                <a:cxn ang="0">
                  <a:pos x="0" y="584"/>
                </a:cxn>
                <a:cxn ang="0">
                  <a:pos x="0" y="0"/>
                </a:cxn>
              </a:cxnLst>
              <a:rect l="txL" t="txT" r="txR" b="txB"/>
              <a:pathLst>
                <a:path w="16" h="585">
                  <a:moveTo>
                    <a:pt x="0" y="0"/>
                  </a:moveTo>
                  <a:lnTo>
                    <a:pt x="16" y="0"/>
                  </a:lnTo>
                  <a:lnTo>
                    <a:pt x="16" y="585"/>
                  </a:lnTo>
                  <a:lnTo>
                    <a:pt x="0" y="584"/>
                  </a:lnTo>
                  <a:lnTo>
                    <a:pt x="0" y="0"/>
                  </a:lnTo>
                  <a:close/>
                </a:path>
              </a:pathLst>
            </a:custGeom>
            <a:solidFill>
              <a:srgbClr val="B9C8C7">
                <a:alpha val="100000"/>
              </a:srgbClr>
            </a:solidFill>
            <a:ln w="0" cap="flat" cmpd="sng">
              <a:solidFill>
                <a:srgbClr val="B9C8C7">
                  <a:alpha val="100000"/>
                </a:srgbClr>
              </a:solidFill>
              <a:prstDash val="solid"/>
              <a:round/>
              <a:headEnd type="none" w="med" len="med"/>
              <a:tailEnd type="none" w="med" len="med"/>
            </a:ln>
          </p:spPr>
          <p:txBody>
            <a:bodyPr/>
            <a:p>
              <a:endParaRPr lang="zh-CN" altLang="en-US"/>
            </a:p>
          </p:txBody>
        </p:sp>
        <p:sp>
          <p:nvSpPr>
            <p:cNvPr id="4129" name="Freeform 35"/>
            <p:cNvSpPr/>
            <p:nvPr/>
          </p:nvSpPr>
          <p:spPr>
            <a:xfrm>
              <a:off x="3778" y="1380"/>
              <a:ext cx="24" cy="590"/>
            </a:xfrm>
            <a:custGeom>
              <a:avLst/>
              <a:gdLst>
                <a:gd name="txL" fmla="*/ 0 w 24"/>
                <a:gd name="txT" fmla="*/ 0 h 590"/>
                <a:gd name="txR" fmla="*/ 24 w 24"/>
                <a:gd name="txB" fmla="*/ 590 h 590"/>
              </a:gdLst>
              <a:ahLst/>
              <a:cxnLst>
                <a:cxn ang="0">
                  <a:pos x="0" y="0"/>
                </a:cxn>
                <a:cxn ang="0">
                  <a:pos x="5" y="0"/>
                </a:cxn>
                <a:cxn ang="0">
                  <a:pos x="5" y="584"/>
                </a:cxn>
                <a:cxn ang="0">
                  <a:pos x="21" y="585"/>
                </a:cxn>
                <a:cxn ang="0">
                  <a:pos x="21" y="587"/>
                </a:cxn>
                <a:cxn ang="0">
                  <a:pos x="22" y="589"/>
                </a:cxn>
                <a:cxn ang="0">
                  <a:pos x="24" y="590"/>
                </a:cxn>
                <a:cxn ang="0">
                  <a:pos x="23" y="590"/>
                </a:cxn>
                <a:cxn ang="0">
                  <a:pos x="2" y="589"/>
                </a:cxn>
                <a:cxn ang="0">
                  <a:pos x="1" y="588"/>
                </a:cxn>
                <a:cxn ang="0">
                  <a:pos x="0" y="588"/>
                </a:cxn>
                <a:cxn ang="0">
                  <a:pos x="0" y="588"/>
                </a:cxn>
                <a:cxn ang="0">
                  <a:pos x="0" y="0"/>
                </a:cxn>
              </a:cxnLst>
              <a:rect l="txL" t="txT" r="txR" b="txB"/>
              <a:pathLst>
                <a:path w="24" h="590">
                  <a:moveTo>
                    <a:pt x="0" y="0"/>
                  </a:moveTo>
                  <a:lnTo>
                    <a:pt x="5" y="0"/>
                  </a:lnTo>
                  <a:lnTo>
                    <a:pt x="5" y="584"/>
                  </a:lnTo>
                  <a:lnTo>
                    <a:pt x="21" y="585"/>
                  </a:lnTo>
                  <a:lnTo>
                    <a:pt x="21" y="587"/>
                  </a:lnTo>
                  <a:lnTo>
                    <a:pt x="22" y="589"/>
                  </a:lnTo>
                  <a:lnTo>
                    <a:pt x="24" y="590"/>
                  </a:lnTo>
                  <a:lnTo>
                    <a:pt x="23" y="590"/>
                  </a:lnTo>
                  <a:lnTo>
                    <a:pt x="2" y="589"/>
                  </a:lnTo>
                  <a:lnTo>
                    <a:pt x="1" y="588"/>
                  </a:lnTo>
                  <a:lnTo>
                    <a:pt x="0" y="588"/>
                  </a:lnTo>
                  <a:lnTo>
                    <a:pt x="0" y="0"/>
                  </a:lnTo>
                  <a:close/>
                </a:path>
              </a:pathLst>
            </a:custGeom>
            <a:solidFill>
              <a:srgbClr val="596F6D">
                <a:alpha val="100000"/>
              </a:srgbClr>
            </a:solidFill>
            <a:ln w="0" cap="flat" cmpd="sng">
              <a:solidFill>
                <a:srgbClr val="596F6D">
                  <a:alpha val="100000"/>
                </a:srgbClr>
              </a:solidFill>
              <a:prstDash val="solid"/>
              <a:round/>
              <a:headEnd type="none" w="med" len="med"/>
              <a:tailEnd type="none" w="med" len="med"/>
            </a:ln>
          </p:spPr>
          <p:txBody>
            <a:bodyPr/>
            <a:p>
              <a:endParaRPr lang="zh-CN" altLang="en-US"/>
            </a:p>
          </p:txBody>
        </p:sp>
        <p:sp>
          <p:nvSpPr>
            <p:cNvPr id="4130" name="Freeform 36"/>
            <p:cNvSpPr/>
            <p:nvPr/>
          </p:nvSpPr>
          <p:spPr>
            <a:xfrm>
              <a:off x="3804" y="1380"/>
              <a:ext cx="22" cy="585"/>
            </a:xfrm>
            <a:custGeom>
              <a:avLst/>
              <a:gdLst>
                <a:gd name="txL" fmla="*/ 0 w 22"/>
                <a:gd name="txT" fmla="*/ 0 h 585"/>
                <a:gd name="txR" fmla="*/ 22 w 22"/>
                <a:gd name="txB" fmla="*/ 585 h 585"/>
              </a:gdLst>
              <a:ahLst/>
              <a:cxnLst>
                <a:cxn ang="0">
                  <a:pos x="0" y="0"/>
                </a:cxn>
                <a:cxn ang="0">
                  <a:pos x="22" y="0"/>
                </a:cxn>
                <a:cxn ang="0">
                  <a:pos x="22" y="582"/>
                </a:cxn>
                <a:cxn ang="0">
                  <a:pos x="0" y="585"/>
                </a:cxn>
                <a:cxn ang="0">
                  <a:pos x="0" y="0"/>
                </a:cxn>
              </a:cxnLst>
              <a:rect l="txL" t="txT" r="txR" b="txB"/>
              <a:pathLst>
                <a:path w="22" h="585">
                  <a:moveTo>
                    <a:pt x="0" y="0"/>
                  </a:moveTo>
                  <a:lnTo>
                    <a:pt x="22" y="0"/>
                  </a:lnTo>
                  <a:lnTo>
                    <a:pt x="22" y="582"/>
                  </a:lnTo>
                  <a:lnTo>
                    <a:pt x="0" y="585"/>
                  </a:lnTo>
                  <a:lnTo>
                    <a:pt x="0" y="0"/>
                  </a:lnTo>
                  <a:close/>
                </a:path>
              </a:pathLst>
            </a:custGeom>
            <a:solidFill>
              <a:srgbClr val="C9D5D4">
                <a:alpha val="100000"/>
              </a:srgbClr>
            </a:solidFill>
            <a:ln w="0" cap="flat" cmpd="sng">
              <a:solidFill>
                <a:srgbClr val="C9D5D4">
                  <a:alpha val="100000"/>
                </a:srgbClr>
              </a:solidFill>
              <a:prstDash val="solid"/>
              <a:round/>
              <a:headEnd type="none" w="med" len="med"/>
              <a:tailEnd type="none" w="med" len="med"/>
            </a:ln>
          </p:spPr>
          <p:txBody>
            <a:bodyPr/>
            <a:p>
              <a:endParaRPr lang="zh-CN" altLang="en-US"/>
            </a:p>
          </p:txBody>
        </p:sp>
        <p:sp>
          <p:nvSpPr>
            <p:cNvPr id="4131" name="Freeform 37"/>
            <p:cNvSpPr/>
            <p:nvPr/>
          </p:nvSpPr>
          <p:spPr>
            <a:xfrm>
              <a:off x="3826" y="1380"/>
              <a:ext cx="23" cy="582"/>
            </a:xfrm>
            <a:custGeom>
              <a:avLst/>
              <a:gdLst>
                <a:gd name="txL" fmla="*/ 0 w 23"/>
                <a:gd name="txT" fmla="*/ 0 h 582"/>
                <a:gd name="txR" fmla="*/ 23 w 23"/>
                <a:gd name="txB" fmla="*/ 582 h 582"/>
              </a:gdLst>
              <a:ahLst/>
              <a:cxnLst>
                <a:cxn ang="0">
                  <a:pos x="0" y="0"/>
                </a:cxn>
                <a:cxn ang="0">
                  <a:pos x="23" y="0"/>
                </a:cxn>
                <a:cxn ang="0">
                  <a:pos x="23" y="578"/>
                </a:cxn>
                <a:cxn ang="0">
                  <a:pos x="0" y="582"/>
                </a:cxn>
                <a:cxn ang="0">
                  <a:pos x="0" y="0"/>
                </a:cxn>
              </a:cxnLst>
              <a:rect l="txL" t="txT" r="txR" b="txB"/>
              <a:pathLst>
                <a:path w="23" h="582">
                  <a:moveTo>
                    <a:pt x="0" y="0"/>
                  </a:moveTo>
                  <a:lnTo>
                    <a:pt x="23" y="0"/>
                  </a:lnTo>
                  <a:lnTo>
                    <a:pt x="23" y="578"/>
                  </a:lnTo>
                  <a:lnTo>
                    <a:pt x="0" y="582"/>
                  </a:lnTo>
                  <a:lnTo>
                    <a:pt x="0" y="0"/>
                  </a:lnTo>
                  <a:close/>
                </a:path>
              </a:pathLst>
            </a:custGeom>
            <a:solidFill>
              <a:srgbClr val="A7B7B7">
                <a:alpha val="100000"/>
              </a:srgbClr>
            </a:solidFill>
            <a:ln w="0" cap="flat" cmpd="sng">
              <a:solidFill>
                <a:srgbClr val="A7B7B7">
                  <a:alpha val="100000"/>
                </a:srgbClr>
              </a:solidFill>
              <a:prstDash val="solid"/>
              <a:round/>
              <a:headEnd type="none" w="med" len="med"/>
              <a:tailEnd type="none" w="med" len="med"/>
            </a:ln>
          </p:spPr>
          <p:txBody>
            <a:bodyPr/>
            <a:p>
              <a:endParaRPr lang="zh-CN" altLang="en-US"/>
            </a:p>
          </p:txBody>
        </p:sp>
        <p:sp>
          <p:nvSpPr>
            <p:cNvPr id="4132" name="Freeform 38"/>
            <p:cNvSpPr/>
            <p:nvPr/>
          </p:nvSpPr>
          <p:spPr>
            <a:xfrm>
              <a:off x="3849" y="1380"/>
              <a:ext cx="21" cy="578"/>
            </a:xfrm>
            <a:custGeom>
              <a:avLst/>
              <a:gdLst>
                <a:gd name="txL" fmla="*/ 0 w 21"/>
                <a:gd name="txT" fmla="*/ 0 h 578"/>
                <a:gd name="txR" fmla="*/ 21 w 21"/>
                <a:gd name="txB" fmla="*/ 578 h 578"/>
              </a:gdLst>
              <a:ahLst/>
              <a:cxnLst>
                <a:cxn ang="0">
                  <a:pos x="0" y="0"/>
                </a:cxn>
                <a:cxn ang="0">
                  <a:pos x="21" y="0"/>
                </a:cxn>
                <a:cxn ang="0">
                  <a:pos x="21" y="575"/>
                </a:cxn>
                <a:cxn ang="0">
                  <a:pos x="0" y="578"/>
                </a:cxn>
                <a:cxn ang="0">
                  <a:pos x="0" y="0"/>
                </a:cxn>
              </a:cxnLst>
              <a:rect l="txL" t="txT" r="txR" b="txB"/>
              <a:pathLst>
                <a:path w="21" h="578">
                  <a:moveTo>
                    <a:pt x="0" y="0"/>
                  </a:moveTo>
                  <a:lnTo>
                    <a:pt x="21" y="0"/>
                  </a:lnTo>
                  <a:lnTo>
                    <a:pt x="21" y="575"/>
                  </a:lnTo>
                  <a:lnTo>
                    <a:pt x="0" y="578"/>
                  </a:lnTo>
                  <a:lnTo>
                    <a:pt x="0" y="0"/>
                  </a:lnTo>
                  <a:close/>
                </a:path>
              </a:pathLst>
            </a:custGeom>
            <a:solidFill>
              <a:srgbClr val="7F9493">
                <a:alpha val="100000"/>
              </a:srgbClr>
            </a:solidFill>
            <a:ln w="0" cap="flat" cmpd="sng">
              <a:solidFill>
                <a:srgbClr val="7F9493">
                  <a:alpha val="100000"/>
                </a:srgbClr>
              </a:solidFill>
              <a:prstDash val="solid"/>
              <a:round/>
              <a:headEnd type="none" w="med" len="med"/>
              <a:tailEnd type="none" w="med" len="med"/>
            </a:ln>
          </p:spPr>
          <p:txBody>
            <a:bodyPr/>
            <a:p>
              <a:endParaRPr lang="zh-CN" altLang="en-US"/>
            </a:p>
          </p:txBody>
        </p:sp>
        <p:sp>
          <p:nvSpPr>
            <p:cNvPr id="4133" name="Freeform 39"/>
            <p:cNvSpPr/>
            <p:nvPr/>
          </p:nvSpPr>
          <p:spPr>
            <a:xfrm>
              <a:off x="3799" y="1380"/>
              <a:ext cx="77" cy="590"/>
            </a:xfrm>
            <a:custGeom>
              <a:avLst/>
              <a:gdLst>
                <a:gd name="txL" fmla="*/ 0 w 77"/>
                <a:gd name="txT" fmla="*/ 0 h 590"/>
                <a:gd name="txR" fmla="*/ 77 w 77"/>
                <a:gd name="txB" fmla="*/ 590 h 590"/>
              </a:gdLst>
              <a:ahLst/>
              <a:cxnLst>
                <a:cxn ang="0">
                  <a:pos x="0" y="0"/>
                </a:cxn>
                <a:cxn ang="0">
                  <a:pos x="5" y="0"/>
                </a:cxn>
                <a:cxn ang="0">
                  <a:pos x="5" y="585"/>
                </a:cxn>
                <a:cxn ang="0">
                  <a:pos x="71" y="575"/>
                </a:cxn>
                <a:cxn ang="0">
                  <a:pos x="71" y="0"/>
                </a:cxn>
                <a:cxn ang="0">
                  <a:pos x="77" y="0"/>
                </a:cxn>
                <a:cxn ang="0">
                  <a:pos x="77" y="578"/>
                </a:cxn>
                <a:cxn ang="0">
                  <a:pos x="76" y="580"/>
                </a:cxn>
                <a:cxn ang="0">
                  <a:pos x="75" y="581"/>
                </a:cxn>
                <a:cxn ang="0">
                  <a:pos x="3" y="590"/>
                </a:cxn>
                <a:cxn ang="0">
                  <a:pos x="1" y="589"/>
                </a:cxn>
                <a:cxn ang="0">
                  <a:pos x="0" y="587"/>
                </a:cxn>
                <a:cxn ang="0">
                  <a:pos x="0" y="0"/>
                </a:cxn>
              </a:cxnLst>
              <a:rect l="txL" t="txT" r="txR" b="txB"/>
              <a:pathLst>
                <a:path w="77" h="590">
                  <a:moveTo>
                    <a:pt x="0" y="0"/>
                  </a:moveTo>
                  <a:lnTo>
                    <a:pt x="5" y="0"/>
                  </a:lnTo>
                  <a:lnTo>
                    <a:pt x="5" y="585"/>
                  </a:lnTo>
                  <a:lnTo>
                    <a:pt x="71" y="575"/>
                  </a:lnTo>
                  <a:lnTo>
                    <a:pt x="71" y="0"/>
                  </a:lnTo>
                  <a:lnTo>
                    <a:pt x="77" y="0"/>
                  </a:lnTo>
                  <a:lnTo>
                    <a:pt x="77" y="578"/>
                  </a:lnTo>
                  <a:lnTo>
                    <a:pt x="76" y="580"/>
                  </a:lnTo>
                  <a:lnTo>
                    <a:pt x="75" y="581"/>
                  </a:lnTo>
                  <a:lnTo>
                    <a:pt x="3" y="590"/>
                  </a:lnTo>
                  <a:lnTo>
                    <a:pt x="1" y="589"/>
                  </a:lnTo>
                  <a:lnTo>
                    <a:pt x="0" y="587"/>
                  </a:lnTo>
                  <a:lnTo>
                    <a:pt x="0" y="0"/>
                  </a:lnTo>
                  <a:close/>
                </a:path>
              </a:pathLst>
            </a:custGeom>
            <a:solidFill>
              <a:srgbClr val="283E3F">
                <a:alpha val="100000"/>
              </a:srgbClr>
            </a:solidFill>
            <a:ln w="0" cap="flat" cmpd="sng">
              <a:solidFill>
                <a:srgbClr val="283E3F">
                  <a:alpha val="100000"/>
                </a:srgbClr>
              </a:solidFill>
              <a:prstDash val="solid"/>
              <a:round/>
              <a:headEnd type="none" w="med" len="med"/>
              <a:tailEnd type="none" w="med" len="med"/>
            </a:ln>
          </p:spPr>
          <p:txBody>
            <a:bodyPr/>
            <a:p>
              <a:endParaRPr lang="zh-CN" altLang="en-US"/>
            </a:p>
          </p:txBody>
        </p:sp>
        <p:sp>
          <p:nvSpPr>
            <p:cNvPr id="4134" name="Freeform 40"/>
            <p:cNvSpPr/>
            <p:nvPr/>
          </p:nvSpPr>
          <p:spPr>
            <a:xfrm>
              <a:off x="4788" y="1380"/>
              <a:ext cx="16" cy="585"/>
            </a:xfrm>
            <a:custGeom>
              <a:avLst/>
              <a:gdLst>
                <a:gd name="txL" fmla="*/ 0 w 16"/>
                <a:gd name="txT" fmla="*/ 0 h 585"/>
                <a:gd name="txR" fmla="*/ 16 w 16"/>
                <a:gd name="txB" fmla="*/ 585 h 585"/>
              </a:gdLst>
              <a:ahLst/>
              <a:cxnLst>
                <a:cxn ang="0">
                  <a:pos x="0" y="0"/>
                </a:cxn>
                <a:cxn ang="0">
                  <a:pos x="16" y="0"/>
                </a:cxn>
                <a:cxn ang="0">
                  <a:pos x="16" y="585"/>
                </a:cxn>
                <a:cxn ang="0">
                  <a:pos x="0" y="584"/>
                </a:cxn>
                <a:cxn ang="0">
                  <a:pos x="0" y="0"/>
                </a:cxn>
              </a:cxnLst>
              <a:rect l="txL" t="txT" r="txR" b="txB"/>
              <a:pathLst>
                <a:path w="16" h="585">
                  <a:moveTo>
                    <a:pt x="0" y="0"/>
                  </a:moveTo>
                  <a:lnTo>
                    <a:pt x="16" y="0"/>
                  </a:lnTo>
                  <a:lnTo>
                    <a:pt x="16" y="585"/>
                  </a:lnTo>
                  <a:lnTo>
                    <a:pt x="0" y="584"/>
                  </a:lnTo>
                  <a:lnTo>
                    <a:pt x="0" y="0"/>
                  </a:lnTo>
                  <a:close/>
                </a:path>
              </a:pathLst>
            </a:custGeom>
            <a:solidFill>
              <a:srgbClr val="96AAA9">
                <a:alpha val="100000"/>
              </a:srgbClr>
            </a:solidFill>
            <a:ln w="0" cap="flat" cmpd="sng">
              <a:solidFill>
                <a:srgbClr val="96AAA9">
                  <a:alpha val="100000"/>
                </a:srgbClr>
              </a:solidFill>
              <a:prstDash val="solid"/>
              <a:round/>
              <a:headEnd type="none" w="med" len="med"/>
              <a:tailEnd type="none" w="med" len="med"/>
            </a:ln>
          </p:spPr>
          <p:txBody>
            <a:bodyPr/>
            <a:p>
              <a:endParaRPr lang="zh-CN" altLang="en-US"/>
            </a:p>
          </p:txBody>
        </p:sp>
        <p:sp>
          <p:nvSpPr>
            <p:cNvPr id="4135" name="Freeform 41"/>
            <p:cNvSpPr/>
            <p:nvPr/>
          </p:nvSpPr>
          <p:spPr>
            <a:xfrm>
              <a:off x="4783" y="1380"/>
              <a:ext cx="24" cy="590"/>
            </a:xfrm>
            <a:custGeom>
              <a:avLst/>
              <a:gdLst>
                <a:gd name="txL" fmla="*/ 0 w 24"/>
                <a:gd name="txT" fmla="*/ 0 h 590"/>
                <a:gd name="txR" fmla="*/ 24 w 24"/>
                <a:gd name="txB" fmla="*/ 590 h 590"/>
              </a:gdLst>
              <a:ahLst/>
              <a:cxnLst>
                <a:cxn ang="0">
                  <a:pos x="0" y="0"/>
                </a:cxn>
                <a:cxn ang="0">
                  <a:pos x="5" y="0"/>
                </a:cxn>
                <a:cxn ang="0">
                  <a:pos x="5" y="584"/>
                </a:cxn>
                <a:cxn ang="0">
                  <a:pos x="21" y="585"/>
                </a:cxn>
                <a:cxn ang="0">
                  <a:pos x="21" y="587"/>
                </a:cxn>
                <a:cxn ang="0">
                  <a:pos x="22" y="589"/>
                </a:cxn>
                <a:cxn ang="0">
                  <a:pos x="24" y="590"/>
                </a:cxn>
                <a:cxn ang="0">
                  <a:pos x="3" y="589"/>
                </a:cxn>
                <a:cxn ang="0">
                  <a:pos x="1" y="588"/>
                </a:cxn>
                <a:cxn ang="0">
                  <a:pos x="0" y="586"/>
                </a:cxn>
                <a:cxn ang="0">
                  <a:pos x="0" y="0"/>
                </a:cxn>
              </a:cxnLst>
              <a:rect l="txL" t="txT" r="txR" b="txB"/>
              <a:pathLst>
                <a:path w="24" h="590">
                  <a:moveTo>
                    <a:pt x="0" y="0"/>
                  </a:moveTo>
                  <a:lnTo>
                    <a:pt x="5" y="0"/>
                  </a:lnTo>
                  <a:lnTo>
                    <a:pt x="5" y="584"/>
                  </a:lnTo>
                  <a:lnTo>
                    <a:pt x="21" y="585"/>
                  </a:lnTo>
                  <a:lnTo>
                    <a:pt x="21" y="587"/>
                  </a:lnTo>
                  <a:lnTo>
                    <a:pt x="22" y="589"/>
                  </a:lnTo>
                  <a:lnTo>
                    <a:pt x="24" y="590"/>
                  </a:lnTo>
                  <a:lnTo>
                    <a:pt x="3" y="589"/>
                  </a:lnTo>
                  <a:lnTo>
                    <a:pt x="1" y="588"/>
                  </a:lnTo>
                  <a:lnTo>
                    <a:pt x="0" y="586"/>
                  </a:lnTo>
                  <a:lnTo>
                    <a:pt x="0" y="0"/>
                  </a:lnTo>
                  <a:close/>
                </a:path>
              </a:pathLst>
            </a:custGeom>
            <a:solidFill>
              <a:srgbClr val="596F6D">
                <a:alpha val="100000"/>
              </a:srgbClr>
            </a:solidFill>
            <a:ln w="0" cap="flat" cmpd="sng">
              <a:solidFill>
                <a:srgbClr val="596F6D">
                  <a:alpha val="100000"/>
                </a:srgbClr>
              </a:solidFill>
              <a:prstDash val="solid"/>
              <a:round/>
              <a:headEnd type="none" w="med" len="med"/>
              <a:tailEnd type="none" w="med" len="med"/>
            </a:ln>
          </p:spPr>
          <p:txBody>
            <a:bodyPr/>
            <a:p>
              <a:endParaRPr lang="zh-CN" altLang="en-US"/>
            </a:p>
          </p:txBody>
        </p:sp>
        <p:sp>
          <p:nvSpPr>
            <p:cNvPr id="4136" name="Freeform 42"/>
            <p:cNvSpPr/>
            <p:nvPr/>
          </p:nvSpPr>
          <p:spPr>
            <a:xfrm>
              <a:off x="4810" y="1380"/>
              <a:ext cx="21" cy="585"/>
            </a:xfrm>
            <a:custGeom>
              <a:avLst/>
              <a:gdLst>
                <a:gd name="txL" fmla="*/ 0 w 21"/>
                <a:gd name="txT" fmla="*/ 0 h 585"/>
                <a:gd name="txR" fmla="*/ 21 w 21"/>
                <a:gd name="txB" fmla="*/ 585 h 585"/>
              </a:gdLst>
              <a:ahLst/>
              <a:cxnLst>
                <a:cxn ang="0">
                  <a:pos x="0" y="0"/>
                </a:cxn>
                <a:cxn ang="0">
                  <a:pos x="21" y="0"/>
                </a:cxn>
                <a:cxn ang="0">
                  <a:pos x="21" y="582"/>
                </a:cxn>
                <a:cxn ang="0">
                  <a:pos x="0" y="585"/>
                </a:cxn>
                <a:cxn ang="0">
                  <a:pos x="0" y="0"/>
                </a:cxn>
              </a:cxnLst>
              <a:rect l="txL" t="txT" r="txR" b="txB"/>
              <a:pathLst>
                <a:path w="21" h="585">
                  <a:moveTo>
                    <a:pt x="0" y="0"/>
                  </a:moveTo>
                  <a:lnTo>
                    <a:pt x="21" y="0"/>
                  </a:lnTo>
                  <a:lnTo>
                    <a:pt x="21" y="582"/>
                  </a:lnTo>
                  <a:lnTo>
                    <a:pt x="0" y="585"/>
                  </a:lnTo>
                  <a:lnTo>
                    <a:pt x="0" y="0"/>
                  </a:lnTo>
                  <a:close/>
                </a:path>
              </a:pathLst>
            </a:custGeom>
            <a:solidFill>
              <a:srgbClr val="A8BABA">
                <a:alpha val="100000"/>
              </a:srgbClr>
            </a:solidFill>
            <a:ln w="0" cap="flat" cmpd="sng">
              <a:solidFill>
                <a:srgbClr val="A8BABA">
                  <a:alpha val="100000"/>
                </a:srgbClr>
              </a:solidFill>
              <a:prstDash val="solid"/>
              <a:round/>
              <a:headEnd type="none" w="med" len="med"/>
              <a:tailEnd type="none" w="med" len="med"/>
            </a:ln>
          </p:spPr>
          <p:txBody>
            <a:bodyPr/>
            <a:p>
              <a:endParaRPr lang="zh-CN" altLang="en-US"/>
            </a:p>
          </p:txBody>
        </p:sp>
        <p:sp>
          <p:nvSpPr>
            <p:cNvPr id="4137" name="Freeform 43"/>
            <p:cNvSpPr/>
            <p:nvPr/>
          </p:nvSpPr>
          <p:spPr>
            <a:xfrm>
              <a:off x="4831" y="1380"/>
              <a:ext cx="24" cy="582"/>
            </a:xfrm>
            <a:custGeom>
              <a:avLst/>
              <a:gdLst>
                <a:gd name="txL" fmla="*/ 0 w 24"/>
                <a:gd name="txT" fmla="*/ 0 h 582"/>
                <a:gd name="txR" fmla="*/ 24 w 24"/>
                <a:gd name="txB" fmla="*/ 582 h 582"/>
              </a:gdLst>
              <a:ahLst/>
              <a:cxnLst>
                <a:cxn ang="0">
                  <a:pos x="0" y="0"/>
                </a:cxn>
                <a:cxn ang="0">
                  <a:pos x="24" y="0"/>
                </a:cxn>
                <a:cxn ang="0">
                  <a:pos x="24" y="578"/>
                </a:cxn>
                <a:cxn ang="0">
                  <a:pos x="0" y="582"/>
                </a:cxn>
                <a:cxn ang="0">
                  <a:pos x="0" y="0"/>
                </a:cxn>
              </a:cxnLst>
              <a:rect l="txL" t="txT" r="txR" b="txB"/>
              <a:pathLst>
                <a:path w="24" h="582">
                  <a:moveTo>
                    <a:pt x="0" y="0"/>
                  </a:moveTo>
                  <a:lnTo>
                    <a:pt x="24" y="0"/>
                  </a:lnTo>
                  <a:lnTo>
                    <a:pt x="24" y="578"/>
                  </a:lnTo>
                  <a:lnTo>
                    <a:pt x="0" y="582"/>
                  </a:lnTo>
                  <a:lnTo>
                    <a:pt x="0" y="0"/>
                  </a:lnTo>
                  <a:close/>
                </a:path>
              </a:pathLst>
            </a:custGeom>
            <a:solidFill>
              <a:srgbClr val="98ACAC">
                <a:alpha val="100000"/>
              </a:srgbClr>
            </a:solidFill>
            <a:ln w="0" cap="flat" cmpd="sng">
              <a:solidFill>
                <a:srgbClr val="98ACAC">
                  <a:alpha val="100000"/>
                </a:srgbClr>
              </a:solidFill>
              <a:prstDash val="solid"/>
              <a:round/>
              <a:headEnd type="none" w="med" len="med"/>
              <a:tailEnd type="none" w="med" len="med"/>
            </a:ln>
          </p:spPr>
          <p:txBody>
            <a:bodyPr/>
            <a:p>
              <a:endParaRPr lang="zh-CN" altLang="en-US"/>
            </a:p>
          </p:txBody>
        </p:sp>
        <p:sp>
          <p:nvSpPr>
            <p:cNvPr id="4138" name="Freeform 44"/>
            <p:cNvSpPr/>
            <p:nvPr/>
          </p:nvSpPr>
          <p:spPr>
            <a:xfrm>
              <a:off x="4855" y="1380"/>
              <a:ext cx="21" cy="578"/>
            </a:xfrm>
            <a:custGeom>
              <a:avLst/>
              <a:gdLst>
                <a:gd name="txL" fmla="*/ 0 w 21"/>
                <a:gd name="txT" fmla="*/ 0 h 578"/>
                <a:gd name="txR" fmla="*/ 21 w 21"/>
                <a:gd name="txB" fmla="*/ 578 h 578"/>
              </a:gdLst>
              <a:ahLst/>
              <a:cxnLst>
                <a:cxn ang="0">
                  <a:pos x="0" y="0"/>
                </a:cxn>
                <a:cxn ang="0">
                  <a:pos x="21" y="0"/>
                </a:cxn>
                <a:cxn ang="0">
                  <a:pos x="21" y="575"/>
                </a:cxn>
                <a:cxn ang="0">
                  <a:pos x="0" y="578"/>
                </a:cxn>
                <a:cxn ang="0">
                  <a:pos x="0" y="0"/>
                </a:cxn>
              </a:cxnLst>
              <a:rect l="txL" t="txT" r="txR" b="txB"/>
              <a:pathLst>
                <a:path w="21" h="578">
                  <a:moveTo>
                    <a:pt x="0" y="0"/>
                  </a:moveTo>
                  <a:lnTo>
                    <a:pt x="21" y="0"/>
                  </a:lnTo>
                  <a:lnTo>
                    <a:pt x="21" y="575"/>
                  </a:lnTo>
                  <a:lnTo>
                    <a:pt x="0" y="578"/>
                  </a:lnTo>
                  <a:lnTo>
                    <a:pt x="0" y="0"/>
                  </a:lnTo>
                  <a:close/>
                </a:path>
              </a:pathLst>
            </a:custGeom>
            <a:solidFill>
              <a:srgbClr val="879D9D">
                <a:alpha val="100000"/>
              </a:srgbClr>
            </a:solidFill>
            <a:ln w="0" cap="flat" cmpd="sng">
              <a:solidFill>
                <a:srgbClr val="879D9D">
                  <a:alpha val="100000"/>
                </a:srgbClr>
              </a:solidFill>
              <a:prstDash val="solid"/>
              <a:round/>
              <a:headEnd type="none" w="med" len="med"/>
              <a:tailEnd type="none" w="med" len="med"/>
            </a:ln>
          </p:spPr>
          <p:txBody>
            <a:bodyPr/>
            <a:p>
              <a:endParaRPr lang="zh-CN" altLang="en-US"/>
            </a:p>
          </p:txBody>
        </p:sp>
        <p:sp>
          <p:nvSpPr>
            <p:cNvPr id="4139" name="Freeform 45"/>
            <p:cNvSpPr/>
            <p:nvPr/>
          </p:nvSpPr>
          <p:spPr>
            <a:xfrm>
              <a:off x="4804" y="1380"/>
              <a:ext cx="77" cy="590"/>
            </a:xfrm>
            <a:custGeom>
              <a:avLst/>
              <a:gdLst>
                <a:gd name="txL" fmla="*/ 0 w 77"/>
                <a:gd name="txT" fmla="*/ 0 h 590"/>
                <a:gd name="txR" fmla="*/ 77 w 77"/>
                <a:gd name="txB" fmla="*/ 590 h 590"/>
              </a:gdLst>
              <a:ahLst/>
              <a:cxnLst>
                <a:cxn ang="0">
                  <a:pos x="0" y="0"/>
                </a:cxn>
                <a:cxn ang="0">
                  <a:pos x="6" y="0"/>
                </a:cxn>
                <a:cxn ang="0">
                  <a:pos x="6" y="585"/>
                </a:cxn>
                <a:cxn ang="0">
                  <a:pos x="72" y="575"/>
                </a:cxn>
                <a:cxn ang="0">
                  <a:pos x="72" y="0"/>
                </a:cxn>
                <a:cxn ang="0">
                  <a:pos x="77" y="0"/>
                </a:cxn>
                <a:cxn ang="0">
                  <a:pos x="77" y="578"/>
                </a:cxn>
                <a:cxn ang="0">
                  <a:pos x="76" y="580"/>
                </a:cxn>
                <a:cxn ang="0">
                  <a:pos x="75" y="581"/>
                </a:cxn>
                <a:cxn ang="0">
                  <a:pos x="4" y="590"/>
                </a:cxn>
                <a:cxn ang="0">
                  <a:pos x="3" y="590"/>
                </a:cxn>
                <a:cxn ang="0">
                  <a:pos x="1" y="589"/>
                </a:cxn>
                <a:cxn ang="0">
                  <a:pos x="0" y="587"/>
                </a:cxn>
                <a:cxn ang="0">
                  <a:pos x="0" y="0"/>
                </a:cxn>
              </a:cxnLst>
              <a:rect l="txL" t="txT" r="txR" b="txB"/>
              <a:pathLst>
                <a:path w="77" h="590">
                  <a:moveTo>
                    <a:pt x="0" y="0"/>
                  </a:moveTo>
                  <a:lnTo>
                    <a:pt x="6" y="0"/>
                  </a:lnTo>
                  <a:lnTo>
                    <a:pt x="6" y="585"/>
                  </a:lnTo>
                  <a:lnTo>
                    <a:pt x="72" y="575"/>
                  </a:lnTo>
                  <a:lnTo>
                    <a:pt x="72" y="0"/>
                  </a:lnTo>
                  <a:lnTo>
                    <a:pt x="77" y="0"/>
                  </a:lnTo>
                  <a:lnTo>
                    <a:pt x="77" y="578"/>
                  </a:lnTo>
                  <a:lnTo>
                    <a:pt x="76" y="580"/>
                  </a:lnTo>
                  <a:lnTo>
                    <a:pt x="75" y="581"/>
                  </a:lnTo>
                  <a:lnTo>
                    <a:pt x="4" y="590"/>
                  </a:lnTo>
                  <a:lnTo>
                    <a:pt x="3" y="590"/>
                  </a:lnTo>
                  <a:lnTo>
                    <a:pt x="1" y="589"/>
                  </a:lnTo>
                  <a:lnTo>
                    <a:pt x="0" y="587"/>
                  </a:lnTo>
                  <a:lnTo>
                    <a:pt x="0" y="0"/>
                  </a:lnTo>
                  <a:close/>
                </a:path>
              </a:pathLst>
            </a:custGeom>
            <a:solidFill>
              <a:srgbClr val="283E3F">
                <a:alpha val="100000"/>
              </a:srgbClr>
            </a:solidFill>
            <a:ln w="0" cap="flat" cmpd="sng">
              <a:solidFill>
                <a:srgbClr val="283E3F">
                  <a:alpha val="100000"/>
                </a:srgbClr>
              </a:solidFill>
              <a:prstDash val="solid"/>
              <a:round/>
              <a:headEnd type="none" w="med" len="med"/>
              <a:tailEnd type="none" w="med" len="med"/>
            </a:ln>
          </p:spPr>
          <p:txBody>
            <a:bodyPr/>
            <a:p>
              <a:endParaRPr lang="zh-CN" altLang="en-US"/>
            </a:p>
          </p:txBody>
        </p:sp>
        <p:sp>
          <p:nvSpPr>
            <p:cNvPr id="4140" name="Freeform 46"/>
            <p:cNvSpPr>
              <a:spLocks noEditPoints="1"/>
            </p:cNvSpPr>
            <p:nvPr/>
          </p:nvSpPr>
          <p:spPr>
            <a:xfrm>
              <a:off x="3622" y="1375"/>
              <a:ext cx="1408" cy="5"/>
            </a:xfrm>
            <a:custGeom>
              <a:avLst/>
              <a:gdLst>
                <a:gd name="txL" fmla="*/ 0 w 1408"/>
                <a:gd name="txT" fmla="*/ 0 h 5"/>
                <a:gd name="txR" fmla="*/ 1408 w 1408"/>
                <a:gd name="txB" fmla="*/ 5 h 5"/>
              </a:gdLst>
              <a:ahLst/>
              <a:cxnLst>
                <a:cxn ang="0">
                  <a:pos x="1259" y="0"/>
                </a:cxn>
                <a:cxn ang="0">
                  <a:pos x="1408" y="0"/>
                </a:cxn>
                <a:cxn ang="0">
                  <a:pos x="1408" y="5"/>
                </a:cxn>
                <a:cxn ang="0">
                  <a:pos x="1259" y="5"/>
                </a:cxn>
                <a:cxn ang="0">
                  <a:pos x="1259" y="0"/>
                </a:cxn>
                <a:cxn ang="0">
                  <a:pos x="254" y="0"/>
                </a:cxn>
                <a:cxn ang="0">
                  <a:pos x="1161" y="0"/>
                </a:cxn>
                <a:cxn ang="0">
                  <a:pos x="1161" y="5"/>
                </a:cxn>
                <a:cxn ang="0">
                  <a:pos x="254" y="5"/>
                </a:cxn>
                <a:cxn ang="0">
                  <a:pos x="254" y="0"/>
                </a:cxn>
                <a:cxn ang="0">
                  <a:pos x="0" y="0"/>
                </a:cxn>
                <a:cxn ang="0">
                  <a:pos x="156" y="0"/>
                </a:cxn>
                <a:cxn ang="0">
                  <a:pos x="156" y="5"/>
                </a:cxn>
                <a:cxn ang="0">
                  <a:pos x="0" y="5"/>
                </a:cxn>
                <a:cxn ang="0">
                  <a:pos x="0" y="0"/>
                </a:cxn>
              </a:cxnLst>
              <a:rect l="txL" t="txT" r="txR" b="txB"/>
              <a:pathLst>
                <a:path w="1408" h="5">
                  <a:moveTo>
                    <a:pt x="1259" y="0"/>
                  </a:moveTo>
                  <a:lnTo>
                    <a:pt x="1408" y="0"/>
                  </a:lnTo>
                  <a:lnTo>
                    <a:pt x="1408" y="5"/>
                  </a:lnTo>
                  <a:lnTo>
                    <a:pt x="1259" y="5"/>
                  </a:lnTo>
                  <a:lnTo>
                    <a:pt x="1259" y="0"/>
                  </a:lnTo>
                  <a:close/>
                  <a:moveTo>
                    <a:pt x="254" y="0"/>
                  </a:moveTo>
                  <a:lnTo>
                    <a:pt x="1161" y="0"/>
                  </a:lnTo>
                  <a:lnTo>
                    <a:pt x="1161" y="5"/>
                  </a:lnTo>
                  <a:lnTo>
                    <a:pt x="254" y="5"/>
                  </a:lnTo>
                  <a:lnTo>
                    <a:pt x="254" y="0"/>
                  </a:lnTo>
                  <a:close/>
                  <a:moveTo>
                    <a:pt x="0" y="0"/>
                  </a:moveTo>
                  <a:lnTo>
                    <a:pt x="156" y="0"/>
                  </a:lnTo>
                  <a:lnTo>
                    <a:pt x="156" y="5"/>
                  </a:lnTo>
                  <a:lnTo>
                    <a:pt x="0" y="5"/>
                  </a:lnTo>
                  <a:lnTo>
                    <a:pt x="0" y="0"/>
                  </a:lnTo>
                  <a:close/>
                </a:path>
              </a:pathLst>
            </a:custGeom>
            <a:solidFill>
              <a:srgbClr val="34494B">
                <a:alpha val="100000"/>
              </a:srgbClr>
            </a:solidFill>
            <a:ln w="0" cap="flat" cmpd="sng">
              <a:solidFill>
                <a:srgbClr val="34494B">
                  <a:alpha val="100000"/>
                </a:srgbClr>
              </a:solidFill>
              <a:prstDash val="solid"/>
              <a:round/>
              <a:headEnd type="none" w="med" len="med"/>
              <a:tailEnd type="none" w="med" len="med"/>
            </a:ln>
          </p:spPr>
          <p:txBody>
            <a:bodyPr/>
            <a:p>
              <a:endParaRPr lang="zh-CN" altLang="en-US"/>
            </a:p>
          </p:txBody>
        </p:sp>
        <p:sp>
          <p:nvSpPr>
            <p:cNvPr id="4141" name="Rectangle 47"/>
            <p:cNvSpPr/>
            <p:nvPr/>
          </p:nvSpPr>
          <p:spPr>
            <a:xfrm>
              <a:off x="3783" y="1375"/>
              <a:ext cx="16" cy="5"/>
            </a:xfrm>
            <a:prstGeom prst="rect">
              <a:avLst/>
            </a:prstGeom>
            <a:solidFill>
              <a:srgbClr val="172B2D"/>
            </a:solidFill>
            <a:ln w="0" cap="flat" cmpd="sng">
              <a:solidFill>
                <a:srgbClr val="172B2D"/>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2" name="Rectangle 48"/>
            <p:cNvSpPr/>
            <p:nvPr/>
          </p:nvSpPr>
          <p:spPr>
            <a:xfrm>
              <a:off x="3778" y="1375"/>
              <a:ext cx="5"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3" name="Rectangle 49"/>
            <p:cNvSpPr/>
            <p:nvPr/>
          </p:nvSpPr>
          <p:spPr>
            <a:xfrm>
              <a:off x="3804" y="1375"/>
              <a:ext cx="22" cy="5"/>
            </a:xfrm>
            <a:prstGeom prst="rect">
              <a:avLst/>
            </a:prstGeom>
            <a:solidFill>
              <a:srgbClr val="364B4D"/>
            </a:solidFill>
            <a:ln w="0" cap="flat" cmpd="sng">
              <a:solidFill>
                <a:srgbClr val="364B4D"/>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4" name="Rectangle 50"/>
            <p:cNvSpPr/>
            <p:nvPr/>
          </p:nvSpPr>
          <p:spPr>
            <a:xfrm>
              <a:off x="3826" y="1375"/>
              <a:ext cx="23" cy="5"/>
            </a:xfrm>
            <a:prstGeom prst="rect">
              <a:avLst/>
            </a:prstGeom>
            <a:solidFill>
              <a:srgbClr val="000206"/>
            </a:solidFill>
            <a:ln w="0" cap="flat" cmpd="sng">
              <a:solidFill>
                <a:srgbClr val="000206"/>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5" name="Rectangle 51"/>
            <p:cNvSpPr/>
            <p:nvPr/>
          </p:nvSpPr>
          <p:spPr>
            <a:xfrm>
              <a:off x="3849" y="1375"/>
              <a:ext cx="21"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6" name="Freeform 52"/>
            <p:cNvSpPr>
              <a:spLocks noEditPoints="1"/>
            </p:cNvSpPr>
            <p:nvPr/>
          </p:nvSpPr>
          <p:spPr>
            <a:xfrm>
              <a:off x="3799" y="1375"/>
              <a:ext cx="77" cy="5"/>
            </a:xfrm>
            <a:custGeom>
              <a:avLst/>
              <a:gdLst>
                <a:gd name="txL" fmla="*/ 0 w 77"/>
                <a:gd name="txT" fmla="*/ 0 h 5"/>
                <a:gd name="txR" fmla="*/ 77 w 77"/>
                <a:gd name="txB" fmla="*/ 5 h 5"/>
              </a:gdLst>
              <a:ahLst/>
              <a:cxnLst>
                <a:cxn ang="0">
                  <a:pos x="71" y="0"/>
                </a:cxn>
                <a:cxn ang="0">
                  <a:pos x="77" y="0"/>
                </a:cxn>
                <a:cxn ang="0">
                  <a:pos x="77" y="5"/>
                </a:cxn>
                <a:cxn ang="0">
                  <a:pos x="71" y="5"/>
                </a:cxn>
                <a:cxn ang="0">
                  <a:pos x="71" y="0"/>
                </a:cxn>
                <a:cxn ang="0">
                  <a:pos x="0" y="0"/>
                </a:cxn>
                <a:cxn ang="0">
                  <a:pos x="5" y="0"/>
                </a:cxn>
                <a:cxn ang="0">
                  <a:pos x="5" y="5"/>
                </a:cxn>
                <a:cxn ang="0">
                  <a:pos x="0" y="5"/>
                </a:cxn>
                <a:cxn ang="0">
                  <a:pos x="0" y="0"/>
                </a:cxn>
              </a:cxnLst>
              <a:rect l="txL" t="txT" r="txR" b="txB"/>
              <a:pathLst>
                <a:path w="77" h="5">
                  <a:moveTo>
                    <a:pt x="71" y="0"/>
                  </a:moveTo>
                  <a:lnTo>
                    <a:pt x="77" y="0"/>
                  </a:lnTo>
                  <a:lnTo>
                    <a:pt x="77" y="5"/>
                  </a:lnTo>
                  <a:lnTo>
                    <a:pt x="71" y="5"/>
                  </a:lnTo>
                  <a:lnTo>
                    <a:pt x="71" y="0"/>
                  </a:lnTo>
                  <a:close/>
                  <a:moveTo>
                    <a:pt x="0" y="0"/>
                  </a:moveTo>
                  <a:lnTo>
                    <a:pt x="5" y="0"/>
                  </a:lnTo>
                  <a:lnTo>
                    <a:pt x="5" y="5"/>
                  </a:lnTo>
                  <a:lnTo>
                    <a:pt x="0" y="5"/>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47" name="Rectangle 53"/>
            <p:cNvSpPr/>
            <p:nvPr/>
          </p:nvSpPr>
          <p:spPr>
            <a:xfrm>
              <a:off x="4788" y="1375"/>
              <a:ext cx="16"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8" name="Rectangle 54"/>
            <p:cNvSpPr/>
            <p:nvPr/>
          </p:nvSpPr>
          <p:spPr>
            <a:xfrm>
              <a:off x="4783" y="1375"/>
              <a:ext cx="5"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49" name="Rectangle 55"/>
            <p:cNvSpPr/>
            <p:nvPr/>
          </p:nvSpPr>
          <p:spPr>
            <a:xfrm>
              <a:off x="4810" y="1375"/>
              <a:ext cx="21" cy="5"/>
            </a:xfrm>
            <a:prstGeom prst="rect">
              <a:avLst/>
            </a:prstGeom>
            <a:solidFill>
              <a:srgbClr val="00090E"/>
            </a:solidFill>
            <a:ln w="0" cap="flat" cmpd="sng">
              <a:solidFill>
                <a:srgbClr val="00090E"/>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50" name="Rectangle 56"/>
            <p:cNvSpPr/>
            <p:nvPr/>
          </p:nvSpPr>
          <p:spPr>
            <a:xfrm>
              <a:off x="4831" y="1375"/>
              <a:ext cx="24"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51" name="Rectangle 57"/>
            <p:cNvSpPr/>
            <p:nvPr/>
          </p:nvSpPr>
          <p:spPr>
            <a:xfrm>
              <a:off x="4855" y="1375"/>
              <a:ext cx="21" cy="5"/>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52" name="Freeform 58"/>
            <p:cNvSpPr>
              <a:spLocks noEditPoints="1"/>
            </p:cNvSpPr>
            <p:nvPr/>
          </p:nvSpPr>
          <p:spPr>
            <a:xfrm>
              <a:off x="4804" y="1375"/>
              <a:ext cx="77" cy="5"/>
            </a:xfrm>
            <a:custGeom>
              <a:avLst/>
              <a:gdLst>
                <a:gd name="txL" fmla="*/ 0 w 77"/>
                <a:gd name="txT" fmla="*/ 0 h 5"/>
                <a:gd name="txR" fmla="*/ 77 w 77"/>
                <a:gd name="txB" fmla="*/ 5 h 5"/>
              </a:gdLst>
              <a:ahLst/>
              <a:cxnLst>
                <a:cxn ang="0">
                  <a:pos x="72" y="0"/>
                </a:cxn>
                <a:cxn ang="0">
                  <a:pos x="77" y="0"/>
                </a:cxn>
                <a:cxn ang="0">
                  <a:pos x="77" y="5"/>
                </a:cxn>
                <a:cxn ang="0">
                  <a:pos x="72" y="5"/>
                </a:cxn>
                <a:cxn ang="0">
                  <a:pos x="72" y="0"/>
                </a:cxn>
                <a:cxn ang="0">
                  <a:pos x="0" y="0"/>
                </a:cxn>
                <a:cxn ang="0">
                  <a:pos x="6" y="0"/>
                </a:cxn>
                <a:cxn ang="0">
                  <a:pos x="6" y="5"/>
                </a:cxn>
                <a:cxn ang="0">
                  <a:pos x="0" y="5"/>
                </a:cxn>
                <a:cxn ang="0">
                  <a:pos x="0" y="0"/>
                </a:cxn>
              </a:cxnLst>
              <a:rect l="txL" t="txT" r="txR" b="txB"/>
              <a:pathLst>
                <a:path w="77" h="5">
                  <a:moveTo>
                    <a:pt x="72" y="0"/>
                  </a:moveTo>
                  <a:lnTo>
                    <a:pt x="77" y="0"/>
                  </a:lnTo>
                  <a:lnTo>
                    <a:pt x="77" y="5"/>
                  </a:lnTo>
                  <a:lnTo>
                    <a:pt x="72" y="5"/>
                  </a:lnTo>
                  <a:lnTo>
                    <a:pt x="72" y="0"/>
                  </a:lnTo>
                  <a:close/>
                  <a:moveTo>
                    <a:pt x="0" y="0"/>
                  </a:moveTo>
                  <a:lnTo>
                    <a:pt x="6" y="0"/>
                  </a:lnTo>
                  <a:lnTo>
                    <a:pt x="6" y="5"/>
                  </a:lnTo>
                  <a:lnTo>
                    <a:pt x="0" y="5"/>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53" name="Freeform 59"/>
            <p:cNvSpPr/>
            <p:nvPr/>
          </p:nvSpPr>
          <p:spPr>
            <a:xfrm>
              <a:off x="3552" y="1080"/>
              <a:ext cx="1547" cy="1077"/>
            </a:xfrm>
            <a:custGeom>
              <a:avLst/>
              <a:gdLst>
                <a:gd name="txL" fmla="*/ 0 w 1547"/>
                <a:gd name="txT" fmla="*/ 0 h 1077"/>
                <a:gd name="txR" fmla="*/ 1547 w 1547"/>
                <a:gd name="txB" fmla="*/ 1077 h 1077"/>
              </a:gdLst>
              <a:ahLst/>
              <a:cxnLst>
                <a:cxn ang="0">
                  <a:pos x="12" y="0"/>
                </a:cxn>
                <a:cxn ang="0">
                  <a:pos x="16" y="1"/>
                </a:cxn>
                <a:cxn ang="0">
                  <a:pos x="39" y="20"/>
                </a:cxn>
                <a:cxn ang="0">
                  <a:pos x="56" y="46"/>
                </a:cxn>
                <a:cxn ang="0">
                  <a:pos x="66" y="77"/>
                </a:cxn>
                <a:cxn ang="0">
                  <a:pos x="70" y="113"/>
                </a:cxn>
                <a:cxn ang="0">
                  <a:pos x="71" y="979"/>
                </a:cxn>
                <a:cxn ang="0">
                  <a:pos x="79" y="1006"/>
                </a:cxn>
                <a:cxn ang="0">
                  <a:pos x="95" y="1029"/>
                </a:cxn>
                <a:cxn ang="0">
                  <a:pos x="117" y="1046"/>
                </a:cxn>
                <a:cxn ang="0">
                  <a:pos x="142" y="1055"/>
                </a:cxn>
                <a:cxn ang="0">
                  <a:pos x="1391" y="1056"/>
                </a:cxn>
                <a:cxn ang="0">
                  <a:pos x="1418" y="1052"/>
                </a:cxn>
                <a:cxn ang="0">
                  <a:pos x="1442" y="1039"/>
                </a:cxn>
                <a:cxn ang="0">
                  <a:pos x="1461" y="1018"/>
                </a:cxn>
                <a:cxn ang="0">
                  <a:pos x="1473" y="993"/>
                </a:cxn>
                <a:cxn ang="0">
                  <a:pos x="1478" y="963"/>
                </a:cxn>
                <a:cxn ang="0">
                  <a:pos x="1479" y="95"/>
                </a:cxn>
                <a:cxn ang="0">
                  <a:pos x="1486" y="61"/>
                </a:cxn>
                <a:cxn ang="0">
                  <a:pos x="1499" y="32"/>
                </a:cxn>
                <a:cxn ang="0">
                  <a:pos x="1520" y="10"/>
                </a:cxn>
                <a:cxn ang="0">
                  <a:pos x="1533" y="0"/>
                </a:cxn>
                <a:cxn ang="0">
                  <a:pos x="1537" y="0"/>
                </a:cxn>
                <a:cxn ang="0">
                  <a:pos x="1546" y="5"/>
                </a:cxn>
                <a:cxn ang="0">
                  <a:pos x="1546" y="15"/>
                </a:cxn>
                <a:cxn ang="0">
                  <a:pos x="1530" y="29"/>
                </a:cxn>
                <a:cxn ang="0">
                  <a:pos x="1511" y="55"/>
                </a:cxn>
                <a:cxn ang="0">
                  <a:pos x="1502" y="82"/>
                </a:cxn>
                <a:cxn ang="0">
                  <a:pos x="1499" y="113"/>
                </a:cxn>
                <a:cxn ang="0">
                  <a:pos x="1497" y="981"/>
                </a:cxn>
                <a:cxn ang="0">
                  <a:pos x="1487" y="1015"/>
                </a:cxn>
                <a:cxn ang="0">
                  <a:pos x="1467" y="1044"/>
                </a:cxn>
                <a:cxn ang="0">
                  <a:pos x="1441" y="1064"/>
                </a:cxn>
                <a:cxn ang="0">
                  <a:pos x="1408" y="1075"/>
                </a:cxn>
                <a:cxn ang="0">
                  <a:pos x="157" y="1077"/>
                </a:cxn>
                <a:cxn ang="0">
                  <a:pos x="122" y="1072"/>
                </a:cxn>
                <a:cxn ang="0">
                  <a:pos x="93" y="1055"/>
                </a:cxn>
                <a:cxn ang="0">
                  <a:pos x="69" y="1030"/>
                </a:cxn>
                <a:cxn ang="0">
                  <a:pos x="54" y="999"/>
                </a:cxn>
                <a:cxn ang="0">
                  <a:pos x="49" y="963"/>
                </a:cxn>
                <a:cxn ang="0">
                  <a:pos x="48" y="97"/>
                </a:cxn>
                <a:cxn ang="0">
                  <a:pos x="42" y="68"/>
                </a:cxn>
                <a:cxn ang="0">
                  <a:pos x="28" y="41"/>
                </a:cxn>
                <a:cxn ang="0">
                  <a:pos x="5" y="19"/>
                </a:cxn>
                <a:cxn ang="0">
                  <a:pos x="0" y="13"/>
                </a:cxn>
                <a:cxn ang="0">
                  <a:pos x="2" y="5"/>
                </a:cxn>
                <a:cxn ang="0">
                  <a:pos x="5" y="1"/>
                </a:cxn>
                <a:cxn ang="0">
                  <a:pos x="8" y="0"/>
                </a:cxn>
              </a:cxnLst>
              <a:rect l="txL" t="txT" r="txR" b="txB"/>
              <a:pathLst>
                <a:path w="1547" h="1077">
                  <a:moveTo>
                    <a:pt x="8" y="0"/>
                  </a:moveTo>
                  <a:lnTo>
                    <a:pt x="12" y="0"/>
                  </a:lnTo>
                  <a:lnTo>
                    <a:pt x="14" y="0"/>
                  </a:lnTo>
                  <a:lnTo>
                    <a:pt x="16" y="1"/>
                  </a:lnTo>
                  <a:lnTo>
                    <a:pt x="28" y="10"/>
                  </a:lnTo>
                  <a:lnTo>
                    <a:pt x="39" y="20"/>
                  </a:lnTo>
                  <a:lnTo>
                    <a:pt x="48" y="32"/>
                  </a:lnTo>
                  <a:lnTo>
                    <a:pt x="56" y="46"/>
                  </a:lnTo>
                  <a:lnTo>
                    <a:pt x="62" y="61"/>
                  </a:lnTo>
                  <a:lnTo>
                    <a:pt x="66" y="77"/>
                  </a:lnTo>
                  <a:lnTo>
                    <a:pt x="69" y="95"/>
                  </a:lnTo>
                  <a:lnTo>
                    <a:pt x="70" y="113"/>
                  </a:lnTo>
                  <a:lnTo>
                    <a:pt x="70" y="963"/>
                  </a:lnTo>
                  <a:lnTo>
                    <a:pt x="71" y="979"/>
                  </a:lnTo>
                  <a:lnTo>
                    <a:pt x="74" y="993"/>
                  </a:lnTo>
                  <a:lnTo>
                    <a:pt x="79" y="1006"/>
                  </a:lnTo>
                  <a:lnTo>
                    <a:pt x="87" y="1018"/>
                  </a:lnTo>
                  <a:lnTo>
                    <a:pt x="95" y="1029"/>
                  </a:lnTo>
                  <a:lnTo>
                    <a:pt x="106" y="1039"/>
                  </a:lnTo>
                  <a:lnTo>
                    <a:pt x="117" y="1046"/>
                  </a:lnTo>
                  <a:lnTo>
                    <a:pt x="129" y="1052"/>
                  </a:lnTo>
                  <a:lnTo>
                    <a:pt x="142" y="1055"/>
                  </a:lnTo>
                  <a:lnTo>
                    <a:pt x="157" y="1056"/>
                  </a:lnTo>
                  <a:lnTo>
                    <a:pt x="1391" y="1056"/>
                  </a:lnTo>
                  <a:lnTo>
                    <a:pt x="1405" y="1055"/>
                  </a:lnTo>
                  <a:lnTo>
                    <a:pt x="1418" y="1052"/>
                  </a:lnTo>
                  <a:lnTo>
                    <a:pt x="1430" y="1046"/>
                  </a:lnTo>
                  <a:lnTo>
                    <a:pt x="1442" y="1039"/>
                  </a:lnTo>
                  <a:lnTo>
                    <a:pt x="1452" y="1029"/>
                  </a:lnTo>
                  <a:lnTo>
                    <a:pt x="1461" y="1018"/>
                  </a:lnTo>
                  <a:lnTo>
                    <a:pt x="1468" y="1006"/>
                  </a:lnTo>
                  <a:lnTo>
                    <a:pt x="1473" y="993"/>
                  </a:lnTo>
                  <a:lnTo>
                    <a:pt x="1476" y="979"/>
                  </a:lnTo>
                  <a:lnTo>
                    <a:pt x="1478" y="963"/>
                  </a:lnTo>
                  <a:lnTo>
                    <a:pt x="1478" y="113"/>
                  </a:lnTo>
                  <a:lnTo>
                    <a:pt x="1479" y="95"/>
                  </a:lnTo>
                  <a:lnTo>
                    <a:pt x="1482" y="77"/>
                  </a:lnTo>
                  <a:lnTo>
                    <a:pt x="1486" y="61"/>
                  </a:lnTo>
                  <a:lnTo>
                    <a:pt x="1492" y="46"/>
                  </a:lnTo>
                  <a:lnTo>
                    <a:pt x="1499" y="32"/>
                  </a:lnTo>
                  <a:lnTo>
                    <a:pt x="1509" y="20"/>
                  </a:lnTo>
                  <a:lnTo>
                    <a:pt x="1520" y="10"/>
                  </a:lnTo>
                  <a:lnTo>
                    <a:pt x="1532" y="1"/>
                  </a:lnTo>
                  <a:lnTo>
                    <a:pt x="1533" y="0"/>
                  </a:lnTo>
                  <a:lnTo>
                    <a:pt x="1535" y="0"/>
                  </a:lnTo>
                  <a:lnTo>
                    <a:pt x="1537" y="0"/>
                  </a:lnTo>
                  <a:lnTo>
                    <a:pt x="1542" y="1"/>
                  </a:lnTo>
                  <a:lnTo>
                    <a:pt x="1546" y="5"/>
                  </a:lnTo>
                  <a:lnTo>
                    <a:pt x="1547" y="10"/>
                  </a:lnTo>
                  <a:lnTo>
                    <a:pt x="1546" y="15"/>
                  </a:lnTo>
                  <a:lnTo>
                    <a:pt x="1543" y="19"/>
                  </a:lnTo>
                  <a:lnTo>
                    <a:pt x="1530" y="29"/>
                  </a:lnTo>
                  <a:lnTo>
                    <a:pt x="1520" y="41"/>
                  </a:lnTo>
                  <a:lnTo>
                    <a:pt x="1511" y="55"/>
                  </a:lnTo>
                  <a:lnTo>
                    <a:pt x="1505" y="68"/>
                  </a:lnTo>
                  <a:lnTo>
                    <a:pt x="1502" y="82"/>
                  </a:lnTo>
                  <a:lnTo>
                    <a:pt x="1500" y="97"/>
                  </a:lnTo>
                  <a:lnTo>
                    <a:pt x="1499" y="113"/>
                  </a:lnTo>
                  <a:lnTo>
                    <a:pt x="1499" y="963"/>
                  </a:lnTo>
                  <a:lnTo>
                    <a:pt x="1497" y="981"/>
                  </a:lnTo>
                  <a:lnTo>
                    <a:pt x="1493" y="999"/>
                  </a:lnTo>
                  <a:lnTo>
                    <a:pt x="1487" y="1015"/>
                  </a:lnTo>
                  <a:lnTo>
                    <a:pt x="1478" y="1030"/>
                  </a:lnTo>
                  <a:lnTo>
                    <a:pt x="1467" y="1044"/>
                  </a:lnTo>
                  <a:lnTo>
                    <a:pt x="1455" y="1055"/>
                  </a:lnTo>
                  <a:lnTo>
                    <a:pt x="1441" y="1064"/>
                  </a:lnTo>
                  <a:lnTo>
                    <a:pt x="1425" y="1072"/>
                  </a:lnTo>
                  <a:lnTo>
                    <a:pt x="1408" y="1075"/>
                  </a:lnTo>
                  <a:lnTo>
                    <a:pt x="1391" y="1077"/>
                  </a:lnTo>
                  <a:lnTo>
                    <a:pt x="157" y="1077"/>
                  </a:lnTo>
                  <a:lnTo>
                    <a:pt x="139" y="1075"/>
                  </a:lnTo>
                  <a:lnTo>
                    <a:pt x="122" y="1072"/>
                  </a:lnTo>
                  <a:lnTo>
                    <a:pt x="107" y="1064"/>
                  </a:lnTo>
                  <a:lnTo>
                    <a:pt x="93" y="1055"/>
                  </a:lnTo>
                  <a:lnTo>
                    <a:pt x="80" y="1044"/>
                  </a:lnTo>
                  <a:lnTo>
                    <a:pt x="69" y="1030"/>
                  </a:lnTo>
                  <a:lnTo>
                    <a:pt x="61" y="1015"/>
                  </a:lnTo>
                  <a:lnTo>
                    <a:pt x="54" y="999"/>
                  </a:lnTo>
                  <a:lnTo>
                    <a:pt x="50" y="981"/>
                  </a:lnTo>
                  <a:lnTo>
                    <a:pt x="49" y="963"/>
                  </a:lnTo>
                  <a:lnTo>
                    <a:pt x="49" y="113"/>
                  </a:lnTo>
                  <a:lnTo>
                    <a:pt x="48" y="97"/>
                  </a:lnTo>
                  <a:lnTo>
                    <a:pt x="45" y="82"/>
                  </a:lnTo>
                  <a:lnTo>
                    <a:pt x="42" y="68"/>
                  </a:lnTo>
                  <a:lnTo>
                    <a:pt x="37" y="55"/>
                  </a:lnTo>
                  <a:lnTo>
                    <a:pt x="28" y="41"/>
                  </a:lnTo>
                  <a:lnTo>
                    <a:pt x="17" y="29"/>
                  </a:lnTo>
                  <a:lnTo>
                    <a:pt x="5" y="19"/>
                  </a:lnTo>
                  <a:lnTo>
                    <a:pt x="2" y="17"/>
                  </a:lnTo>
                  <a:lnTo>
                    <a:pt x="0" y="13"/>
                  </a:lnTo>
                  <a:lnTo>
                    <a:pt x="0" y="9"/>
                  </a:lnTo>
                  <a:lnTo>
                    <a:pt x="2" y="5"/>
                  </a:lnTo>
                  <a:lnTo>
                    <a:pt x="3" y="3"/>
                  </a:lnTo>
                  <a:lnTo>
                    <a:pt x="5" y="1"/>
                  </a:lnTo>
                  <a:lnTo>
                    <a:pt x="6" y="0"/>
                  </a:lnTo>
                  <a:lnTo>
                    <a:pt x="8" y="0"/>
                  </a:lnTo>
                  <a:close/>
                </a:path>
              </a:pathLst>
            </a:custGeom>
            <a:solidFill>
              <a:srgbClr val="34494B">
                <a:alpha val="100000"/>
              </a:srgbClr>
            </a:solidFill>
            <a:ln w="0" cap="flat" cmpd="sng">
              <a:solidFill>
                <a:srgbClr val="34494B">
                  <a:alpha val="100000"/>
                </a:srgbClr>
              </a:solidFill>
              <a:prstDash val="solid"/>
              <a:round/>
              <a:headEnd type="none" w="med" len="med"/>
              <a:tailEnd type="none" w="med" len="med"/>
            </a:ln>
          </p:spPr>
          <p:txBody>
            <a:bodyPr/>
            <a:p>
              <a:endParaRPr lang="zh-CN" altLang="en-US"/>
            </a:p>
          </p:txBody>
        </p:sp>
        <p:sp>
          <p:nvSpPr>
            <p:cNvPr id="4154" name="Freeform 60"/>
            <p:cNvSpPr>
              <a:spLocks noEditPoints="1"/>
            </p:cNvSpPr>
            <p:nvPr/>
          </p:nvSpPr>
          <p:spPr>
            <a:xfrm>
              <a:off x="4252" y="1749"/>
              <a:ext cx="106" cy="107"/>
            </a:xfrm>
            <a:custGeom>
              <a:avLst/>
              <a:gdLst>
                <a:gd name="txL" fmla="*/ 0 w 106"/>
                <a:gd name="txT" fmla="*/ 0 h 107"/>
                <a:gd name="txR" fmla="*/ 106 w 106"/>
                <a:gd name="txB" fmla="*/ 107 h 107"/>
              </a:gdLst>
              <a:ahLst/>
              <a:cxnLst>
                <a:cxn ang="0">
                  <a:pos x="53" y="11"/>
                </a:cxn>
                <a:cxn ang="0">
                  <a:pos x="41" y="13"/>
                </a:cxn>
                <a:cxn ang="0">
                  <a:pos x="32" y="17"/>
                </a:cxn>
                <a:cxn ang="0">
                  <a:pos x="23" y="23"/>
                </a:cxn>
                <a:cxn ang="0">
                  <a:pos x="18" y="30"/>
                </a:cxn>
                <a:cxn ang="0">
                  <a:pos x="14" y="37"/>
                </a:cxn>
                <a:cxn ang="0">
                  <a:pos x="11" y="45"/>
                </a:cxn>
                <a:cxn ang="0">
                  <a:pos x="10" y="53"/>
                </a:cxn>
                <a:cxn ang="0">
                  <a:pos x="11" y="62"/>
                </a:cxn>
                <a:cxn ang="0">
                  <a:pos x="14" y="70"/>
                </a:cxn>
                <a:cxn ang="0">
                  <a:pos x="18" y="77"/>
                </a:cxn>
                <a:cxn ang="0">
                  <a:pos x="23" y="84"/>
                </a:cxn>
                <a:cxn ang="0">
                  <a:pos x="32" y="90"/>
                </a:cxn>
                <a:cxn ang="0">
                  <a:pos x="41" y="94"/>
                </a:cxn>
                <a:cxn ang="0">
                  <a:pos x="53" y="96"/>
                </a:cxn>
                <a:cxn ang="0">
                  <a:pos x="61" y="95"/>
                </a:cxn>
                <a:cxn ang="0">
                  <a:pos x="69" y="93"/>
                </a:cxn>
                <a:cxn ang="0">
                  <a:pos x="77" y="89"/>
                </a:cxn>
                <a:cxn ang="0">
                  <a:pos x="83" y="84"/>
                </a:cxn>
                <a:cxn ang="0">
                  <a:pos x="90" y="75"/>
                </a:cxn>
                <a:cxn ang="0">
                  <a:pos x="94" y="65"/>
                </a:cxn>
                <a:cxn ang="0">
                  <a:pos x="95" y="53"/>
                </a:cxn>
                <a:cxn ang="0">
                  <a:pos x="94" y="42"/>
                </a:cxn>
                <a:cxn ang="0">
                  <a:pos x="90" y="32"/>
                </a:cxn>
                <a:cxn ang="0">
                  <a:pos x="83" y="23"/>
                </a:cxn>
                <a:cxn ang="0">
                  <a:pos x="77" y="18"/>
                </a:cxn>
                <a:cxn ang="0">
                  <a:pos x="69" y="14"/>
                </a:cxn>
                <a:cxn ang="0">
                  <a:pos x="61" y="12"/>
                </a:cxn>
                <a:cxn ang="0">
                  <a:pos x="53" y="11"/>
                </a:cxn>
                <a:cxn ang="0">
                  <a:pos x="53" y="0"/>
                </a:cxn>
                <a:cxn ang="0">
                  <a:pos x="65" y="1"/>
                </a:cxn>
                <a:cxn ang="0">
                  <a:pos x="76" y="6"/>
                </a:cxn>
                <a:cxn ang="0">
                  <a:pos x="86" y="12"/>
                </a:cxn>
                <a:cxn ang="0">
                  <a:pos x="94" y="20"/>
                </a:cxn>
                <a:cxn ang="0">
                  <a:pos x="100" y="30"/>
                </a:cxn>
                <a:cxn ang="0">
                  <a:pos x="105" y="41"/>
                </a:cxn>
                <a:cxn ang="0">
                  <a:pos x="106" y="53"/>
                </a:cxn>
                <a:cxn ang="0">
                  <a:pos x="105" y="66"/>
                </a:cxn>
                <a:cxn ang="0">
                  <a:pos x="100" y="77"/>
                </a:cxn>
                <a:cxn ang="0">
                  <a:pos x="94" y="87"/>
                </a:cxn>
                <a:cxn ang="0">
                  <a:pos x="86" y="95"/>
                </a:cxn>
                <a:cxn ang="0">
                  <a:pos x="76" y="101"/>
                </a:cxn>
                <a:cxn ang="0">
                  <a:pos x="65" y="106"/>
                </a:cxn>
                <a:cxn ang="0">
                  <a:pos x="53" y="107"/>
                </a:cxn>
                <a:cxn ang="0">
                  <a:pos x="41" y="106"/>
                </a:cxn>
                <a:cxn ang="0">
                  <a:pos x="29" y="101"/>
                </a:cxn>
                <a:cxn ang="0">
                  <a:pos x="20" y="95"/>
                </a:cxn>
                <a:cxn ang="0">
                  <a:pos x="12" y="87"/>
                </a:cxn>
                <a:cxn ang="0">
                  <a:pos x="6" y="77"/>
                </a:cxn>
                <a:cxn ang="0">
                  <a:pos x="1" y="66"/>
                </a:cxn>
                <a:cxn ang="0">
                  <a:pos x="0" y="53"/>
                </a:cxn>
                <a:cxn ang="0">
                  <a:pos x="1" y="41"/>
                </a:cxn>
                <a:cxn ang="0">
                  <a:pos x="6" y="30"/>
                </a:cxn>
                <a:cxn ang="0">
                  <a:pos x="12" y="20"/>
                </a:cxn>
                <a:cxn ang="0">
                  <a:pos x="20" y="12"/>
                </a:cxn>
                <a:cxn ang="0">
                  <a:pos x="29" y="6"/>
                </a:cxn>
                <a:cxn ang="0">
                  <a:pos x="41" y="1"/>
                </a:cxn>
                <a:cxn ang="0">
                  <a:pos x="53" y="0"/>
                </a:cxn>
              </a:cxnLst>
              <a:rect l="txL" t="txT" r="txR" b="txB"/>
              <a:pathLst>
                <a:path w="106" h="107">
                  <a:moveTo>
                    <a:pt x="53" y="11"/>
                  </a:moveTo>
                  <a:lnTo>
                    <a:pt x="41" y="13"/>
                  </a:lnTo>
                  <a:lnTo>
                    <a:pt x="32" y="17"/>
                  </a:lnTo>
                  <a:lnTo>
                    <a:pt x="23" y="23"/>
                  </a:lnTo>
                  <a:lnTo>
                    <a:pt x="18" y="30"/>
                  </a:lnTo>
                  <a:lnTo>
                    <a:pt x="14" y="37"/>
                  </a:lnTo>
                  <a:lnTo>
                    <a:pt x="11" y="45"/>
                  </a:lnTo>
                  <a:lnTo>
                    <a:pt x="10" y="53"/>
                  </a:lnTo>
                  <a:lnTo>
                    <a:pt x="11" y="62"/>
                  </a:lnTo>
                  <a:lnTo>
                    <a:pt x="14" y="70"/>
                  </a:lnTo>
                  <a:lnTo>
                    <a:pt x="18" y="77"/>
                  </a:lnTo>
                  <a:lnTo>
                    <a:pt x="23" y="84"/>
                  </a:lnTo>
                  <a:lnTo>
                    <a:pt x="32" y="90"/>
                  </a:lnTo>
                  <a:lnTo>
                    <a:pt x="41" y="94"/>
                  </a:lnTo>
                  <a:lnTo>
                    <a:pt x="53" y="96"/>
                  </a:lnTo>
                  <a:lnTo>
                    <a:pt x="61" y="95"/>
                  </a:lnTo>
                  <a:lnTo>
                    <a:pt x="69" y="93"/>
                  </a:lnTo>
                  <a:lnTo>
                    <a:pt x="77" y="89"/>
                  </a:lnTo>
                  <a:lnTo>
                    <a:pt x="83" y="84"/>
                  </a:lnTo>
                  <a:lnTo>
                    <a:pt x="90" y="75"/>
                  </a:lnTo>
                  <a:lnTo>
                    <a:pt x="94" y="65"/>
                  </a:lnTo>
                  <a:lnTo>
                    <a:pt x="95" y="53"/>
                  </a:lnTo>
                  <a:lnTo>
                    <a:pt x="94" y="42"/>
                  </a:lnTo>
                  <a:lnTo>
                    <a:pt x="90" y="32"/>
                  </a:lnTo>
                  <a:lnTo>
                    <a:pt x="83" y="23"/>
                  </a:lnTo>
                  <a:lnTo>
                    <a:pt x="77" y="18"/>
                  </a:lnTo>
                  <a:lnTo>
                    <a:pt x="69" y="14"/>
                  </a:lnTo>
                  <a:lnTo>
                    <a:pt x="61" y="12"/>
                  </a:lnTo>
                  <a:lnTo>
                    <a:pt x="53" y="11"/>
                  </a:lnTo>
                  <a:close/>
                  <a:moveTo>
                    <a:pt x="53" y="0"/>
                  </a:moveTo>
                  <a:lnTo>
                    <a:pt x="65" y="1"/>
                  </a:lnTo>
                  <a:lnTo>
                    <a:pt x="76" y="6"/>
                  </a:lnTo>
                  <a:lnTo>
                    <a:pt x="86" y="12"/>
                  </a:lnTo>
                  <a:lnTo>
                    <a:pt x="94" y="20"/>
                  </a:lnTo>
                  <a:lnTo>
                    <a:pt x="100" y="30"/>
                  </a:lnTo>
                  <a:lnTo>
                    <a:pt x="105" y="41"/>
                  </a:lnTo>
                  <a:lnTo>
                    <a:pt x="106" y="53"/>
                  </a:lnTo>
                  <a:lnTo>
                    <a:pt x="105" y="66"/>
                  </a:lnTo>
                  <a:lnTo>
                    <a:pt x="100" y="77"/>
                  </a:lnTo>
                  <a:lnTo>
                    <a:pt x="94" y="87"/>
                  </a:lnTo>
                  <a:lnTo>
                    <a:pt x="86" y="95"/>
                  </a:lnTo>
                  <a:lnTo>
                    <a:pt x="76" y="101"/>
                  </a:lnTo>
                  <a:lnTo>
                    <a:pt x="65" y="106"/>
                  </a:lnTo>
                  <a:lnTo>
                    <a:pt x="53" y="107"/>
                  </a:lnTo>
                  <a:lnTo>
                    <a:pt x="41" y="106"/>
                  </a:lnTo>
                  <a:lnTo>
                    <a:pt x="29" y="101"/>
                  </a:lnTo>
                  <a:lnTo>
                    <a:pt x="20" y="95"/>
                  </a:lnTo>
                  <a:lnTo>
                    <a:pt x="12" y="87"/>
                  </a:lnTo>
                  <a:lnTo>
                    <a:pt x="6" y="77"/>
                  </a:lnTo>
                  <a:lnTo>
                    <a:pt x="1" y="66"/>
                  </a:lnTo>
                  <a:lnTo>
                    <a:pt x="0" y="53"/>
                  </a:lnTo>
                  <a:lnTo>
                    <a:pt x="1" y="41"/>
                  </a:lnTo>
                  <a:lnTo>
                    <a:pt x="6" y="30"/>
                  </a:lnTo>
                  <a:lnTo>
                    <a:pt x="12" y="20"/>
                  </a:lnTo>
                  <a:lnTo>
                    <a:pt x="20" y="12"/>
                  </a:lnTo>
                  <a:lnTo>
                    <a:pt x="29" y="6"/>
                  </a:lnTo>
                  <a:lnTo>
                    <a:pt x="41" y="1"/>
                  </a:lnTo>
                  <a:lnTo>
                    <a:pt x="53"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55" name="Freeform 61"/>
            <p:cNvSpPr>
              <a:spLocks noEditPoints="1"/>
            </p:cNvSpPr>
            <p:nvPr/>
          </p:nvSpPr>
          <p:spPr>
            <a:xfrm>
              <a:off x="4336" y="1448"/>
              <a:ext cx="107" cy="106"/>
            </a:xfrm>
            <a:custGeom>
              <a:avLst/>
              <a:gdLst>
                <a:gd name="txL" fmla="*/ 0 w 107"/>
                <a:gd name="txT" fmla="*/ 0 h 106"/>
                <a:gd name="txR" fmla="*/ 107 w 107"/>
                <a:gd name="txB" fmla="*/ 106 h 106"/>
              </a:gdLst>
              <a:ahLst/>
              <a:cxnLst>
                <a:cxn ang="0">
                  <a:pos x="54" y="11"/>
                </a:cxn>
                <a:cxn ang="0">
                  <a:pos x="45" y="12"/>
                </a:cxn>
                <a:cxn ang="0">
                  <a:pos x="37" y="15"/>
                </a:cxn>
                <a:cxn ang="0">
                  <a:pos x="30" y="19"/>
                </a:cxn>
                <a:cxn ang="0">
                  <a:pos x="24" y="24"/>
                </a:cxn>
                <a:cxn ang="0">
                  <a:pos x="19" y="30"/>
                </a:cxn>
                <a:cxn ang="0">
                  <a:pos x="15" y="37"/>
                </a:cxn>
                <a:cxn ang="0">
                  <a:pos x="12" y="45"/>
                </a:cxn>
                <a:cxn ang="0">
                  <a:pos x="11" y="54"/>
                </a:cxn>
                <a:cxn ang="0">
                  <a:pos x="13" y="65"/>
                </a:cxn>
                <a:cxn ang="0">
                  <a:pos x="17" y="75"/>
                </a:cxn>
                <a:cxn ang="0">
                  <a:pos x="24" y="84"/>
                </a:cxn>
                <a:cxn ang="0">
                  <a:pos x="32" y="90"/>
                </a:cxn>
                <a:cxn ang="0">
                  <a:pos x="43" y="94"/>
                </a:cxn>
                <a:cxn ang="0">
                  <a:pos x="54" y="96"/>
                </a:cxn>
                <a:cxn ang="0">
                  <a:pos x="65" y="94"/>
                </a:cxn>
                <a:cxn ang="0">
                  <a:pos x="75" y="90"/>
                </a:cxn>
                <a:cxn ang="0">
                  <a:pos x="84" y="84"/>
                </a:cxn>
                <a:cxn ang="0">
                  <a:pos x="90" y="75"/>
                </a:cxn>
                <a:cxn ang="0">
                  <a:pos x="94" y="65"/>
                </a:cxn>
                <a:cxn ang="0">
                  <a:pos x="96" y="54"/>
                </a:cxn>
                <a:cxn ang="0">
                  <a:pos x="94" y="42"/>
                </a:cxn>
                <a:cxn ang="0">
                  <a:pos x="90" y="32"/>
                </a:cxn>
                <a:cxn ang="0">
                  <a:pos x="84" y="24"/>
                </a:cxn>
                <a:cxn ang="0">
                  <a:pos x="75" y="17"/>
                </a:cxn>
                <a:cxn ang="0">
                  <a:pos x="65" y="13"/>
                </a:cxn>
                <a:cxn ang="0">
                  <a:pos x="54" y="11"/>
                </a:cxn>
                <a:cxn ang="0">
                  <a:pos x="54" y="0"/>
                </a:cxn>
                <a:cxn ang="0">
                  <a:pos x="66" y="2"/>
                </a:cxn>
                <a:cxn ang="0">
                  <a:pos x="77" y="6"/>
                </a:cxn>
                <a:cxn ang="0">
                  <a:pos x="87" y="12"/>
                </a:cxn>
                <a:cxn ang="0">
                  <a:pos x="95" y="20"/>
                </a:cxn>
                <a:cxn ang="0">
                  <a:pos x="101" y="30"/>
                </a:cxn>
                <a:cxn ang="0">
                  <a:pos x="106" y="41"/>
                </a:cxn>
                <a:cxn ang="0">
                  <a:pos x="107" y="54"/>
                </a:cxn>
                <a:cxn ang="0">
                  <a:pos x="106" y="66"/>
                </a:cxn>
                <a:cxn ang="0">
                  <a:pos x="101" y="77"/>
                </a:cxn>
                <a:cxn ang="0">
                  <a:pos x="95" y="86"/>
                </a:cxn>
                <a:cxn ang="0">
                  <a:pos x="87" y="94"/>
                </a:cxn>
                <a:cxn ang="0">
                  <a:pos x="77" y="101"/>
                </a:cxn>
                <a:cxn ang="0">
                  <a:pos x="66" y="105"/>
                </a:cxn>
                <a:cxn ang="0">
                  <a:pos x="54" y="106"/>
                </a:cxn>
                <a:cxn ang="0">
                  <a:pos x="41" y="105"/>
                </a:cxn>
                <a:cxn ang="0">
                  <a:pos x="31" y="101"/>
                </a:cxn>
                <a:cxn ang="0">
                  <a:pos x="20" y="94"/>
                </a:cxn>
                <a:cxn ang="0">
                  <a:pos x="12" y="86"/>
                </a:cxn>
                <a:cxn ang="0">
                  <a:pos x="6" y="77"/>
                </a:cxn>
                <a:cxn ang="0">
                  <a:pos x="2" y="66"/>
                </a:cxn>
                <a:cxn ang="0">
                  <a:pos x="0" y="54"/>
                </a:cxn>
                <a:cxn ang="0">
                  <a:pos x="2" y="41"/>
                </a:cxn>
                <a:cxn ang="0">
                  <a:pos x="6" y="30"/>
                </a:cxn>
                <a:cxn ang="0">
                  <a:pos x="12" y="20"/>
                </a:cxn>
                <a:cxn ang="0">
                  <a:pos x="20" y="12"/>
                </a:cxn>
                <a:cxn ang="0">
                  <a:pos x="31" y="6"/>
                </a:cxn>
                <a:cxn ang="0">
                  <a:pos x="41" y="2"/>
                </a:cxn>
                <a:cxn ang="0">
                  <a:pos x="54" y="0"/>
                </a:cxn>
              </a:cxnLst>
              <a:rect l="txL" t="txT" r="txR" b="txB"/>
              <a:pathLst>
                <a:path w="107" h="106">
                  <a:moveTo>
                    <a:pt x="54" y="11"/>
                  </a:moveTo>
                  <a:lnTo>
                    <a:pt x="45" y="12"/>
                  </a:lnTo>
                  <a:lnTo>
                    <a:pt x="37" y="15"/>
                  </a:lnTo>
                  <a:lnTo>
                    <a:pt x="30" y="19"/>
                  </a:lnTo>
                  <a:lnTo>
                    <a:pt x="24" y="24"/>
                  </a:lnTo>
                  <a:lnTo>
                    <a:pt x="19" y="30"/>
                  </a:lnTo>
                  <a:lnTo>
                    <a:pt x="15" y="37"/>
                  </a:lnTo>
                  <a:lnTo>
                    <a:pt x="12" y="45"/>
                  </a:lnTo>
                  <a:lnTo>
                    <a:pt x="11" y="54"/>
                  </a:lnTo>
                  <a:lnTo>
                    <a:pt x="13" y="65"/>
                  </a:lnTo>
                  <a:lnTo>
                    <a:pt x="17" y="75"/>
                  </a:lnTo>
                  <a:lnTo>
                    <a:pt x="24" y="84"/>
                  </a:lnTo>
                  <a:lnTo>
                    <a:pt x="32" y="90"/>
                  </a:lnTo>
                  <a:lnTo>
                    <a:pt x="43" y="94"/>
                  </a:lnTo>
                  <a:lnTo>
                    <a:pt x="54" y="96"/>
                  </a:lnTo>
                  <a:lnTo>
                    <a:pt x="65" y="94"/>
                  </a:lnTo>
                  <a:lnTo>
                    <a:pt x="75" y="90"/>
                  </a:lnTo>
                  <a:lnTo>
                    <a:pt x="84" y="84"/>
                  </a:lnTo>
                  <a:lnTo>
                    <a:pt x="90" y="75"/>
                  </a:lnTo>
                  <a:lnTo>
                    <a:pt x="94" y="65"/>
                  </a:lnTo>
                  <a:lnTo>
                    <a:pt x="96" y="54"/>
                  </a:lnTo>
                  <a:lnTo>
                    <a:pt x="94" y="42"/>
                  </a:lnTo>
                  <a:lnTo>
                    <a:pt x="90" y="32"/>
                  </a:lnTo>
                  <a:lnTo>
                    <a:pt x="84" y="24"/>
                  </a:lnTo>
                  <a:lnTo>
                    <a:pt x="75" y="17"/>
                  </a:lnTo>
                  <a:lnTo>
                    <a:pt x="65" y="13"/>
                  </a:lnTo>
                  <a:lnTo>
                    <a:pt x="54" y="11"/>
                  </a:lnTo>
                  <a:close/>
                  <a:moveTo>
                    <a:pt x="54" y="0"/>
                  </a:moveTo>
                  <a:lnTo>
                    <a:pt x="66" y="2"/>
                  </a:lnTo>
                  <a:lnTo>
                    <a:pt x="77" y="6"/>
                  </a:lnTo>
                  <a:lnTo>
                    <a:pt x="87" y="12"/>
                  </a:lnTo>
                  <a:lnTo>
                    <a:pt x="95" y="20"/>
                  </a:lnTo>
                  <a:lnTo>
                    <a:pt x="101" y="30"/>
                  </a:lnTo>
                  <a:lnTo>
                    <a:pt x="106" y="41"/>
                  </a:lnTo>
                  <a:lnTo>
                    <a:pt x="107" y="54"/>
                  </a:lnTo>
                  <a:lnTo>
                    <a:pt x="106" y="66"/>
                  </a:lnTo>
                  <a:lnTo>
                    <a:pt x="101" y="77"/>
                  </a:lnTo>
                  <a:lnTo>
                    <a:pt x="95" y="86"/>
                  </a:lnTo>
                  <a:lnTo>
                    <a:pt x="87" y="94"/>
                  </a:lnTo>
                  <a:lnTo>
                    <a:pt x="77" y="101"/>
                  </a:lnTo>
                  <a:lnTo>
                    <a:pt x="66" y="105"/>
                  </a:lnTo>
                  <a:lnTo>
                    <a:pt x="54" y="106"/>
                  </a:lnTo>
                  <a:lnTo>
                    <a:pt x="41" y="105"/>
                  </a:lnTo>
                  <a:lnTo>
                    <a:pt x="31" y="101"/>
                  </a:lnTo>
                  <a:lnTo>
                    <a:pt x="20" y="94"/>
                  </a:lnTo>
                  <a:lnTo>
                    <a:pt x="12" y="86"/>
                  </a:lnTo>
                  <a:lnTo>
                    <a:pt x="6" y="77"/>
                  </a:lnTo>
                  <a:lnTo>
                    <a:pt x="2" y="66"/>
                  </a:lnTo>
                  <a:lnTo>
                    <a:pt x="0" y="54"/>
                  </a:lnTo>
                  <a:lnTo>
                    <a:pt x="2" y="41"/>
                  </a:lnTo>
                  <a:lnTo>
                    <a:pt x="6" y="30"/>
                  </a:lnTo>
                  <a:lnTo>
                    <a:pt x="12" y="20"/>
                  </a:lnTo>
                  <a:lnTo>
                    <a:pt x="20" y="12"/>
                  </a:lnTo>
                  <a:lnTo>
                    <a:pt x="31" y="6"/>
                  </a:lnTo>
                  <a:lnTo>
                    <a:pt x="41" y="2"/>
                  </a:lnTo>
                  <a:lnTo>
                    <a:pt x="5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56" name="Freeform 62"/>
            <p:cNvSpPr/>
            <p:nvPr/>
          </p:nvSpPr>
          <p:spPr>
            <a:xfrm>
              <a:off x="3982" y="1799"/>
              <a:ext cx="230" cy="7"/>
            </a:xfrm>
            <a:custGeom>
              <a:avLst/>
              <a:gdLst>
                <a:gd name="txL" fmla="*/ 0 w 230"/>
                <a:gd name="txT" fmla="*/ 0 h 7"/>
                <a:gd name="txR" fmla="*/ 230 w 230"/>
                <a:gd name="txB" fmla="*/ 7 h 7"/>
              </a:gdLst>
              <a:ahLst/>
              <a:cxnLst>
                <a:cxn ang="0">
                  <a:pos x="4" y="0"/>
                </a:cxn>
                <a:cxn ang="0">
                  <a:pos x="226" y="0"/>
                </a:cxn>
                <a:cxn ang="0">
                  <a:pos x="228" y="0"/>
                </a:cxn>
                <a:cxn ang="0">
                  <a:pos x="229" y="1"/>
                </a:cxn>
                <a:cxn ang="0">
                  <a:pos x="230" y="2"/>
                </a:cxn>
                <a:cxn ang="0">
                  <a:pos x="230" y="3"/>
                </a:cxn>
                <a:cxn ang="0">
                  <a:pos x="230" y="5"/>
                </a:cxn>
                <a:cxn ang="0">
                  <a:pos x="229" y="6"/>
                </a:cxn>
                <a:cxn ang="0">
                  <a:pos x="228" y="7"/>
                </a:cxn>
                <a:cxn ang="0">
                  <a:pos x="226" y="7"/>
                </a:cxn>
                <a:cxn ang="0">
                  <a:pos x="4" y="7"/>
                </a:cxn>
                <a:cxn ang="0">
                  <a:pos x="3" y="7"/>
                </a:cxn>
                <a:cxn ang="0">
                  <a:pos x="1" y="6"/>
                </a:cxn>
                <a:cxn ang="0">
                  <a:pos x="1" y="5"/>
                </a:cxn>
                <a:cxn ang="0">
                  <a:pos x="0" y="3"/>
                </a:cxn>
                <a:cxn ang="0">
                  <a:pos x="1" y="2"/>
                </a:cxn>
                <a:cxn ang="0">
                  <a:pos x="1" y="1"/>
                </a:cxn>
                <a:cxn ang="0">
                  <a:pos x="3" y="0"/>
                </a:cxn>
                <a:cxn ang="0">
                  <a:pos x="4" y="0"/>
                </a:cxn>
              </a:cxnLst>
              <a:rect l="txL" t="txT" r="txR" b="txB"/>
              <a:pathLst>
                <a:path w="230" h="7">
                  <a:moveTo>
                    <a:pt x="4" y="0"/>
                  </a:moveTo>
                  <a:lnTo>
                    <a:pt x="226" y="0"/>
                  </a:lnTo>
                  <a:lnTo>
                    <a:pt x="228" y="0"/>
                  </a:lnTo>
                  <a:lnTo>
                    <a:pt x="229" y="1"/>
                  </a:lnTo>
                  <a:lnTo>
                    <a:pt x="230" y="2"/>
                  </a:lnTo>
                  <a:lnTo>
                    <a:pt x="230" y="3"/>
                  </a:lnTo>
                  <a:lnTo>
                    <a:pt x="230" y="5"/>
                  </a:lnTo>
                  <a:lnTo>
                    <a:pt x="229" y="6"/>
                  </a:lnTo>
                  <a:lnTo>
                    <a:pt x="228" y="7"/>
                  </a:lnTo>
                  <a:lnTo>
                    <a:pt x="226" y="7"/>
                  </a:lnTo>
                  <a:lnTo>
                    <a:pt x="4" y="7"/>
                  </a:lnTo>
                  <a:lnTo>
                    <a:pt x="3" y="7"/>
                  </a:lnTo>
                  <a:lnTo>
                    <a:pt x="1" y="6"/>
                  </a:lnTo>
                  <a:lnTo>
                    <a:pt x="1" y="5"/>
                  </a:lnTo>
                  <a:lnTo>
                    <a:pt x="0" y="3"/>
                  </a:lnTo>
                  <a:lnTo>
                    <a:pt x="1" y="2"/>
                  </a:lnTo>
                  <a:lnTo>
                    <a:pt x="1" y="1"/>
                  </a:lnTo>
                  <a:lnTo>
                    <a:pt x="3" y="0"/>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57" name="Freeform 63"/>
            <p:cNvSpPr/>
            <p:nvPr/>
          </p:nvSpPr>
          <p:spPr>
            <a:xfrm>
              <a:off x="3958" y="1787"/>
              <a:ext cx="40" cy="31"/>
            </a:xfrm>
            <a:custGeom>
              <a:avLst/>
              <a:gdLst>
                <a:gd name="txL" fmla="*/ 0 w 40"/>
                <a:gd name="txT" fmla="*/ 0 h 31"/>
                <a:gd name="txR" fmla="*/ 40 w 40"/>
                <a:gd name="txB" fmla="*/ 31 h 31"/>
              </a:gdLst>
              <a:ahLst/>
              <a:cxnLst>
                <a:cxn ang="0">
                  <a:pos x="40" y="0"/>
                </a:cxn>
                <a:cxn ang="0">
                  <a:pos x="30" y="15"/>
                </a:cxn>
                <a:cxn ang="0">
                  <a:pos x="40" y="31"/>
                </a:cxn>
                <a:cxn ang="0">
                  <a:pos x="0" y="15"/>
                </a:cxn>
                <a:cxn ang="0">
                  <a:pos x="40" y="0"/>
                </a:cxn>
              </a:cxnLst>
              <a:rect l="txL" t="txT" r="txR" b="txB"/>
              <a:pathLst>
                <a:path w="40" h="31">
                  <a:moveTo>
                    <a:pt x="40" y="0"/>
                  </a:moveTo>
                  <a:lnTo>
                    <a:pt x="30" y="15"/>
                  </a:lnTo>
                  <a:lnTo>
                    <a:pt x="40" y="31"/>
                  </a:lnTo>
                  <a:lnTo>
                    <a:pt x="0" y="15"/>
                  </a:lnTo>
                  <a:lnTo>
                    <a:pt x="4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58" name="Freeform 64"/>
            <p:cNvSpPr/>
            <p:nvPr/>
          </p:nvSpPr>
          <p:spPr>
            <a:xfrm>
              <a:off x="4475" y="1497"/>
              <a:ext cx="224" cy="7"/>
            </a:xfrm>
            <a:custGeom>
              <a:avLst/>
              <a:gdLst>
                <a:gd name="txL" fmla="*/ 0 w 224"/>
                <a:gd name="txT" fmla="*/ 0 h 7"/>
                <a:gd name="txR" fmla="*/ 224 w 224"/>
                <a:gd name="txB" fmla="*/ 7 h 7"/>
              </a:gdLst>
              <a:ahLst/>
              <a:cxnLst>
                <a:cxn ang="0">
                  <a:pos x="4" y="0"/>
                </a:cxn>
                <a:cxn ang="0">
                  <a:pos x="220" y="0"/>
                </a:cxn>
                <a:cxn ang="0">
                  <a:pos x="222" y="0"/>
                </a:cxn>
                <a:cxn ang="0">
                  <a:pos x="223" y="1"/>
                </a:cxn>
                <a:cxn ang="0">
                  <a:pos x="224" y="2"/>
                </a:cxn>
                <a:cxn ang="0">
                  <a:pos x="224" y="4"/>
                </a:cxn>
                <a:cxn ang="0">
                  <a:pos x="224" y="5"/>
                </a:cxn>
                <a:cxn ang="0">
                  <a:pos x="223" y="6"/>
                </a:cxn>
                <a:cxn ang="0">
                  <a:pos x="222" y="7"/>
                </a:cxn>
                <a:cxn ang="0">
                  <a:pos x="220" y="7"/>
                </a:cxn>
                <a:cxn ang="0">
                  <a:pos x="4" y="7"/>
                </a:cxn>
                <a:cxn ang="0">
                  <a:pos x="2" y="7"/>
                </a:cxn>
                <a:cxn ang="0">
                  <a:pos x="1" y="6"/>
                </a:cxn>
                <a:cxn ang="0">
                  <a:pos x="1" y="5"/>
                </a:cxn>
                <a:cxn ang="0">
                  <a:pos x="0" y="4"/>
                </a:cxn>
                <a:cxn ang="0">
                  <a:pos x="1" y="2"/>
                </a:cxn>
                <a:cxn ang="0">
                  <a:pos x="1" y="1"/>
                </a:cxn>
                <a:cxn ang="0">
                  <a:pos x="2" y="0"/>
                </a:cxn>
                <a:cxn ang="0">
                  <a:pos x="4" y="0"/>
                </a:cxn>
              </a:cxnLst>
              <a:rect l="txL" t="txT" r="txR" b="txB"/>
              <a:pathLst>
                <a:path w="224" h="7">
                  <a:moveTo>
                    <a:pt x="4" y="0"/>
                  </a:moveTo>
                  <a:lnTo>
                    <a:pt x="220" y="0"/>
                  </a:lnTo>
                  <a:lnTo>
                    <a:pt x="222" y="0"/>
                  </a:lnTo>
                  <a:lnTo>
                    <a:pt x="223" y="1"/>
                  </a:lnTo>
                  <a:lnTo>
                    <a:pt x="224" y="2"/>
                  </a:lnTo>
                  <a:lnTo>
                    <a:pt x="224" y="4"/>
                  </a:lnTo>
                  <a:lnTo>
                    <a:pt x="224" y="5"/>
                  </a:lnTo>
                  <a:lnTo>
                    <a:pt x="223" y="6"/>
                  </a:lnTo>
                  <a:lnTo>
                    <a:pt x="222" y="7"/>
                  </a:lnTo>
                  <a:lnTo>
                    <a:pt x="220" y="7"/>
                  </a:lnTo>
                  <a:lnTo>
                    <a:pt x="4" y="7"/>
                  </a:lnTo>
                  <a:lnTo>
                    <a:pt x="2" y="7"/>
                  </a:lnTo>
                  <a:lnTo>
                    <a:pt x="1" y="6"/>
                  </a:lnTo>
                  <a:lnTo>
                    <a:pt x="1" y="5"/>
                  </a:lnTo>
                  <a:lnTo>
                    <a:pt x="0" y="4"/>
                  </a:lnTo>
                  <a:lnTo>
                    <a:pt x="1" y="2"/>
                  </a:lnTo>
                  <a:lnTo>
                    <a:pt x="1" y="1"/>
                  </a:lnTo>
                  <a:lnTo>
                    <a:pt x="2" y="0"/>
                  </a:lnTo>
                  <a:lnTo>
                    <a:pt x="4"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59" name="Freeform 65"/>
            <p:cNvSpPr/>
            <p:nvPr/>
          </p:nvSpPr>
          <p:spPr>
            <a:xfrm>
              <a:off x="4684" y="1485"/>
              <a:ext cx="39" cy="32"/>
            </a:xfrm>
            <a:custGeom>
              <a:avLst/>
              <a:gdLst>
                <a:gd name="txL" fmla="*/ 0 w 39"/>
                <a:gd name="txT" fmla="*/ 0 h 32"/>
                <a:gd name="txR" fmla="*/ 39 w 39"/>
                <a:gd name="txB" fmla="*/ 32 h 32"/>
              </a:gdLst>
              <a:ahLst/>
              <a:cxnLst>
                <a:cxn ang="0">
                  <a:pos x="0" y="0"/>
                </a:cxn>
                <a:cxn ang="0">
                  <a:pos x="39" y="16"/>
                </a:cxn>
                <a:cxn ang="0">
                  <a:pos x="0" y="32"/>
                </a:cxn>
                <a:cxn ang="0">
                  <a:pos x="9" y="16"/>
                </a:cxn>
                <a:cxn ang="0">
                  <a:pos x="0" y="0"/>
                </a:cxn>
              </a:cxnLst>
              <a:rect l="txL" t="txT" r="txR" b="txB"/>
              <a:pathLst>
                <a:path w="39" h="32">
                  <a:moveTo>
                    <a:pt x="0" y="0"/>
                  </a:moveTo>
                  <a:lnTo>
                    <a:pt x="39" y="16"/>
                  </a:lnTo>
                  <a:lnTo>
                    <a:pt x="0" y="32"/>
                  </a:lnTo>
                  <a:lnTo>
                    <a:pt x="9" y="16"/>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60" name="Rectangle 66"/>
            <p:cNvSpPr/>
            <p:nvPr/>
          </p:nvSpPr>
          <p:spPr>
            <a:xfrm>
              <a:off x="4649" y="621"/>
              <a:ext cx="152" cy="8"/>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61" name="Freeform 67"/>
            <p:cNvSpPr/>
            <p:nvPr/>
          </p:nvSpPr>
          <p:spPr>
            <a:xfrm>
              <a:off x="4621" y="609"/>
              <a:ext cx="40" cy="32"/>
            </a:xfrm>
            <a:custGeom>
              <a:avLst/>
              <a:gdLst>
                <a:gd name="txL" fmla="*/ 0 w 40"/>
                <a:gd name="txT" fmla="*/ 0 h 32"/>
                <a:gd name="txR" fmla="*/ 40 w 40"/>
                <a:gd name="txB" fmla="*/ 32 h 32"/>
              </a:gdLst>
              <a:ahLst/>
              <a:cxnLst>
                <a:cxn ang="0">
                  <a:pos x="40" y="0"/>
                </a:cxn>
                <a:cxn ang="0">
                  <a:pos x="30" y="16"/>
                </a:cxn>
                <a:cxn ang="0">
                  <a:pos x="40" y="32"/>
                </a:cxn>
                <a:cxn ang="0">
                  <a:pos x="0" y="16"/>
                </a:cxn>
                <a:cxn ang="0">
                  <a:pos x="40" y="0"/>
                </a:cxn>
              </a:cxnLst>
              <a:rect l="txL" t="txT" r="txR" b="txB"/>
              <a:pathLst>
                <a:path w="40" h="32">
                  <a:moveTo>
                    <a:pt x="40" y="0"/>
                  </a:moveTo>
                  <a:lnTo>
                    <a:pt x="30" y="16"/>
                  </a:lnTo>
                  <a:lnTo>
                    <a:pt x="40" y="32"/>
                  </a:lnTo>
                  <a:lnTo>
                    <a:pt x="0" y="16"/>
                  </a:lnTo>
                  <a:lnTo>
                    <a:pt x="4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62" name="Freeform 68"/>
            <p:cNvSpPr/>
            <p:nvPr/>
          </p:nvSpPr>
          <p:spPr>
            <a:xfrm>
              <a:off x="4705" y="516"/>
              <a:ext cx="46" cy="70"/>
            </a:xfrm>
            <a:custGeom>
              <a:avLst/>
              <a:gdLst>
                <a:gd name="txL" fmla="*/ 0 w 46"/>
                <a:gd name="txT" fmla="*/ 0 h 70"/>
                <a:gd name="txR" fmla="*/ 46 w 46"/>
                <a:gd name="txB" fmla="*/ 70 h 70"/>
              </a:gdLst>
              <a:ahLst/>
              <a:cxnLst>
                <a:cxn ang="0">
                  <a:pos x="20" y="0"/>
                </a:cxn>
                <a:cxn ang="0">
                  <a:pos x="46" y="0"/>
                </a:cxn>
                <a:cxn ang="0">
                  <a:pos x="46" y="2"/>
                </a:cxn>
                <a:cxn ang="0">
                  <a:pos x="42" y="2"/>
                </a:cxn>
                <a:cxn ang="0">
                  <a:pos x="41" y="3"/>
                </a:cxn>
                <a:cxn ang="0">
                  <a:pos x="37" y="6"/>
                </a:cxn>
                <a:cxn ang="0">
                  <a:pos x="36" y="9"/>
                </a:cxn>
                <a:cxn ang="0">
                  <a:pos x="34" y="15"/>
                </a:cxn>
                <a:cxn ang="0">
                  <a:pos x="22" y="58"/>
                </a:cxn>
                <a:cxn ang="0">
                  <a:pos x="21" y="60"/>
                </a:cxn>
                <a:cxn ang="0">
                  <a:pos x="20" y="63"/>
                </a:cxn>
                <a:cxn ang="0">
                  <a:pos x="20" y="66"/>
                </a:cxn>
                <a:cxn ang="0">
                  <a:pos x="21" y="66"/>
                </a:cxn>
                <a:cxn ang="0">
                  <a:pos x="24" y="68"/>
                </a:cxn>
                <a:cxn ang="0">
                  <a:pos x="27" y="68"/>
                </a:cxn>
                <a:cxn ang="0">
                  <a:pos x="29" y="68"/>
                </a:cxn>
                <a:cxn ang="0">
                  <a:pos x="28" y="70"/>
                </a:cxn>
                <a:cxn ang="0">
                  <a:pos x="0" y="70"/>
                </a:cxn>
                <a:cxn ang="0">
                  <a:pos x="1" y="68"/>
                </a:cxn>
                <a:cxn ang="0">
                  <a:pos x="3" y="68"/>
                </a:cxn>
                <a:cxn ang="0">
                  <a:pos x="5" y="68"/>
                </a:cxn>
                <a:cxn ang="0">
                  <a:pos x="7" y="67"/>
                </a:cxn>
                <a:cxn ang="0">
                  <a:pos x="9" y="66"/>
                </a:cxn>
                <a:cxn ang="0">
                  <a:pos x="10" y="65"/>
                </a:cxn>
                <a:cxn ang="0">
                  <a:pos x="11" y="63"/>
                </a:cxn>
                <a:cxn ang="0">
                  <a:pos x="12" y="60"/>
                </a:cxn>
                <a:cxn ang="0">
                  <a:pos x="14" y="56"/>
                </a:cxn>
                <a:cxn ang="0">
                  <a:pos x="25" y="14"/>
                </a:cxn>
                <a:cxn ang="0">
                  <a:pos x="27" y="11"/>
                </a:cxn>
                <a:cxn ang="0">
                  <a:pos x="27" y="8"/>
                </a:cxn>
                <a:cxn ang="0">
                  <a:pos x="27" y="5"/>
                </a:cxn>
                <a:cxn ang="0">
                  <a:pos x="27" y="4"/>
                </a:cxn>
                <a:cxn ang="0">
                  <a:pos x="23" y="2"/>
                </a:cxn>
                <a:cxn ang="0">
                  <a:pos x="19" y="2"/>
                </a:cxn>
                <a:cxn ang="0">
                  <a:pos x="20" y="0"/>
                </a:cxn>
              </a:cxnLst>
              <a:rect l="txL" t="txT" r="txR" b="txB"/>
              <a:pathLst>
                <a:path w="46" h="70">
                  <a:moveTo>
                    <a:pt x="20" y="0"/>
                  </a:moveTo>
                  <a:lnTo>
                    <a:pt x="46" y="0"/>
                  </a:lnTo>
                  <a:lnTo>
                    <a:pt x="46" y="2"/>
                  </a:lnTo>
                  <a:lnTo>
                    <a:pt x="42" y="2"/>
                  </a:lnTo>
                  <a:lnTo>
                    <a:pt x="41" y="3"/>
                  </a:lnTo>
                  <a:lnTo>
                    <a:pt x="37" y="6"/>
                  </a:lnTo>
                  <a:lnTo>
                    <a:pt x="36" y="9"/>
                  </a:lnTo>
                  <a:lnTo>
                    <a:pt x="34" y="15"/>
                  </a:lnTo>
                  <a:lnTo>
                    <a:pt x="22" y="58"/>
                  </a:lnTo>
                  <a:lnTo>
                    <a:pt x="21" y="60"/>
                  </a:lnTo>
                  <a:lnTo>
                    <a:pt x="20" y="63"/>
                  </a:lnTo>
                  <a:lnTo>
                    <a:pt x="20" y="66"/>
                  </a:lnTo>
                  <a:lnTo>
                    <a:pt x="21" y="66"/>
                  </a:lnTo>
                  <a:lnTo>
                    <a:pt x="24" y="68"/>
                  </a:lnTo>
                  <a:lnTo>
                    <a:pt x="27" y="68"/>
                  </a:lnTo>
                  <a:lnTo>
                    <a:pt x="29" y="68"/>
                  </a:lnTo>
                  <a:lnTo>
                    <a:pt x="28" y="70"/>
                  </a:lnTo>
                  <a:lnTo>
                    <a:pt x="0" y="70"/>
                  </a:lnTo>
                  <a:lnTo>
                    <a:pt x="1" y="68"/>
                  </a:lnTo>
                  <a:lnTo>
                    <a:pt x="3" y="68"/>
                  </a:lnTo>
                  <a:lnTo>
                    <a:pt x="5" y="68"/>
                  </a:lnTo>
                  <a:lnTo>
                    <a:pt x="7" y="67"/>
                  </a:lnTo>
                  <a:lnTo>
                    <a:pt x="9" y="66"/>
                  </a:lnTo>
                  <a:lnTo>
                    <a:pt x="10" y="65"/>
                  </a:lnTo>
                  <a:lnTo>
                    <a:pt x="11" y="63"/>
                  </a:lnTo>
                  <a:lnTo>
                    <a:pt x="12" y="60"/>
                  </a:lnTo>
                  <a:lnTo>
                    <a:pt x="14" y="56"/>
                  </a:lnTo>
                  <a:lnTo>
                    <a:pt x="25" y="14"/>
                  </a:lnTo>
                  <a:lnTo>
                    <a:pt x="27" y="11"/>
                  </a:lnTo>
                  <a:lnTo>
                    <a:pt x="27" y="8"/>
                  </a:lnTo>
                  <a:lnTo>
                    <a:pt x="27" y="5"/>
                  </a:lnTo>
                  <a:lnTo>
                    <a:pt x="27" y="4"/>
                  </a:lnTo>
                  <a:lnTo>
                    <a:pt x="23" y="2"/>
                  </a:lnTo>
                  <a:lnTo>
                    <a:pt x="19" y="2"/>
                  </a:lnTo>
                  <a:lnTo>
                    <a:pt x="2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63" name="Freeform 69"/>
            <p:cNvSpPr>
              <a:spLocks noEditPoints="1"/>
            </p:cNvSpPr>
            <p:nvPr/>
          </p:nvSpPr>
          <p:spPr>
            <a:xfrm>
              <a:off x="3959" y="540"/>
              <a:ext cx="39" cy="48"/>
            </a:xfrm>
            <a:custGeom>
              <a:avLst/>
              <a:gdLst>
                <a:gd name="txL" fmla="*/ 0 w 39"/>
                <a:gd name="txT" fmla="*/ 0 h 48"/>
                <a:gd name="txR" fmla="*/ 39 w 39"/>
                <a:gd name="txB" fmla="*/ 48 h 48"/>
              </a:gdLst>
              <a:ahLst/>
              <a:cxnLst>
                <a:cxn ang="0">
                  <a:pos x="18" y="3"/>
                </a:cxn>
                <a:cxn ang="0">
                  <a:pos x="16" y="4"/>
                </a:cxn>
                <a:cxn ang="0">
                  <a:pos x="13" y="5"/>
                </a:cxn>
                <a:cxn ang="0">
                  <a:pos x="11" y="6"/>
                </a:cxn>
                <a:cxn ang="0">
                  <a:pos x="9" y="10"/>
                </a:cxn>
                <a:cxn ang="0">
                  <a:pos x="7" y="15"/>
                </a:cxn>
                <a:cxn ang="0">
                  <a:pos x="28" y="15"/>
                </a:cxn>
                <a:cxn ang="0">
                  <a:pos x="28" y="13"/>
                </a:cxn>
                <a:cxn ang="0">
                  <a:pos x="27" y="8"/>
                </a:cxn>
                <a:cxn ang="0">
                  <a:pos x="24" y="5"/>
                </a:cxn>
                <a:cxn ang="0">
                  <a:pos x="21" y="4"/>
                </a:cxn>
                <a:cxn ang="0">
                  <a:pos x="18" y="3"/>
                </a:cxn>
                <a:cxn ang="0">
                  <a:pos x="21" y="0"/>
                </a:cxn>
                <a:cxn ang="0">
                  <a:pos x="28" y="1"/>
                </a:cxn>
                <a:cxn ang="0">
                  <a:pos x="34" y="5"/>
                </a:cxn>
                <a:cxn ang="0">
                  <a:pos x="38" y="10"/>
                </a:cxn>
                <a:cxn ang="0">
                  <a:pos x="39" y="18"/>
                </a:cxn>
                <a:cxn ang="0">
                  <a:pos x="7" y="18"/>
                </a:cxn>
                <a:cxn ang="0">
                  <a:pos x="7" y="25"/>
                </a:cxn>
                <a:cxn ang="0">
                  <a:pos x="9" y="30"/>
                </a:cxn>
                <a:cxn ang="0">
                  <a:pos x="12" y="35"/>
                </a:cxn>
                <a:cxn ang="0">
                  <a:pos x="18" y="39"/>
                </a:cxn>
                <a:cxn ang="0">
                  <a:pos x="24" y="40"/>
                </a:cxn>
                <a:cxn ang="0">
                  <a:pos x="30" y="39"/>
                </a:cxn>
                <a:cxn ang="0">
                  <a:pos x="34" y="36"/>
                </a:cxn>
                <a:cxn ang="0">
                  <a:pos x="36" y="33"/>
                </a:cxn>
                <a:cxn ang="0">
                  <a:pos x="37" y="29"/>
                </a:cxn>
                <a:cxn ang="0">
                  <a:pos x="39" y="30"/>
                </a:cxn>
                <a:cxn ang="0">
                  <a:pos x="37" y="37"/>
                </a:cxn>
                <a:cxn ang="0">
                  <a:pos x="33" y="43"/>
                </a:cxn>
                <a:cxn ang="0">
                  <a:pos x="29" y="46"/>
                </a:cxn>
                <a:cxn ang="0">
                  <a:pos x="25" y="48"/>
                </a:cxn>
                <a:cxn ang="0">
                  <a:pos x="20" y="48"/>
                </a:cxn>
                <a:cxn ang="0">
                  <a:pos x="15" y="48"/>
                </a:cxn>
                <a:cxn ang="0">
                  <a:pos x="10" y="45"/>
                </a:cxn>
                <a:cxn ang="0">
                  <a:pos x="6" y="42"/>
                </a:cxn>
                <a:cxn ang="0">
                  <a:pos x="2" y="37"/>
                </a:cxn>
                <a:cxn ang="0">
                  <a:pos x="1" y="31"/>
                </a:cxn>
                <a:cxn ang="0">
                  <a:pos x="0" y="25"/>
                </a:cxn>
                <a:cxn ang="0">
                  <a:pos x="1" y="17"/>
                </a:cxn>
                <a:cxn ang="0">
                  <a:pos x="3" y="11"/>
                </a:cxn>
                <a:cxn ang="0">
                  <a:pos x="6" y="6"/>
                </a:cxn>
                <a:cxn ang="0">
                  <a:pos x="10" y="2"/>
                </a:cxn>
                <a:cxn ang="0">
                  <a:pos x="15" y="0"/>
                </a:cxn>
                <a:cxn ang="0">
                  <a:pos x="21" y="0"/>
                </a:cxn>
              </a:cxnLst>
              <a:rect l="txL" t="txT" r="txR" b="txB"/>
              <a:pathLst>
                <a:path w="39" h="48">
                  <a:moveTo>
                    <a:pt x="18" y="3"/>
                  </a:moveTo>
                  <a:lnTo>
                    <a:pt x="16" y="4"/>
                  </a:lnTo>
                  <a:lnTo>
                    <a:pt x="13" y="5"/>
                  </a:lnTo>
                  <a:lnTo>
                    <a:pt x="11" y="6"/>
                  </a:lnTo>
                  <a:lnTo>
                    <a:pt x="9" y="10"/>
                  </a:lnTo>
                  <a:lnTo>
                    <a:pt x="7" y="15"/>
                  </a:lnTo>
                  <a:lnTo>
                    <a:pt x="28" y="15"/>
                  </a:lnTo>
                  <a:lnTo>
                    <a:pt x="28" y="13"/>
                  </a:lnTo>
                  <a:lnTo>
                    <a:pt x="27" y="8"/>
                  </a:lnTo>
                  <a:lnTo>
                    <a:pt x="24" y="5"/>
                  </a:lnTo>
                  <a:lnTo>
                    <a:pt x="21" y="4"/>
                  </a:lnTo>
                  <a:lnTo>
                    <a:pt x="18" y="3"/>
                  </a:lnTo>
                  <a:close/>
                  <a:moveTo>
                    <a:pt x="21" y="0"/>
                  </a:moveTo>
                  <a:lnTo>
                    <a:pt x="28" y="1"/>
                  </a:lnTo>
                  <a:lnTo>
                    <a:pt x="34" y="5"/>
                  </a:lnTo>
                  <a:lnTo>
                    <a:pt x="38" y="10"/>
                  </a:lnTo>
                  <a:lnTo>
                    <a:pt x="39" y="18"/>
                  </a:lnTo>
                  <a:lnTo>
                    <a:pt x="7" y="18"/>
                  </a:lnTo>
                  <a:lnTo>
                    <a:pt x="7" y="25"/>
                  </a:lnTo>
                  <a:lnTo>
                    <a:pt x="9" y="30"/>
                  </a:lnTo>
                  <a:lnTo>
                    <a:pt x="12" y="35"/>
                  </a:lnTo>
                  <a:lnTo>
                    <a:pt x="18" y="39"/>
                  </a:lnTo>
                  <a:lnTo>
                    <a:pt x="24" y="40"/>
                  </a:lnTo>
                  <a:lnTo>
                    <a:pt x="30" y="39"/>
                  </a:lnTo>
                  <a:lnTo>
                    <a:pt x="34" y="36"/>
                  </a:lnTo>
                  <a:lnTo>
                    <a:pt x="36" y="33"/>
                  </a:lnTo>
                  <a:lnTo>
                    <a:pt x="37" y="29"/>
                  </a:lnTo>
                  <a:lnTo>
                    <a:pt x="39" y="30"/>
                  </a:lnTo>
                  <a:lnTo>
                    <a:pt x="37" y="37"/>
                  </a:lnTo>
                  <a:lnTo>
                    <a:pt x="33" y="43"/>
                  </a:lnTo>
                  <a:lnTo>
                    <a:pt x="29" y="46"/>
                  </a:lnTo>
                  <a:lnTo>
                    <a:pt x="25" y="48"/>
                  </a:lnTo>
                  <a:lnTo>
                    <a:pt x="20" y="48"/>
                  </a:lnTo>
                  <a:lnTo>
                    <a:pt x="15" y="48"/>
                  </a:lnTo>
                  <a:lnTo>
                    <a:pt x="10" y="45"/>
                  </a:lnTo>
                  <a:lnTo>
                    <a:pt x="6" y="42"/>
                  </a:lnTo>
                  <a:lnTo>
                    <a:pt x="2" y="37"/>
                  </a:lnTo>
                  <a:lnTo>
                    <a:pt x="1" y="31"/>
                  </a:lnTo>
                  <a:lnTo>
                    <a:pt x="0" y="25"/>
                  </a:lnTo>
                  <a:lnTo>
                    <a:pt x="1" y="17"/>
                  </a:lnTo>
                  <a:lnTo>
                    <a:pt x="3" y="11"/>
                  </a:lnTo>
                  <a:lnTo>
                    <a:pt x="6" y="6"/>
                  </a:lnTo>
                  <a:lnTo>
                    <a:pt x="10" y="2"/>
                  </a:lnTo>
                  <a:lnTo>
                    <a:pt x="15" y="0"/>
                  </a:lnTo>
                  <a:lnTo>
                    <a:pt x="21"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64" name="Rectangle 70"/>
            <p:cNvSpPr/>
            <p:nvPr/>
          </p:nvSpPr>
          <p:spPr>
            <a:xfrm>
              <a:off x="3874" y="621"/>
              <a:ext cx="214" cy="8"/>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65" name="Freeform 71"/>
            <p:cNvSpPr/>
            <p:nvPr/>
          </p:nvSpPr>
          <p:spPr>
            <a:xfrm>
              <a:off x="4077" y="609"/>
              <a:ext cx="39" cy="32"/>
            </a:xfrm>
            <a:custGeom>
              <a:avLst/>
              <a:gdLst>
                <a:gd name="txL" fmla="*/ 0 w 39"/>
                <a:gd name="txT" fmla="*/ 0 h 32"/>
                <a:gd name="txR" fmla="*/ 39 w 39"/>
                <a:gd name="txB" fmla="*/ 32 h 32"/>
              </a:gdLst>
              <a:ahLst/>
              <a:cxnLst>
                <a:cxn ang="0">
                  <a:pos x="0" y="0"/>
                </a:cxn>
                <a:cxn ang="0">
                  <a:pos x="39" y="16"/>
                </a:cxn>
                <a:cxn ang="0">
                  <a:pos x="0" y="32"/>
                </a:cxn>
                <a:cxn ang="0">
                  <a:pos x="9" y="16"/>
                </a:cxn>
                <a:cxn ang="0">
                  <a:pos x="0" y="0"/>
                </a:cxn>
              </a:cxnLst>
              <a:rect l="txL" t="txT" r="txR" b="txB"/>
              <a:pathLst>
                <a:path w="39" h="32">
                  <a:moveTo>
                    <a:pt x="0" y="0"/>
                  </a:moveTo>
                  <a:lnTo>
                    <a:pt x="39" y="16"/>
                  </a:lnTo>
                  <a:lnTo>
                    <a:pt x="0" y="32"/>
                  </a:lnTo>
                  <a:lnTo>
                    <a:pt x="9" y="16"/>
                  </a:lnTo>
                  <a:lnTo>
                    <a:pt x="0"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66" name="Rectangle 72"/>
            <p:cNvSpPr/>
            <p:nvPr/>
          </p:nvSpPr>
          <p:spPr>
            <a:xfrm>
              <a:off x="4275" y="1797"/>
              <a:ext cx="56" cy="11"/>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67" name="Rectangle 73"/>
            <p:cNvSpPr/>
            <p:nvPr/>
          </p:nvSpPr>
          <p:spPr>
            <a:xfrm>
              <a:off x="4363" y="1495"/>
              <a:ext cx="55" cy="11"/>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68" name="Rectangle 74"/>
            <p:cNvSpPr/>
            <p:nvPr/>
          </p:nvSpPr>
          <p:spPr>
            <a:xfrm>
              <a:off x="4385" y="1472"/>
              <a:ext cx="11" cy="56"/>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69" name="Rectangle 75"/>
            <p:cNvSpPr/>
            <p:nvPr/>
          </p:nvSpPr>
          <p:spPr>
            <a:xfrm>
              <a:off x="4879" y="1209"/>
              <a:ext cx="55" cy="11"/>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70" name="Rectangle 76"/>
            <p:cNvSpPr/>
            <p:nvPr/>
          </p:nvSpPr>
          <p:spPr>
            <a:xfrm>
              <a:off x="3752" y="1220"/>
              <a:ext cx="56" cy="11"/>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71" name="Rectangle 77"/>
            <p:cNvSpPr/>
            <p:nvPr/>
          </p:nvSpPr>
          <p:spPr>
            <a:xfrm>
              <a:off x="4901" y="1187"/>
              <a:ext cx="11" cy="56"/>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72" name="Rectangle 78"/>
            <p:cNvSpPr/>
            <p:nvPr/>
          </p:nvSpPr>
          <p:spPr>
            <a:xfrm>
              <a:off x="4004" y="524"/>
              <a:ext cx="32" cy="10"/>
            </a:xfrm>
            <a:prstGeom prst="rect">
              <a:avLst/>
            </a:prstGeom>
            <a:solidFill>
              <a:srgbClr val="000000"/>
            </a:solidFill>
            <a:ln w="0" cap="flat" cmpd="sng">
              <a:solidFill>
                <a:srgbClr val="0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73" name="Freeform 79"/>
            <p:cNvSpPr/>
            <p:nvPr/>
          </p:nvSpPr>
          <p:spPr>
            <a:xfrm>
              <a:off x="4312" y="474"/>
              <a:ext cx="92" cy="19"/>
            </a:xfrm>
            <a:custGeom>
              <a:avLst/>
              <a:gdLst>
                <a:gd name="txL" fmla="*/ 0 w 92"/>
                <a:gd name="txT" fmla="*/ 0 h 19"/>
                <a:gd name="txR" fmla="*/ 92 w 92"/>
                <a:gd name="txB" fmla="*/ 19 h 19"/>
              </a:gdLst>
              <a:ahLst/>
              <a:cxnLst>
                <a:cxn ang="0">
                  <a:pos x="48" y="0"/>
                </a:cxn>
                <a:cxn ang="0">
                  <a:pos x="61" y="1"/>
                </a:cxn>
                <a:cxn ang="0">
                  <a:pos x="74" y="5"/>
                </a:cxn>
                <a:cxn ang="0">
                  <a:pos x="86" y="12"/>
                </a:cxn>
                <a:cxn ang="0">
                  <a:pos x="92" y="16"/>
                </a:cxn>
                <a:cxn ang="0">
                  <a:pos x="0" y="19"/>
                </a:cxn>
                <a:cxn ang="0">
                  <a:pos x="9" y="12"/>
                </a:cxn>
                <a:cxn ang="0">
                  <a:pos x="21" y="5"/>
                </a:cxn>
                <a:cxn ang="0">
                  <a:pos x="34" y="1"/>
                </a:cxn>
                <a:cxn ang="0">
                  <a:pos x="48" y="0"/>
                </a:cxn>
              </a:cxnLst>
              <a:rect l="txL" t="txT" r="txR" b="txB"/>
              <a:pathLst>
                <a:path w="92" h="19">
                  <a:moveTo>
                    <a:pt x="48" y="0"/>
                  </a:moveTo>
                  <a:lnTo>
                    <a:pt x="61" y="1"/>
                  </a:lnTo>
                  <a:lnTo>
                    <a:pt x="74" y="5"/>
                  </a:lnTo>
                  <a:lnTo>
                    <a:pt x="86" y="12"/>
                  </a:lnTo>
                  <a:lnTo>
                    <a:pt x="92" y="16"/>
                  </a:lnTo>
                  <a:lnTo>
                    <a:pt x="0" y="19"/>
                  </a:lnTo>
                  <a:lnTo>
                    <a:pt x="9" y="12"/>
                  </a:lnTo>
                  <a:lnTo>
                    <a:pt x="21" y="5"/>
                  </a:lnTo>
                  <a:lnTo>
                    <a:pt x="34" y="1"/>
                  </a:lnTo>
                  <a:lnTo>
                    <a:pt x="48" y="0"/>
                  </a:lnTo>
                  <a:close/>
                </a:path>
              </a:pathLst>
            </a:custGeom>
            <a:solidFill>
              <a:srgbClr val="FFFFFF">
                <a:alpha val="100000"/>
              </a:srgbClr>
            </a:solidFill>
            <a:ln w="0" cap="flat" cmpd="sng">
              <a:solidFill>
                <a:srgbClr val="FFFFFF">
                  <a:alpha val="100000"/>
                </a:srgbClr>
              </a:solidFill>
              <a:prstDash val="solid"/>
              <a:round/>
              <a:headEnd type="none" w="med" len="med"/>
              <a:tailEnd type="none" w="med" len="med"/>
            </a:ln>
          </p:spPr>
          <p:txBody>
            <a:bodyPr/>
            <a:p>
              <a:endParaRPr lang="zh-CN" altLang="en-US"/>
            </a:p>
          </p:txBody>
        </p:sp>
        <p:sp>
          <p:nvSpPr>
            <p:cNvPr id="4174" name="Freeform 80"/>
            <p:cNvSpPr/>
            <p:nvPr/>
          </p:nvSpPr>
          <p:spPr>
            <a:xfrm>
              <a:off x="4297" y="490"/>
              <a:ext cx="123" cy="24"/>
            </a:xfrm>
            <a:custGeom>
              <a:avLst/>
              <a:gdLst>
                <a:gd name="txL" fmla="*/ 0 w 123"/>
                <a:gd name="txT" fmla="*/ 0 h 24"/>
                <a:gd name="txR" fmla="*/ 123 w 123"/>
                <a:gd name="txB" fmla="*/ 24 h 24"/>
              </a:gdLst>
              <a:ahLst/>
              <a:cxnLst>
                <a:cxn ang="0">
                  <a:pos x="107" y="0"/>
                </a:cxn>
                <a:cxn ang="0">
                  <a:pos x="112" y="4"/>
                </a:cxn>
                <a:cxn ang="0">
                  <a:pos x="120" y="14"/>
                </a:cxn>
                <a:cxn ang="0">
                  <a:pos x="123" y="20"/>
                </a:cxn>
                <a:cxn ang="0">
                  <a:pos x="0" y="24"/>
                </a:cxn>
                <a:cxn ang="0">
                  <a:pos x="5" y="14"/>
                </a:cxn>
                <a:cxn ang="0">
                  <a:pos x="14" y="4"/>
                </a:cxn>
                <a:cxn ang="0">
                  <a:pos x="15" y="3"/>
                </a:cxn>
                <a:cxn ang="0">
                  <a:pos x="107" y="0"/>
                </a:cxn>
              </a:cxnLst>
              <a:rect l="txL" t="txT" r="txR" b="txB"/>
              <a:pathLst>
                <a:path w="123" h="24">
                  <a:moveTo>
                    <a:pt x="107" y="0"/>
                  </a:moveTo>
                  <a:lnTo>
                    <a:pt x="112" y="4"/>
                  </a:lnTo>
                  <a:lnTo>
                    <a:pt x="120" y="14"/>
                  </a:lnTo>
                  <a:lnTo>
                    <a:pt x="123" y="20"/>
                  </a:lnTo>
                  <a:lnTo>
                    <a:pt x="0" y="24"/>
                  </a:lnTo>
                  <a:lnTo>
                    <a:pt x="5" y="14"/>
                  </a:lnTo>
                  <a:lnTo>
                    <a:pt x="14" y="4"/>
                  </a:lnTo>
                  <a:lnTo>
                    <a:pt x="15" y="3"/>
                  </a:lnTo>
                  <a:lnTo>
                    <a:pt x="107" y="0"/>
                  </a:lnTo>
                  <a:close/>
                </a:path>
              </a:pathLst>
            </a:custGeom>
            <a:solidFill>
              <a:srgbClr val="FFFFFF">
                <a:alpha val="100000"/>
              </a:srgbClr>
            </a:solidFill>
            <a:ln w="0" cap="flat" cmpd="sng">
              <a:solidFill>
                <a:srgbClr val="FFFFFF">
                  <a:alpha val="100000"/>
                </a:srgbClr>
              </a:solidFill>
              <a:prstDash val="solid"/>
              <a:round/>
              <a:headEnd type="none" w="med" len="med"/>
              <a:tailEnd type="none" w="med" len="med"/>
            </a:ln>
          </p:spPr>
          <p:txBody>
            <a:bodyPr/>
            <a:p>
              <a:endParaRPr lang="zh-CN" altLang="en-US"/>
            </a:p>
          </p:txBody>
        </p:sp>
        <p:sp>
          <p:nvSpPr>
            <p:cNvPr id="4175" name="Freeform 81"/>
            <p:cNvSpPr/>
            <p:nvPr/>
          </p:nvSpPr>
          <p:spPr>
            <a:xfrm>
              <a:off x="4291" y="510"/>
              <a:ext cx="136" cy="24"/>
            </a:xfrm>
            <a:custGeom>
              <a:avLst/>
              <a:gdLst>
                <a:gd name="txL" fmla="*/ 0 w 136"/>
                <a:gd name="txT" fmla="*/ 0 h 24"/>
                <a:gd name="txR" fmla="*/ 136 w 136"/>
                <a:gd name="txB" fmla="*/ 24 h 24"/>
              </a:gdLst>
              <a:ahLst/>
              <a:cxnLst>
                <a:cxn ang="0">
                  <a:pos x="129" y="0"/>
                </a:cxn>
                <a:cxn ang="0">
                  <a:pos x="132" y="6"/>
                </a:cxn>
                <a:cxn ang="0">
                  <a:pos x="136" y="19"/>
                </a:cxn>
                <a:cxn ang="0">
                  <a:pos x="136" y="20"/>
                </a:cxn>
                <a:cxn ang="0">
                  <a:pos x="0" y="24"/>
                </a:cxn>
                <a:cxn ang="0">
                  <a:pos x="1" y="19"/>
                </a:cxn>
                <a:cxn ang="0">
                  <a:pos x="5" y="6"/>
                </a:cxn>
                <a:cxn ang="0">
                  <a:pos x="6" y="4"/>
                </a:cxn>
                <a:cxn ang="0">
                  <a:pos x="129" y="0"/>
                </a:cxn>
              </a:cxnLst>
              <a:rect l="txL" t="txT" r="txR" b="txB"/>
              <a:pathLst>
                <a:path w="136" h="24">
                  <a:moveTo>
                    <a:pt x="129" y="0"/>
                  </a:moveTo>
                  <a:lnTo>
                    <a:pt x="132" y="6"/>
                  </a:lnTo>
                  <a:lnTo>
                    <a:pt x="136" y="19"/>
                  </a:lnTo>
                  <a:lnTo>
                    <a:pt x="136" y="20"/>
                  </a:lnTo>
                  <a:lnTo>
                    <a:pt x="0" y="24"/>
                  </a:lnTo>
                  <a:lnTo>
                    <a:pt x="1" y="19"/>
                  </a:lnTo>
                  <a:lnTo>
                    <a:pt x="5" y="6"/>
                  </a:lnTo>
                  <a:lnTo>
                    <a:pt x="6" y="4"/>
                  </a:lnTo>
                  <a:lnTo>
                    <a:pt x="129" y="0"/>
                  </a:lnTo>
                  <a:close/>
                </a:path>
              </a:pathLst>
            </a:custGeom>
            <a:solidFill>
              <a:srgbClr val="FEFFDC">
                <a:alpha val="100000"/>
              </a:srgbClr>
            </a:solidFill>
            <a:ln w="0" cap="flat" cmpd="sng">
              <a:solidFill>
                <a:srgbClr val="FEFFDC">
                  <a:alpha val="100000"/>
                </a:srgbClr>
              </a:solidFill>
              <a:prstDash val="solid"/>
              <a:round/>
              <a:headEnd type="none" w="med" len="med"/>
              <a:tailEnd type="none" w="med" len="med"/>
            </a:ln>
          </p:spPr>
          <p:txBody>
            <a:bodyPr/>
            <a:p>
              <a:endParaRPr lang="zh-CN" altLang="en-US"/>
            </a:p>
          </p:txBody>
        </p:sp>
        <p:sp>
          <p:nvSpPr>
            <p:cNvPr id="4176" name="Freeform 82"/>
            <p:cNvSpPr/>
            <p:nvPr/>
          </p:nvSpPr>
          <p:spPr>
            <a:xfrm>
              <a:off x="4291" y="531"/>
              <a:ext cx="137" cy="24"/>
            </a:xfrm>
            <a:custGeom>
              <a:avLst/>
              <a:gdLst>
                <a:gd name="txL" fmla="*/ 0 w 137"/>
                <a:gd name="txT" fmla="*/ 0 h 24"/>
                <a:gd name="txR" fmla="*/ 137 w 137"/>
                <a:gd name="txB" fmla="*/ 24 h 24"/>
              </a:gdLst>
              <a:ahLst/>
              <a:cxnLst>
                <a:cxn ang="0">
                  <a:pos x="136" y="0"/>
                </a:cxn>
                <a:cxn ang="0">
                  <a:pos x="137" y="11"/>
                </a:cxn>
                <a:cxn ang="0">
                  <a:pos x="137" y="20"/>
                </a:cxn>
                <a:cxn ang="0">
                  <a:pos x="1" y="24"/>
                </a:cxn>
                <a:cxn ang="0">
                  <a:pos x="0" y="11"/>
                </a:cxn>
                <a:cxn ang="0">
                  <a:pos x="0" y="4"/>
                </a:cxn>
                <a:cxn ang="0">
                  <a:pos x="136" y="0"/>
                </a:cxn>
              </a:cxnLst>
              <a:rect l="txL" t="txT" r="txR" b="txB"/>
              <a:pathLst>
                <a:path w="137" h="24">
                  <a:moveTo>
                    <a:pt x="136" y="0"/>
                  </a:moveTo>
                  <a:lnTo>
                    <a:pt x="137" y="11"/>
                  </a:lnTo>
                  <a:lnTo>
                    <a:pt x="137" y="20"/>
                  </a:lnTo>
                  <a:lnTo>
                    <a:pt x="1" y="24"/>
                  </a:lnTo>
                  <a:lnTo>
                    <a:pt x="0" y="11"/>
                  </a:lnTo>
                  <a:lnTo>
                    <a:pt x="0" y="4"/>
                  </a:lnTo>
                  <a:lnTo>
                    <a:pt x="136" y="0"/>
                  </a:lnTo>
                  <a:close/>
                </a:path>
              </a:pathLst>
            </a:custGeom>
            <a:solidFill>
              <a:srgbClr val="FBFFB2">
                <a:alpha val="100000"/>
              </a:srgbClr>
            </a:solidFill>
            <a:ln w="0" cap="flat" cmpd="sng">
              <a:solidFill>
                <a:srgbClr val="FBFFB2">
                  <a:alpha val="100000"/>
                </a:srgbClr>
              </a:solidFill>
              <a:prstDash val="solid"/>
              <a:round/>
              <a:headEnd type="none" w="med" len="med"/>
              <a:tailEnd type="none" w="med" len="med"/>
            </a:ln>
          </p:spPr>
          <p:txBody>
            <a:bodyPr/>
            <a:p>
              <a:endParaRPr lang="zh-CN" altLang="en-US"/>
            </a:p>
          </p:txBody>
        </p:sp>
        <p:sp>
          <p:nvSpPr>
            <p:cNvPr id="4177" name="Freeform 83"/>
            <p:cNvSpPr/>
            <p:nvPr/>
          </p:nvSpPr>
          <p:spPr>
            <a:xfrm>
              <a:off x="4292" y="551"/>
              <a:ext cx="136" cy="24"/>
            </a:xfrm>
            <a:custGeom>
              <a:avLst/>
              <a:gdLst>
                <a:gd name="txL" fmla="*/ 0 w 136"/>
                <a:gd name="txT" fmla="*/ 0 h 24"/>
                <a:gd name="txR" fmla="*/ 136 w 136"/>
                <a:gd name="txB" fmla="*/ 24 h 24"/>
              </a:gdLst>
              <a:ahLst/>
              <a:cxnLst>
                <a:cxn ang="0">
                  <a:pos x="136" y="0"/>
                </a:cxn>
                <a:cxn ang="0">
                  <a:pos x="135" y="5"/>
                </a:cxn>
                <a:cxn ang="0">
                  <a:pos x="131" y="17"/>
                </a:cxn>
                <a:cxn ang="0">
                  <a:pos x="130" y="21"/>
                </a:cxn>
                <a:cxn ang="0">
                  <a:pos x="8" y="24"/>
                </a:cxn>
                <a:cxn ang="0">
                  <a:pos x="4" y="17"/>
                </a:cxn>
                <a:cxn ang="0">
                  <a:pos x="0" y="5"/>
                </a:cxn>
                <a:cxn ang="0">
                  <a:pos x="0" y="4"/>
                </a:cxn>
                <a:cxn ang="0">
                  <a:pos x="136" y="0"/>
                </a:cxn>
              </a:cxnLst>
              <a:rect l="txL" t="txT" r="txR" b="txB"/>
              <a:pathLst>
                <a:path w="136" h="24">
                  <a:moveTo>
                    <a:pt x="136" y="0"/>
                  </a:moveTo>
                  <a:lnTo>
                    <a:pt x="135" y="5"/>
                  </a:lnTo>
                  <a:lnTo>
                    <a:pt x="131" y="17"/>
                  </a:lnTo>
                  <a:lnTo>
                    <a:pt x="130" y="21"/>
                  </a:lnTo>
                  <a:lnTo>
                    <a:pt x="8" y="24"/>
                  </a:lnTo>
                  <a:lnTo>
                    <a:pt x="4" y="17"/>
                  </a:lnTo>
                  <a:lnTo>
                    <a:pt x="0" y="5"/>
                  </a:lnTo>
                  <a:lnTo>
                    <a:pt x="0" y="4"/>
                  </a:lnTo>
                  <a:lnTo>
                    <a:pt x="136" y="0"/>
                  </a:lnTo>
                  <a:close/>
                </a:path>
              </a:pathLst>
            </a:custGeom>
            <a:solidFill>
              <a:srgbClr val="F9FF8C">
                <a:alpha val="100000"/>
              </a:srgbClr>
            </a:solidFill>
            <a:ln w="0" cap="flat" cmpd="sng">
              <a:solidFill>
                <a:srgbClr val="F9FF8C">
                  <a:alpha val="100000"/>
                </a:srgbClr>
              </a:solidFill>
              <a:prstDash val="solid"/>
              <a:round/>
              <a:headEnd type="none" w="med" len="med"/>
              <a:tailEnd type="none" w="med" len="med"/>
            </a:ln>
          </p:spPr>
          <p:txBody>
            <a:bodyPr/>
            <a:p>
              <a:endParaRPr lang="zh-CN" altLang="en-US"/>
            </a:p>
          </p:txBody>
        </p:sp>
        <p:sp>
          <p:nvSpPr>
            <p:cNvPr id="4178" name="Freeform 84"/>
            <p:cNvSpPr/>
            <p:nvPr/>
          </p:nvSpPr>
          <p:spPr>
            <a:xfrm>
              <a:off x="4300" y="572"/>
              <a:ext cx="122" cy="23"/>
            </a:xfrm>
            <a:custGeom>
              <a:avLst/>
              <a:gdLst>
                <a:gd name="txL" fmla="*/ 0 w 122"/>
                <a:gd name="txT" fmla="*/ 0 h 23"/>
                <a:gd name="txR" fmla="*/ 122 w 122"/>
                <a:gd name="txB" fmla="*/ 23 h 23"/>
              </a:gdLst>
              <a:ahLst/>
              <a:cxnLst>
                <a:cxn ang="0">
                  <a:pos x="122" y="0"/>
                </a:cxn>
                <a:cxn ang="0">
                  <a:pos x="117" y="8"/>
                </a:cxn>
                <a:cxn ang="0">
                  <a:pos x="109" y="18"/>
                </a:cxn>
                <a:cxn ang="0">
                  <a:pos x="106" y="20"/>
                </a:cxn>
                <a:cxn ang="0">
                  <a:pos x="17" y="23"/>
                </a:cxn>
                <a:cxn ang="0">
                  <a:pos x="10" y="18"/>
                </a:cxn>
                <a:cxn ang="0">
                  <a:pos x="2" y="8"/>
                </a:cxn>
                <a:cxn ang="0">
                  <a:pos x="0" y="3"/>
                </a:cxn>
                <a:cxn ang="0">
                  <a:pos x="122" y="0"/>
                </a:cxn>
              </a:cxnLst>
              <a:rect l="txL" t="txT" r="txR" b="txB"/>
              <a:pathLst>
                <a:path w="122" h="23">
                  <a:moveTo>
                    <a:pt x="122" y="0"/>
                  </a:moveTo>
                  <a:lnTo>
                    <a:pt x="117" y="8"/>
                  </a:lnTo>
                  <a:lnTo>
                    <a:pt x="109" y="18"/>
                  </a:lnTo>
                  <a:lnTo>
                    <a:pt x="106" y="20"/>
                  </a:lnTo>
                  <a:lnTo>
                    <a:pt x="17" y="23"/>
                  </a:lnTo>
                  <a:lnTo>
                    <a:pt x="10" y="18"/>
                  </a:lnTo>
                  <a:lnTo>
                    <a:pt x="2" y="8"/>
                  </a:lnTo>
                  <a:lnTo>
                    <a:pt x="0" y="3"/>
                  </a:lnTo>
                  <a:lnTo>
                    <a:pt x="122" y="0"/>
                  </a:lnTo>
                  <a:close/>
                </a:path>
              </a:pathLst>
            </a:custGeom>
            <a:solidFill>
              <a:srgbClr val="F7FF65">
                <a:alpha val="100000"/>
              </a:srgbClr>
            </a:solidFill>
            <a:ln w="0" cap="flat" cmpd="sng">
              <a:solidFill>
                <a:srgbClr val="F7FF65">
                  <a:alpha val="100000"/>
                </a:srgbClr>
              </a:solidFill>
              <a:prstDash val="solid"/>
              <a:round/>
              <a:headEnd type="none" w="med" len="med"/>
              <a:tailEnd type="none" w="med" len="med"/>
            </a:ln>
          </p:spPr>
          <p:txBody>
            <a:bodyPr/>
            <a:p>
              <a:endParaRPr lang="zh-CN" altLang="en-US"/>
            </a:p>
          </p:txBody>
        </p:sp>
        <p:sp>
          <p:nvSpPr>
            <p:cNvPr id="4179" name="Freeform 85"/>
            <p:cNvSpPr/>
            <p:nvPr/>
          </p:nvSpPr>
          <p:spPr>
            <a:xfrm>
              <a:off x="4317" y="592"/>
              <a:ext cx="89" cy="23"/>
            </a:xfrm>
            <a:custGeom>
              <a:avLst/>
              <a:gdLst>
                <a:gd name="txL" fmla="*/ 0 w 89"/>
                <a:gd name="txT" fmla="*/ 0 h 23"/>
                <a:gd name="txR" fmla="*/ 89 w 89"/>
                <a:gd name="txB" fmla="*/ 23 h 23"/>
              </a:gdLst>
              <a:ahLst/>
              <a:cxnLst>
                <a:cxn ang="0">
                  <a:pos x="89" y="0"/>
                </a:cxn>
                <a:cxn ang="0">
                  <a:pos x="83" y="7"/>
                </a:cxn>
                <a:cxn ang="0">
                  <a:pos x="76" y="12"/>
                </a:cxn>
                <a:cxn ang="0">
                  <a:pos x="69" y="18"/>
                </a:cxn>
                <a:cxn ang="0">
                  <a:pos x="67" y="22"/>
                </a:cxn>
                <a:cxn ang="0">
                  <a:pos x="19" y="23"/>
                </a:cxn>
                <a:cxn ang="0">
                  <a:pos x="16" y="18"/>
                </a:cxn>
                <a:cxn ang="0">
                  <a:pos x="10" y="12"/>
                </a:cxn>
                <a:cxn ang="0">
                  <a:pos x="3" y="7"/>
                </a:cxn>
                <a:cxn ang="0">
                  <a:pos x="0" y="3"/>
                </a:cxn>
                <a:cxn ang="0">
                  <a:pos x="89" y="0"/>
                </a:cxn>
              </a:cxnLst>
              <a:rect l="txL" t="txT" r="txR" b="txB"/>
              <a:pathLst>
                <a:path w="89" h="23">
                  <a:moveTo>
                    <a:pt x="89" y="0"/>
                  </a:moveTo>
                  <a:lnTo>
                    <a:pt x="83" y="7"/>
                  </a:lnTo>
                  <a:lnTo>
                    <a:pt x="76" y="12"/>
                  </a:lnTo>
                  <a:lnTo>
                    <a:pt x="69" y="18"/>
                  </a:lnTo>
                  <a:lnTo>
                    <a:pt x="67" y="22"/>
                  </a:lnTo>
                  <a:lnTo>
                    <a:pt x="19" y="23"/>
                  </a:lnTo>
                  <a:lnTo>
                    <a:pt x="16" y="18"/>
                  </a:lnTo>
                  <a:lnTo>
                    <a:pt x="10" y="12"/>
                  </a:lnTo>
                  <a:lnTo>
                    <a:pt x="3" y="7"/>
                  </a:lnTo>
                  <a:lnTo>
                    <a:pt x="0" y="3"/>
                  </a:lnTo>
                  <a:lnTo>
                    <a:pt x="89" y="0"/>
                  </a:lnTo>
                  <a:close/>
                </a:path>
              </a:pathLst>
            </a:custGeom>
            <a:solidFill>
              <a:srgbClr val="F4FF45">
                <a:alpha val="100000"/>
              </a:srgbClr>
            </a:solidFill>
            <a:ln w="0" cap="flat" cmpd="sng">
              <a:solidFill>
                <a:srgbClr val="F4FF45">
                  <a:alpha val="100000"/>
                </a:srgbClr>
              </a:solidFill>
              <a:prstDash val="solid"/>
              <a:round/>
              <a:headEnd type="none" w="med" len="med"/>
              <a:tailEnd type="none" w="med" len="med"/>
            </a:ln>
          </p:spPr>
          <p:txBody>
            <a:bodyPr/>
            <a:p>
              <a:endParaRPr lang="zh-CN" altLang="en-US"/>
            </a:p>
          </p:txBody>
        </p:sp>
        <p:sp>
          <p:nvSpPr>
            <p:cNvPr id="4180" name="Freeform 86"/>
            <p:cNvSpPr/>
            <p:nvPr/>
          </p:nvSpPr>
          <p:spPr>
            <a:xfrm>
              <a:off x="4336" y="614"/>
              <a:ext cx="47" cy="22"/>
            </a:xfrm>
            <a:custGeom>
              <a:avLst/>
              <a:gdLst>
                <a:gd name="txL" fmla="*/ 0 w 47"/>
                <a:gd name="txT" fmla="*/ 0 h 22"/>
                <a:gd name="txR" fmla="*/ 47 w 47"/>
                <a:gd name="txB" fmla="*/ 22 h 22"/>
              </a:gdLst>
              <a:ahLst/>
              <a:cxnLst>
                <a:cxn ang="0">
                  <a:pos x="47" y="0"/>
                </a:cxn>
                <a:cxn ang="0">
                  <a:pos x="45" y="4"/>
                </a:cxn>
                <a:cxn ang="0">
                  <a:pos x="41" y="12"/>
                </a:cxn>
                <a:cxn ang="0">
                  <a:pos x="40" y="20"/>
                </a:cxn>
                <a:cxn ang="0">
                  <a:pos x="40" y="21"/>
                </a:cxn>
                <a:cxn ang="0">
                  <a:pos x="7" y="22"/>
                </a:cxn>
                <a:cxn ang="0">
                  <a:pos x="7" y="20"/>
                </a:cxn>
                <a:cxn ang="0">
                  <a:pos x="6" y="12"/>
                </a:cxn>
                <a:cxn ang="0">
                  <a:pos x="2" y="4"/>
                </a:cxn>
                <a:cxn ang="0">
                  <a:pos x="0" y="2"/>
                </a:cxn>
                <a:cxn ang="0">
                  <a:pos x="47" y="0"/>
                </a:cxn>
              </a:cxnLst>
              <a:rect l="txL" t="txT" r="txR" b="txB"/>
              <a:pathLst>
                <a:path w="47" h="22">
                  <a:moveTo>
                    <a:pt x="47" y="0"/>
                  </a:moveTo>
                  <a:lnTo>
                    <a:pt x="45" y="4"/>
                  </a:lnTo>
                  <a:lnTo>
                    <a:pt x="41" y="12"/>
                  </a:lnTo>
                  <a:lnTo>
                    <a:pt x="40" y="20"/>
                  </a:lnTo>
                  <a:lnTo>
                    <a:pt x="40" y="21"/>
                  </a:lnTo>
                  <a:lnTo>
                    <a:pt x="7" y="22"/>
                  </a:lnTo>
                  <a:lnTo>
                    <a:pt x="7" y="20"/>
                  </a:lnTo>
                  <a:lnTo>
                    <a:pt x="6" y="12"/>
                  </a:lnTo>
                  <a:lnTo>
                    <a:pt x="2" y="4"/>
                  </a:lnTo>
                  <a:lnTo>
                    <a:pt x="0" y="2"/>
                  </a:lnTo>
                  <a:lnTo>
                    <a:pt x="47" y="0"/>
                  </a:lnTo>
                  <a:close/>
                </a:path>
              </a:pathLst>
            </a:custGeom>
            <a:solidFill>
              <a:srgbClr val="F2FF28">
                <a:alpha val="100000"/>
              </a:srgbClr>
            </a:solidFill>
            <a:ln w="0" cap="flat" cmpd="sng">
              <a:solidFill>
                <a:srgbClr val="F2FF28">
                  <a:alpha val="100000"/>
                </a:srgbClr>
              </a:solidFill>
              <a:prstDash val="solid"/>
              <a:round/>
              <a:headEnd type="none" w="med" len="med"/>
              <a:tailEnd type="none" w="med" len="med"/>
            </a:ln>
          </p:spPr>
          <p:txBody>
            <a:bodyPr/>
            <a:p>
              <a:endParaRPr lang="zh-CN" altLang="en-US"/>
            </a:p>
          </p:txBody>
        </p:sp>
        <p:sp>
          <p:nvSpPr>
            <p:cNvPr id="4181" name="Freeform 87"/>
            <p:cNvSpPr/>
            <p:nvPr/>
          </p:nvSpPr>
          <p:spPr>
            <a:xfrm>
              <a:off x="4343" y="635"/>
              <a:ext cx="33" cy="21"/>
            </a:xfrm>
            <a:custGeom>
              <a:avLst/>
              <a:gdLst>
                <a:gd name="txL" fmla="*/ 0 w 33"/>
                <a:gd name="txT" fmla="*/ 0 h 21"/>
                <a:gd name="txR" fmla="*/ 33 w 33"/>
                <a:gd name="txB" fmla="*/ 21 h 21"/>
              </a:gdLst>
              <a:ahLst/>
              <a:cxnLst>
                <a:cxn ang="0">
                  <a:pos x="33" y="0"/>
                </a:cxn>
                <a:cxn ang="0">
                  <a:pos x="33" y="4"/>
                </a:cxn>
                <a:cxn ang="0">
                  <a:pos x="32" y="11"/>
                </a:cxn>
                <a:cxn ang="0">
                  <a:pos x="29" y="16"/>
                </a:cxn>
                <a:cxn ang="0">
                  <a:pos x="23" y="20"/>
                </a:cxn>
                <a:cxn ang="0">
                  <a:pos x="17" y="21"/>
                </a:cxn>
                <a:cxn ang="0">
                  <a:pos x="11" y="20"/>
                </a:cxn>
                <a:cxn ang="0">
                  <a:pos x="5" y="16"/>
                </a:cxn>
                <a:cxn ang="0">
                  <a:pos x="1" y="11"/>
                </a:cxn>
                <a:cxn ang="0">
                  <a:pos x="0" y="4"/>
                </a:cxn>
                <a:cxn ang="0">
                  <a:pos x="0" y="1"/>
                </a:cxn>
                <a:cxn ang="0">
                  <a:pos x="33" y="0"/>
                </a:cxn>
              </a:cxnLst>
              <a:rect l="txL" t="txT" r="txR" b="txB"/>
              <a:pathLst>
                <a:path w="33" h="21">
                  <a:moveTo>
                    <a:pt x="33" y="0"/>
                  </a:moveTo>
                  <a:lnTo>
                    <a:pt x="33" y="4"/>
                  </a:lnTo>
                  <a:lnTo>
                    <a:pt x="32" y="11"/>
                  </a:lnTo>
                  <a:lnTo>
                    <a:pt x="29" y="16"/>
                  </a:lnTo>
                  <a:lnTo>
                    <a:pt x="23" y="20"/>
                  </a:lnTo>
                  <a:lnTo>
                    <a:pt x="17" y="21"/>
                  </a:lnTo>
                  <a:lnTo>
                    <a:pt x="11" y="20"/>
                  </a:lnTo>
                  <a:lnTo>
                    <a:pt x="5" y="16"/>
                  </a:lnTo>
                  <a:lnTo>
                    <a:pt x="1" y="11"/>
                  </a:lnTo>
                  <a:lnTo>
                    <a:pt x="0" y="4"/>
                  </a:lnTo>
                  <a:lnTo>
                    <a:pt x="0" y="1"/>
                  </a:lnTo>
                  <a:lnTo>
                    <a:pt x="33" y="0"/>
                  </a:lnTo>
                  <a:close/>
                </a:path>
              </a:pathLst>
            </a:custGeom>
            <a:solidFill>
              <a:srgbClr val="F1FF14">
                <a:alpha val="100000"/>
              </a:srgbClr>
            </a:solidFill>
            <a:ln w="0" cap="flat" cmpd="sng">
              <a:solidFill>
                <a:srgbClr val="F1FF14">
                  <a:alpha val="100000"/>
                </a:srgbClr>
              </a:solidFill>
              <a:prstDash val="solid"/>
              <a:round/>
              <a:headEnd type="none" w="med" len="med"/>
              <a:tailEnd type="none" w="med" len="med"/>
            </a:ln>
          </p:spPr>
          <p:txBody>
            <a:bodyPr/>
            <a:p>
              <a:endParaRPr lang="zh-CN" altLang="en-US"/>
            </a:p>
          </p:txBody>
        </p:sp>
        <p:sp>
          <p:nvSpPr>
            <p:cNvPr id="4182" name="Freeform 88"/>
            <p:cNvSpPr>
              <a:spLocks noEditPoints="1"/>
            </p:cNvSpPr>
            <p:nvPr/>
          </p:nvSpPr>
          <p:spPr>
            <a:xfrm>
              <a:off x="4289" y="472"/>
              <a:ext cx="141" cy="185"/>
            </a:xfrm>
            <a:custGeom>
              <a:avLst/>
              <a:gdLst>
                <a:gd name="txL" fmla="*/ 0 w 141"/>
                <a:gd name="txT" fmla="*/ 0 h 185"/>
                <a:gd name="txR" fmla="*/ 141 w 141"/>
                <a:gd name="txB" fmla="*/ 185 h 185"/>
              </a:gdLst>
              <a:ahLst/>
              <a:cxnLst>
                <a:cxn ang="0">
                  <a:pos x="57" y="4"/>
                </a:cxn>
                <a:cxn ang="0">
                  <a:pos x="33" y="14"/>
                </a:cxn>
                <a:cxn ang="0">
                  <a:pos x="15" y="32"/>
                </a:cxn>
                <a:cxn ang="0">
                  <a:pos x="4" y="57"/>
                </a:cxn>
                <a:cxn ang="0">
                  <a:pos x="4" y="83"/>
                </a:cxn>
                <a:cxn ang="0">
                  <a:pos x="14" y="107"/>
                </a:cxn>
                <a:cxn ang="0">
                  <a:pos x="32" y="125"/>
                </a:cxn>
                <a:cxn ang="0">
                  <a:pos x="45" y="138"/>
                </a:cxn>
                <a:cxn ang="0">
                  <a:pos x="54" y="153"/>
                </a:cxn>
                <a:cxn ang="0">
                  <a:pos x="55" y="167"/>
                </a:cxn>
                <a:cxn ang="0">
                  <a:pos x="60" y="178"/>
                </a:cxn>
                <a:cxn ang="0">
                  <a:pos x="71" y="183"/>
                </a:cxn>
                <a:cxn ang="0">
                  <a:pos x="82" y="178"/>
                </a:cxn>
                <a:cxn ang="0">
                  <a:pos x="86" y="167"/>
                </a:cxn>
                <a:cxn ang="0">
                  <a:pos x="87" y="153"/>
                </a:cxn>
                <a:cxn ang="0">
                  <a:pos x="96" y="138"/>
                </a:cxn>
                <a:cxn ang="0">
                  <a:pos x="110" y="125"/>
                </a:cxn>
                <a:cxn ang="0">
                  <a:pos x="128" y="107"/>
                </a:cxn>
                <a:cxn ang="0">
                  <a:pos x="137" y="83"/>
                </a:cxn>
                <a:cxn ang="0">
                  <a:pos x="137" y="57"/>
                </a:cxn>
                <a:cxn ang="0">
                  <a:pos x="127" y="32"/>
                </a:cxn>
                <a:cxn ang="0">
                  <a:pos x="109" y="14"/>
                </a:cxn>
                <a:cxn ang="0">
                  <a:pos x="84" y="4"/>
                </a:cxn>
                <a:cxn ang="0">
                  <a:pos x="71" y="0"/>
                </a:cxn>
                <a:cxn ang="0">
                  <a:pos x="98" y="6"/>
                </a:cxn>
                <a:cxn ang="0">
                  <a:pos x="121" y="21"/>
                </a:cxn>
                <a:cxn ang="0">
                  <a:pos x="135" y="43"/>
                </a:cxn>
                <a:cxn ang="0">
                  <a:pos x="141" y="70"/>
                </a:cxn>
                <a:cxn ang="0">
                  <a:pos x="136" y="97"/>
                </a:cxn>
                <a:cxn ang="0">
                  <a:pos x="121" y="119"/>
                </a:cxn>
                <a:cxn ang="0">
                  <a:pos x="98" y="140"/>
                </a:cxn>
                <a:cxn ang="0">
                  <a:pos x="90" y="154"/>
                </a:cxn>
                <a:cxn ang="0">
                  <a:pos x="89" y="167"/>
                </a:cxn>
                <a:cxn ang="0">
                  <a:pos x="83" y="180"/>
                </a:cxn>
                <a:cxn ang="0">
                  <a:pos x="71" y="185"/>
                </a:cxn>
                <a:cxn ang="0">
                  <a:pos x="58" y="180"/>
                </a:cxn>
                <a:cxn ang="0">
                  <a:pos x="53" y="167"/>
                </a:cxn>
                <a:cxn ang="0">
                  <a:pos x="51" y="154"/>
                </a:cxn>
                <a:cxn ang="0">
                  <a:pos x="44" y="140"/>
                </a:cxn>
                <a:cxn ang="0">
                  <a:pos x="30" y="128"/>
                </a:cxn>
                <a:cxn ang="0">
                  <a:pos x="12" y="109"/>
                </a:cxn>
                <a:cxn ang="0">
                  <a:pos x="2" y="85"/>
                </a:cxn>
                <a:cxn ang="0">
                  <a:pos x="2" y="56"/>
                </a:cxn>
                <a:cxn ang="0">
                  <a:pos x="12" y="31"/>
                </a:cxn>
                <a:cxn ang="0">
                  <a:pos x="31" y="12"/>
                </a:cxn>
                <a:cxn ang="0">
                  <a:pos x="57" y="2"/>
                </a:cxn>
              </a:cxnLst>
              <a:rect l="txL" t="txT" r="txR" b="txB"/>
              <a:pathLst>
                <a:path w="141" h="185">
                  <a:moveTo>
                    <a:pt x="71" y="3"/>
                  </a:moveTo>
                  <a:lnTo>
                    <a:pt x="57" y="4"/>
                  </a:lnTo>
                  <a:lnTo>
                    <a:pt x="45" y="8"/>
                  </a:lnTo>
                  <a:lnTo>
                    <a:pt x="33" y="14"/>
                  </a:lnTo>
                  <a:lnTo>
                    <a:pt x="23" y="23"/>
                  </a:lnTo>
                  <a:lnTo>
                    <a:pt x="15" y="32"/>
                  </a:lnTo>
                  <a:lnTo>
                    <a:pt x="8" y="44"/>
                  </a:lnTo>
                  <a:lnTo>
                    <a:pt x="4" y="57"/>
                  </a:lnTo>
                  <a:lnTo>
                    <a:pt x="3" y="70"/>
                  </a:lnTo>
                  <a:lnTo>
                    <a:pt x="4" y="83"/>
                  </a:lnTo>
                  <a:lnTo>
                    <a:pt x="8" y="96"/>
                  </a:lnTo>
                  <a:lnTo>
                    <a:pt x="14" y="107"/>
                  </a:lnTo>
                  <a:lnTo>
                    <a:pt x="22" y="117"/>
                  </a:lnTo>
                  <a:lnTo>
                    <a:pt x="32" y="125"/>
                  </a:lnTo>
                  <a:lnTo>
                    <a:pt x="39" y="131"/>
                  </a:lnTo>
                  <a:lnTo>
                    <a:pt x="45" y="138"/>
                  </a:lnTo>
                  <a:lnTo>
                    <a:pt x="51" y="145"/>
                  </a:lnTo>
                  <a:lnTo>
                    <a:pt x="54" y="153"/>
                  </a:lnTo>
                  <a:lnTo>
                    <a:pt x="55" y="162"/>
                  </a:lnTo>
                  <a:lnTo>
                    <a:pt x="55" y="167"/>
                  </a:lnTo>
                  <a:lnTo>
                    <a:pt x="57" y="174"/>
                  </a:lnTo>
                  <a:lnTo>
                    <a:pt x="60" y="178"/>
                  </a:lnTo>
                  <a:lnTo>
                    <a:pt x="65" y="181"/>
                  </a:lnTo>
                  <a:lnTo>
                    <a:pt x="71" y="183"/>
                  </a:lnTo>
                  <a:lnTo>
                    <a:pt x="77" y="181"/>
                  </a:lnTo>
                  <a:lnTo>
                    <a:pt x="82" y="178"/>
                  </a:lnTo>
                  <a:lnTo>
                    <a:pt x="85" y="174"/>
                  </a:lnTo>
                  <a:lnTo>
                    <a:pt x="86" y="167"/>
                  </a:lnTo>
                  <a:lnTo>
                    <a:pt x="86" y="162"/>
                  </a:lnTo>
                  <a:lnTo>
                    <a:pt x="87" y="153"/>
                  </a:lnTo>
                  <a:lnTo>
                    <a:pt x="91" y="145"/>
                  </a:lnTo>
                  <a:lnTo>
                    <a:pt x="96" y="138"/>
                  </a:lnTo>
                  <a:lnTo>
                    <a:pt x="103" y="131"/>
                  </a:lnTo>
                  <a:lnTo>
                    <a:pt x="110" y="125"/>
                  </a:lnTo>
                  <a:lnTo>
                    <a:pt x="120" y="117"/>
                  </a:lnTo>
                  <a:lnTo>
                    <a:pt x="128" y="107"/>
                  </a:lnTo>
                  <a:lnTo>
                    <a:pt x="133" y="96"/>
                  </a:lnTo>
                  <a:lnTo>
                    <a:pt x="137" y="83"/>
                  </a:lnTo>
                  <a:lnTo>
                    <a:pt x="138" y="70"/>
                  </a:lnTo>
                  <a:lnTo>
                    <a:pt x="137" y="57"/>
                  </a:lnTo>
                  <a:lnTo>
                    <a:pt x="133" y="44"/>
                  </a:lnTo>
                  <a:lnTo>
                    <a:pt x="127" y="32"/>
                  </a:lnTo>
                  <a:lnTo>
                    <a:pt x="118" y="23"/>
                  </a:lnTo>
                  <a:lnTo>
                    <a:pt x="109" y="14"/>
                  </a:lnTo>
                  <a:lnTo>
                    <a:pt x="97" y="8"/>
                  </a:lnTo>
                  <a:lnTo>
                    <a:pt x="84" y="4"/>
                  </a:lnTo>
                  <a:lnTo>
                    <a:pt x="71" y="3"/>
                  </a:lnTo>
                  <a:close/>
                  <a:moveTo>
                    <a:pt x="71" y="0"/>
                  </a:moveTo>
                  <a:lnTo>
                    <a:pt x="85" y="2"/>
                  </a:lnTo>
                  <a:lnTo>
                    <a:pt x="98" y="6"/>
                  </a:lnTo>
                  <a:lnTo>
                    <a:pt x="110" y="12"/>
                  </a:lnTo>
                  <a:lnTo>
                    <a:pt x="121" y="21"/>
                  </a:lnTo>
                  <a:lnTo>
                    <a:pt x="129" y="31"/>
                  </a:lnTo>
                  <a:lnTo>
                    <a:pt x="135" y="43"/>
                  </a:lnTo>
                  <a:lnTo>
                    <a:pt x="139" y="56"/>
                  </a:lnTo>
                  <a:lnTo>
                    <a:pt x="141" y="70"/>
                  </a:lnTo>
                  <a:lnTo>
                    <a:pt x="140" y="85"/>
                  </a:lnTo>
                  <a:lnTo>
                    <a:pt x="136" y="97"/>
                  </a:lnTo>
                  <a:lnTo>
                    <a:pt x="129" y="109"/>
                  </a:lnTo>
                  <a:lnTo>
                    <a:pt x="121" y="119"/>
                  </a:lnTo>
                  <a:lnTo>
                    <a:pt x="104" y="133"/>
                  </a:lnTo>
                  <a:lnTo>
                    <a:pt x="98" y="140"/>
                  </a:lnTo>
                  <a:lnTo>
                    <a:pt x="93" y="146"/>
                  </a:lnTo>
                  <a:lnTo>
                    <a:pt x="90" y="154"/>
                  </a:lnTo>
                  <a:lnTo>
                    <a:pt x="89" y="162"/>
                  </a:lnTo>
                  <a:lnTo>
                    <a:pt x="89" y="167"/>
                  </a:lnTo>
                  <a:lnTo>
                    <a:pt x="87" y="174"/>
                  </a:lnTo>
                  <a:lnTo>
                    <a:pt x="83" y="180"/>
                  </a:lnTo>
                  <a:lnTo>
                    <a:pt x="78" y="184"/>
                  </a:lnTo>
                  <a:lnTo>
                    <a:pt x="71" y="185"/>
                  </a:lnTo>
                  <a:lnTo>
                    <a:pt x="63" y="184"/>
                  </a:lnTo>
                  <a:lnTo>
                    <a:pt x="58" y="180"/>
                  </a:lnTo>
                  <a:lnTo>
                    <a:pt x="54" y="174"/>
                  </a:lnTo>
                  <a:lnTo>
                    <a:pt x="53" y="167"/>
                  </a:lnTo>
                  <a:lnTo>
                    <a:pt x="53" y="162"/>
                  </a:lnTo>
                  <a:lnTo>
                    <a:pt x="51" y="154"/>
                  </a:lnTo>
                  <a:lnTo>
                    <a:pt x="48" y="146"/>
                  </a:lnTo>
                  <a:lnTo>
                    <a:pt x="44" y="140"/>
                  </a:lnTo>
                  <a:lnTo>
                    <a:pt x="37" y="133"/>
                  </a:lnTo>
                  <a:lnTo>
                    <a:pt x="30" y="128"/>
                  </a:lnTo>
                  <a:lnTo>
                    <a:pt x="20" y="119"/>
                  </a:lnTo>
                  <a:lnTo>
                    <a:pt x="12" y="109"/>
                  </a:lnTo>
                  <a:lnTo>
                    <a:pt x="5" y="97"/>
                  </a:lnTo>
                  <a:lnTo>
                    <a:pt x="2" y="85"/>
                  </a:lnTo>
                  <a:lnTo>
                    <a:pt x="0" y="70"/>
                  </a:lnTo>
                  <a:lnTo>
                    <a:pt x="2" y="56"/>
                  </a:lnTo>
                  <a:lnTo>
                    <a:pt x="6" y="43"/>
                  </a:lnTo>
                  <a:lnTo>
                    <a:pt x="12" y="31"/>
                  </a:lnTo>
                  <a:lnTo>
                    <a:pt x="21" y="21"/>
                  </a:lnTo>
                  <a:lnTo>
                    <a:pt x="31" y="12"/>
                  </a:lnTo>
                  <a:lnTo>
                    <a:pt x="44" y="6"/>
                  </a:lnTo>
                  <a:lnTo>
                    <a:pt x="57" y="2"/>
                  </a:lnTo>
                  <a:lnTo>
                    <a:pt x="71" y="0"/>
                  </a:lnTo>
                  <a:close/>
                </a:path>
              </a:pathLst>
            </a:custGeom>
            <a:solidFill>
              <a:srgbClr val="FF1E00">
                <a:alpha val="100000"/>
              </a:srgbClr>
            </a:solidFill>
            <a:ln w="0" cap="flat" cmpd="sng">
              <a:solidFill>
                <a:srgbClr val="FF1E00">
                  <a:alpha val="100000"/>
                </a:srgbClr>
              </a:solidFill>
              <a:prstDash val="solid"/>
              <a:round/>
              <a:headEnd type="none" w="med" len="med"/>
              <a:tailEnd type="none" w="med" len="med"/>
            </a:ln>
          </p:spPr>
          <p:txBody>
            <a:bodyPr/>
            <a:p>
              <a:endParaRPr lang="zh-CN" altLang="en-US"/>
            </a:p>
          </p:txBody>
        </p:sp>
        <p:sp>
          <p:nvSpPr>
            <p:cNvPr id="4183" name="Freeform 89"/>
            <p:cNvSpPr/>
            <p:nvPr/>
          </p:nvSpPr>
          <p:spPr>
            <a:xfrm>
              <a:off x="4312" y="474"/>
              <a:ext cx="92" cy="19"/>
            </a:xfrm>
            <a:custGeom>
              <a:avLst/>
              <a:gdLst>
                <a:gd name="txL" fmla="*/ 0 w 92"/>
                <a:gd name="txT" fmla="*/ 0 h 19"/>
                <a:gd name="txR" fmla="*/ 92 w 92"/>
                <a:gd name="txB" fmla="*/ 19 h 19"/>
              </a:gdLst>
              <a:ahLst/>
              <a:cxnLst>
                <a:cxn ang="0">
                  <a:pos x="48" y="0"/>
                </a:cxn>
                <a:cxn ang="0">
                  <a:pos x="61" y="1"/>
                </a:cxn>
                <a:cxn ang="0">
                  <a:pos x="74" y="5"/>
                </a:cxn>
                <a:cxn ang="0">
                  <a:pos x="86" y="12"/>
                </a:cxn>
                <a:cxn ang="0">
                  <a:pos x="92" y="16"/>
                </a:cxn>
                <a:cxn ang="0">
                  <a:pos x="0" y="19"/>
                </a:cxn>
                <a:cxn ang="0">
                  <a:pos x="9" y="12"/>
                </a:cxn>
                <a:cxn ang="0">
                  <a:pos x="21" y="5"/>
                </a:cxn>
                <a:cxn ang="0">
                  <a:pos x="34" y="1"/>
                </a:cxn>
                <a:cxn ang="0">
                  <a:pos x="48" y="0"/>
                </a:cxn>
              </a:cxnLst>
              <a:rect l="txL" t="txT" r="txR" b="txB"/>
              <a:pathLst>
                <a:path w="92" h="19">
                  <a:moveTo>
                    <a:pt x="48" y="0"/>
                  </a:moveTo>
                  <a:lnTo>
                    <a:pt x="61" y="1"/>
                  </a:lnTo>
                  <a:lnTo>
                    <a:pt x="74" y="5"/>
                  </a:lnTo>
                  <a:lnTo>
                    <a:pt x="86" y="12"/>
                  </a:lnTo>
                  <a:lnTo>
                    <a:pt x="92" y="16"/>
                  </a:lnTo>
                  <a:lnTo>
                    <a:pt x="0" y="19"/>
                  </a:lnTo>
                  <a:lnTo>
                    <a:pt x="9" y="12"/>
                  </a:lnTo>
                  <a:lnTo>
                    <a:pt x="21" y="5"/>
                  </a:lnTo>
                  <a:lnTo>
                    <a:pt x="34" y="1"/>
                  </a:lnTo>
                  <a:lnTo>
                    <a:pt x="48" y="0"/>
                  </a:lnTo>
                  <a:close/>
                </a:path>
              </a:pathLst>
            </a:custGeom>
            <a:solidFill>
              <a:srgbClr val="FFFFFF">
                <a:alpha val="100000"/>
              </a:srgbClr>
            </a:solidFill>
            <a:ln w="0" cap="flat" cmpd="sng">
              <a:solidFill>
                <a:srgbClr val="FFFFFF">
                  <a:alpha val="100000"/>
                </a:srgbClr>
              </a:solidFill>
              <a:prstDash val="solid"/>
              <a:round/>
              <a:headEnd type="none" w="med" len="med"/>
              <a:tailEnd type="none" w="med" len="med"/>
            </a:ln>
          </p:spPr>
          <p:txBody>
            <a:bodyPr/>
            <a:p>
              <a:endParaRPr lang="zh-CN" altLang="en-US"/>
            </a:p>
          </p:txBody>
        </p:sp>
        <p:sp>
          <p:nvSpPr>
            <p:cNvPr id="4184" name="Freeform 90"/>
            <p:cNvSpPr/>
            <p:nvPr/>
          </p:nvSpPr>
          <p:spPr>
            <a:xfrm>
              <a:off x="4297" y="490"/>
              <a:ext cx="123" cy="24"/>
            </a:xfrm>
            <a:custGeom>
              <a:avLst/>
              <a:gdLst>
                <a:gd name="txL" fmla="*/ 0 w 123"/>
                <a:gd name="txT" fmla="*/ 0 h 24"/>
                <a:gd name="txR" fmla="*/ 123 w 123"/>
                <a:gd name="txB" fmla="*/ 24 h 24"/>
              </a:gdLst>
              <a:ahLst/>
              <a:cxnLst>
                <a:cxn ang="0">
                  <a:pos x="107" y="0"/>
                </a:cxn>
                <a:cxn ang="0">
                  <a:pos x="112" y="4"/>
                </a:cxn>
                <a:cxn ang="0">
                  <a:pos x="120" y="14"/>
                </a:cxn>
                <a:cxn ang="0">
                  <a:pos x="123" y="20"/>
                </a:cxn>
                <a:cxn ang="0">
                  <a:pos x="0" y="24"/>
                </a:cxn>
                <a:cxn ang="0">
                  <a:pos x="5" y="14"/>
                </a:cxn>
                <a:cxn ang="0">
                  <a:pos x="14" y="4"/>
                </a:cxn>
                <a:cxn ang="0">
                  <a:pos x="15" y="3"/>
                </a:cxn>
                <a:cxn ang="0">
                  <a:pos x="107" y="0"/>
                </a:cxn>
              </a:cxnLst>
              <a:rect l="txL" t="txT" r="txR" b="txB"/>
              <a:pathLst>
                <a:path w="123" h="24">
                  <a:moveTo>
                    <a:pt x="107" y="0"/>
                  </a:moveTo>
                  <a:lnTo>
                    <a:pt x="112" y="4"/>
                  </a:lnTo>
                  <a:lnTo>
                    <a:pt x="120" y="14"/>
                  </a:lnTo>
                  <a:lnTo>
                    <a:pt x="123" y="20"/>
                  </a:lnTo>
                  <a:lnTo>
                    <a:pt x="0" y="24"/>
                  </a:lnTo>
                  <a:lnTo>
                    <a:pt x="5" y="14"/>
                  </a:lnTo>
                  <a:lnTo>
                    <a:pt x="14" y="4"/>
                  </a:lnTo>
                  <a:lnTo>
                    <a:pt x="15" y="3"/>
                  </a:lnTo>
                  <a:lnTo>
                    <a:pt x="107" y="0"/>
                  </a:lnTo>
                  <a:close/>
                </a:path>
              </a:pathLst>
            </a:custGeom>
            <a:solidFill>
              <a:srgbClr val="FFFFFF">
                <a:alpha val="100000"/>
              </a:srgbClr>
            </a:solidFill>
            <a:ln w="0" cap="flat" cmpd="sng">
              <a:solidFill>
                <a:srgbClr val="FFFFFF">
                  <a:alpha val="100000"/>
                </a:srgbClr>
              </a:solidFill>
              <a:prstDash val="solid"/>
              <a:round/>
              <a:headEnd type="none" w="med" len="med"/>
              <a:tailEnd type="none" w="med" len="med"/>
            </a:ln>
          </p:spPr>
          <p:txBody>
            <a:bodyPr/>
            <a:p>
              <a:endParaRPr lang="zh-CN" altLang="en-US"/>
            </a:p>
          </p:txBody>
        </p:sp>
        <p:sp>
          <p:nvSpPr>
            <p:cNvPr id="4185" name="Freeform 91"/>
            <p:cNvSpPr/>
            <p:nvPr/>
          </p:nvSpPr>
          <p:spPr>
            <a:xfrm>
              <a:off x="4291" y="510"/>
              <a:ext cx="136" cy="24"/>
            </a:xfrm>
            <a:custGeom>
              <a:avLst/>
              <a:gdLst>
                <a:gd name="txL" fmla="*/ 0 w 136"/>
                <a:gd name="txT" fmla="*/ 0 h 24"/>
                <a:gd name="txR" fmla="*/ 136 w 136"/>
                <a:gd name="txB" fmla="*/ 24 h 24"/>
              </a:gdLst>
              <a:ahLst/>
              <a:cxnLst>
                <a:cxn ang="0">
                  <a:pos x="129" y="0"/>
                </a:cxn>
                <a:cxn ang="0">
                  <a:pos x="132" y="6"/>
                </a:cxn>
                <a:cxn ang="0">
                  <a:pos x="136" y="19"/>
                </a:cxn>
                <a:cxn ang="0">
                  <a:pos x="136" y="20"/>
                </a:cxn>
                <a:cxn ang="0">
                  <a:pos x="0" y="24"/>
                </a:cxn>
                <a:cxn ang="0">
                  <a:pos x="1" y="19"/>
                </a:cxn>
                <a:cxn ang="0">
                  <a:pos x="5" y="6"/>
                </a:cxn>
                <a:cxn ang="0">
                  <a:pos x="6" y="4"/>
                </a:cxn>
                <a:cxn ang="0">
                  <a:pos x="129" y="0"/>
                </a:cxn>
              </a:cxnLst>
              <a:rect l="txL" t="txT" r="txR" b="txB"/>
              <a:pathLst>
                <a:path w="136" h="24">
                  <a:moveTo>
                    <a:pt x="129" y="0"/>
                  </a:moveTo>
                  <a:lnTo>
                    <a:pt x="132" y="6"/>
                  </a:lnTo>
                  <a:lnTo>
                    <a:pt x="136" y="19"/>
                  </a:lnTo>
                  <a:lnTo>
                    <a:pt x="136" y="20"/>
                  </a:lnTo>
                  <a:lnTo>
                    <a:pt x="0" y="24"/>
                  </a:lnTo>
                  <a:lnTo>
                    <a:pt x="1" y="19"/>
                  </a:lnTo>
                  <a:lnTo>
                    <a:pt x="5" y="6"/>
                  </a:lnTo>
                  <a:lnTo>
                    <a:pt x="6" y="4"/>
                  </a:lnTo>
                  <a:lnTo>
                    <a:pt x="129" y="0"/>
                  </a:lnTo>
                  <a:close/>
                </a:path>
              </a:pathLst>
            </a:custGeom>
            <a:solidFill>
              <a:srgbClr val="F7FAFB">
                <a:alpha val="100000"/>
              </a:srgbClr>
            </a:solidFill>
            <a:ln w="0" cap="flat" cmpd="sng">
              <a:solidFill>
                <a:srgbClr val="F7FAFB">
                  <a:alpha val="100000"/>
                </a:srgbClr>
              </a:solidFill>
              <a:prstDash val="solid"/>
              <a:round/>
              <a:headEnd type="none" w="med" len="med"/>
              <a:tailEnd type="none" w="med" len="med"/>
            </a:ln>
          </p:spPr>
          <p:txBody>
            <a:bodyPr/>
            <a:p>
              <a:endParaRPr lang="zh-CN" altLang="en-US"/>
            </a:p>
          </p:txBody>
        </p:sp>
        <p:sp>
          <p:nvSpPr>
            <p:cNvPr id="4186" name="Freeform 92"/>
            <p:cNvSpPr/>
            <p:nvPr/>
          </p:nvSpPr>
          <p:spPr>
            <a:xfrm>
              <a:off x="4291" y="531"/>
              <a:ext cx="137" cy="24"/>
            </a:xfrm>
            <a:custGeom>
              <a:avLst/>
              <a:gdLst>
                <a:gd name="txL" fmla="*/ 0 w 137"/>
                <a:gd name="txT" fmla="*/ 0 h 24"/>
                <a:gd name="txR" fmla="*/ 137 w 137"/>
                <a:gd name="txB" fmla="*/ 24 h 24"/>
              </a:gdLst>
              <a:ahLst/>
              <a:cxnLst>
                <a:cxn ang="0">
                  <a:pos x="136" y="0"/>
                </a:cxn>
                <a:cxn ang="0">
                  <a:pos x="137" y="11"/>
                </a:cxn>
                <a:cxn ang="0">
                  <a:pos x="137" y="20"/>
                </a:cxn>
                <a:cxn ang="0">
                  <a:pos x="1" y="24"/>
                </a:cxn>
                <a:cxn ang="0">
                  <a:pos x="0" y="11"/>
                </a:cxn>
                <a:cxn ang="0">
                  <a:pos x="0" y="4"/>
                </a:cxn>
                <a:cxn ang="0">
                  <a:pos x="136" y="0"/>
                </a:cxn>
              </a:cxnLst>
              <a:rect l="txL" t="txT" r="txR" b="txB"/>
              <a:pathLst>
                <a:path w="137" h="24">
                  <a:moveTo>
                    <a:pt x="136" y="0"/>
                  </a:moveTo>
                  <a:lnTo>
                    <a:pt x="137" y="11"/>
                  </a:lnTo>
                  <a:lnTo>
                    <a:pt x="137" y="20"/>
                  </a:lnTo>
                  <a:lnTo>
                    <a:pt x="1" y="24"/>
                  </a:lnTo>
                  <a:lnTo>
                    <a:pt x="0" y="11"/>
                  </a:lnTo>
                  <a:lnTo>
                    <a:pt x="0" y="4"/>
                  </a:lnTo>
                  <a:lnTo>
                    <a:pt x="136" y="0"/>
                  </a:lnTo>
                  <a:close/>
                </a:path>
              </a:pathLst>
            </a:custGeom>
            <a:solidFill>
              <a:srgbClr val="ECF2F2">
                <a:alpha val="100000"/>
              </a:srgbClr>
            </a:solidFill>
            <a:ln w="0" cap="flat" cmpd="sng">
              <a:solidFill>
                <a:srgbClr val="ECF2F2">
                  <a:alpha val="100000"/>
                </a:srgbClr>
              </a:solidFill>
              <a:prstDash val="solid"/>
              <a:round/>
              <a:headEnd type="none" w="med" len="med"/>
              <a:tailEnd type="none" w="med" len="med"/>
            </a:ln>
          </p:spPr>
          <p:txBody>
            <a:bodyPr/>
            <a:p>
              <a:endParaRPr lang="zh-CN" altLang="en-US"/>
            </a:p>
          </p:txBody>
        </p:sp>
        <p:sp>
          <p:nvSpPr>
            <p:cNvPr id="4187" name="Freeform 93"/>
            <p:cNvSpPr/>
            <p:nvPr/>
          </p:nvSpPr>
          <p:spPr>
            <a:xfrm>
              <a:off x="4292" y="551"/>
              <a:ext cx="136" cy="24"/>
            </a:xfrm>
            <a:custGeom>
              <a:avLst/>
              <a:gdLst>
                <a:gd name="txL" fmla="*/ 0 w 136"/>
                <a:gd name="txT" fmla="*/ 0 h 24"/>
                <a:gd name="txR" fmla="*/ 136 w 136"/>
                <a:gd name="txB" fmla="*/ 24 h 24"/>
              </a:gdLst>
              <a:ahLst/>
              <a:cxnLst>
                <a:cxn ang="0">
                  <a:pos x="136" y="0"/>
                </a:cxn>
                <a:cxn ang="0">
                  <a:pos x="135" y="5"/>
                </a:cxn>
                <a:cxn ang="0">
                  <a:pos x="131" y="17"/>
                </a:cxn>
                <a:cxn ang="0">
                  <a:pos x="130" y="21"/>
                </a:cxn>
                <a:cxn ang="0">
                  <a:pos x="8" y="24"/>
                </a:cxn>
                <a:cxn ang="0">
                  <a:pos x="4" y="17"/>
                </a:cxn>
                <a:cxn ang="0">
                  <a:pos x="0" y="5"/>
                </a:cxn>
                <a:cxn ang="0">
                  <a:pos x="0" y="4"/>
                </a:cxn>
                <a:cxn ang="0">
                  <a:pos x="136" y="0"/>
                </a:cxn>
              </a:cxnLst>
              <a:rect l="txL" t="txT" r="txR" b="txB"/>
              <a:pathLst>
                <a:path w="136" h="24">
                  <a:moveTo>
                    <a:pt x="136" y="0"/>
                  </a:moveTo>
                  <a:lnTo>
                    <a:pt x="135" y="5"/>
                  </a:lnTo>
                  <a:lnTo>
                    <a:pt x="131" y="17"/>
                  </a:lnTo>
                  <a:lnTo>
                    <a:pt x="130" y="21"/>
                  </a:lnTo>
                  <a:lnTo>
                    <a:pt x="8" y="24"/>
                  </a:lnTo>
                  <a:lnTo>
                    <a:pt x="4" y="17"/>
                  </a:lnTo>
                  <a:lnTo>
                    <a:pt x="0" y="5"/>
                  </a:lnTo>
                  <a:lnTo>
                    <a:pt x="0" y="4"/>
                  </a:lnTo>
                  <a:lnTo>
                    <a:pt x="136" y="0"/>
                  </a:lnTo>
                  <a:close/>
                </a:path>
              </a:pathLst>
            </a:custGeom>
            <a:solidFill>
              <a:srgbClr val="E0E8E8">
                <a:alpha val="100000"/>
              </a:srgbClr>
            </a:solidFill>
            <a:ln w="0" cap="flat" cmpd="sng">
              <a:solidFill>
                <a:srgbClr val="E0E8E8">
                  <a:alpha val="100000"/>
                </a:srgbClr>
              </a:solidFill>
              <a:prstDash val="solid"/>
              <a:round/>
              <a:headEnd type="none" w="med" len="med"/>
              <a:tailEnd type="none" w="med" len="med"/>
            </a:ln>
          </p:spPr>
          <p:txBody>
            <a:bodyPr/>
            <a:p>
              <a:endParaRPr lang="zh-CN" altLang="en-US"/>
            </a:p>
          </p:txBody>
        </p:sp>
        <p:sp>
          <p:nvSpPr>
            <p:cNvPr id="4188" name="Freeform 94"/>
            <p:cNvSpPr/>
            <p:nvPr/>
          </p:nvSpPr>
          <p:spPr>
            <a:xfrm>
              <a:off x="4300" y="572"/>
              <a:ext cx="122" cy="23"/>
            </a:xfrm>
            <a:custGeom>
              <a:avLst/>
              <a:gdLst>
                <a:gd name="txL" fmla="*/ 0 w 122"/>
                <a:gd name="txT" fmla="*/ 0 h 23"/>
                <a:gd name="txR" fmla="*/ 122 w 122"/>
                <a:gd name="txB" fmla="*/ 23 h 23"/>
              </a:gdLst>
              <a:ahLst/>
              <a:cxnLst>
                <a:cxn ang="0">
                  <a:pos x="122" y="0"/>
                </a:cxn>
                <a:cxn ang="0">
                  <a:pos x="117" y="8"/>
                </a:cxn>
                <a:cxn ang="0">
                  <a:pos x="109" y="18"/>
                </a:cxn>
                <a:cxn ang="0">
                  <a:pos x="106" y="20"/>
                </a:cxn>
                <a:cxn ang="0">
                  <a:pos x="17" y="23"/>
                </a:cxn>
                <a:cxn ang="0">
                  <a:pos x="10" y="18"/>
                </a:cxn>
                <a:cxn ang="0">
                  <a:pos x="2" y="8"/>
                </a:cxn>
                <a:cxn ang="0">
                  <a:pos x="0" y="3"/>
                </a:cxn>
                <a:cxn ang="0">
                  <a:pos x="122" y="0"/>
                </a:cxn>
              </a:cxnLst>
              <a:rect l="txL" t="txT" r="txR" b="txB"/>
              <a:pathLst>
                <a:path w="122" h="23">
                  <a:moveTo>
                    <a:pt x="122" y="0"/>
                  </a:moveTo>
                  <a:lnTo>
                    <a:pt x="117" y="8"/>
                  </a:lnTo>
                  <a:lnTo>
                    <a:pt x="109" y="18"/>
                  </a:lnTo>
                  <a:lnTo>
                    <a:pt x="106" y="20"/>
                  </a:lnTo>
                  <a:lnTo>
                    <a:pt x="17" y="23"/>
                  </a:lnTo>
                  <a:lnTo>
                    <a:pt x="10" y="18"/>
                  </a:lnTo>
                  <a:lnTo>
                    <a:pt x="2" y="8"/>
                  </a:lnTo>
                  <a:lnTo>
                    <a:pt x="0" y="3"/>
                  </a:lnTo>
                  <a:lnTo>
                    <a:pt x="122" y="0"/>
                  </a:lnTo>
                  <a:close/>
                </a:path>
              </a:pathLst>
            </a:custGeom>
            <a:solidFill>
              <a:srgbClr val="D4DFE0">
                <a:alpha val="100000"/>
              </a:srgbClr>
            </a:solidFill>
            <a:ln w="0" cap="flat" cmpd="sng">
              <a:solidFill>
                <a:srgbClr val="D4DFE0">
                  <a:alpha val="100000"/>
                </a:srgbClr>
              </a:solidFill>
              <a:prstDash val="solid"/>
              <a:round/>
              <a:headEnd type="none" w="med" len="med"/>
              <a:tailEnd type="none" w="med" len="med"/>
            </a:ln>
          </p:spPr>
          <p:txBody>
            <a:bodyPr/>
            <a:p>
              <a:endParaRPr lang="zh-CN" altLang="en-US"/>
            </a:p>
          </p:txBody>
        </p:sp>
        <p:sp>
          <p:nvSpPr>
            <p:cNvPr id="4189" name="Freeform 95"/>
            <p:cNvSpPr/>
            <p:nvPr/>
          </p:nvSpPr>
          <p:spPr>
            <a:xfrm>
              <a:off x="4317" y="592"/>
              <a:ext cx="89" cy="23"/>
            </a:xfrm>
            <a:custGeom>
              <a:avLst/>
              <a:gdLst>
                <a:gd name="txL" fmla="*/ 0 w 89"/>
                <a:gd name="txT" fmla="*/ 0 h 23"/>
                <a:gd name="txR" fmla="*/ 89 w 89"/>
                <a:gd name="txB" fmla="*/ 23 h 23"/>
              </a:gdLst>
              <a:ahLst/>
              <a:cxnLst>
                <a:cxn ang="0">
                  <a:pos x="89" y="0"/>
                </a:cxn>
                <a:cxn ang="0">
                  <a:pos x="83" y="7"/>
                </a:cxn>
                <a:cxn ang="0">
                  <a:pos x="76" y="12"/>
                </a:cxn>
                <a:cxn ang="0">
                  <a:pos x="69" y="18"/>
                </a:cxn>
                <a:cxn ang="0">
                  <a:pos x="67" y="22"/>
                </a:cxn>
                <a:cxn ang="0">
                  <a:pos x="19" y="23"/>
                </a:cxn>
                <a:cxn ang="0">
                  <a:pos x="16" y="18"/>
                </a:cxn>
                <a:cxn ang="0">
                  <a:pos x="10" y="12"/>
                </a:cxn>
                <a:cxn ang="0">
                  <a:pos x="3" y="7"/>
                </a:cxn>
                <a:cxn ang="0">
                  <a:pos x="0" y="3"/>
                </a:cxn>
                <a:cxn ang="0">
                  <a:pos x="89" y="0"/>
                </a:cxn>
              </a:cxnLst>
              <a:rect l="txL" t="txT" r="txR" b="txB"/>
              <a:pathLst>
                <a:path w="89" h="23">
                  <a:moveTo>
                    <a:pt x="89" y="0"/>
                  </a:moveTo>
                  <a:lnTo>
                    <a:pt x="83" y="7"/>
                  </a:lnTo>
                  <a:lnTo>
                    <a:pt x="76" y="12"/>
                  </a:lnTo>
                  <a:lnTo>
                    <a:pt x="69" y="18"/>
                  </a:lnTo>
                  <a:lnTo>
                    <a:pt x="67" y="22"/>
                  </a:lnTo>
                  <a:lnTo>
                    <a:pt x="19" y="23"/>
                  </a:lnTo>
                  <a:lnTo>
                    <a:pt x="16" y="18"/>
                  </a:lnTo>
                  <a:lnTo>
                    <a:pt x="10" y="12"/>
                  </a:lnTo>
                  <a:lnTo>
                    <a:pt x="3" y="7"/>
                  </a:lnTo>
                  <a:lnTo>
                    <a:pt x="0" y="3"/>
                  </a:lnTo>
                  <a:lnTo>
                    <a:pt x="89" y="0"/>
                  </a:lnTo>
                  <a:close/>
                </a:path>
              </a:pathLst>
            </a:custGeom>
            <a:solidFill>
              <a:srgbClr val="C6D5D5">
                <a:alpha val="100000"/>
              </a:srgbClr>
            </a:solidFill>
            <a:ln w="0" cap="flat" cmpd="sng">
              <a:solidFill>
                <a:srgbClr val="C6D5D5">
                  <a:alpha val="100000"/>
                </a:srgbClr>
              </a:solidFill>
              <a:prstDash val="solid"/>
              <a:round/>
              <a:headEnd type="none" w="med" len="med"/>
              <a:tailEnd type="none" w="med" len="med"/>
            </a:ln>
          </p:spPr>
          <p:txBody>
            <a:bodyPr/>
            <a:p>
              <a:endParaRPr lang="zh-CN" altLang="en-US"/>
            </a:p>
          </p:txBody>
        </p:sp>
        <p:sp>
          <p:nvSpPr>
            <p:cNvPr id="4190" name="Freeform 96"/>
            <p:cNvSpPr/>
            <p:nvPr/>
          </p:nvSpPr>
          <p:spPr>
            <a:xfrm>
              <a:off x="4336" y="614"/>
              <a:ext cx="47" cy="22"/>
            </a:xfrm>
            <a:custGeom>
              <a:avLst/>
              <a:gdLst>
                <a:gd name="txL" fmla="*/ 0 w 47"/>
                <a:gd name="txT" fmla="*/ 0 h 22"/>
                <a:gd name="txR" fmla="*/ 47 w 47"/>
                <a:gd name="txB" fmla="*/ 22 h 22"/>
              </a:gdLst>
              <a:ahLst/>
              <a:cxnLst>
                <a:cxn ang="0">
                  <a:pos x="47" y="0"/>
                </a:cxn>
                <a:cxn ang="0">
                  <a:pos x="45" y="4"/>
                </a:cxn>
                <a:cxn ang="0">
                  <a:pos x="41" y="12"/>
                </a:cxn>
                <a:cxn ang="0">
                  <a:pos x="40" y="20"/>
                </a:cxn>
                <a:cxn ang="0">
                  <a:pos x="40" y="21"/>
                </a:cxn>
                <a:cxn ang="0">
                  <a:pos x="7" y="22"/>
                </a:cxn>
                <a:cxn ang="0">
                  <a:pos x="7" y="20"/>
                </a:cxn>
                <a:cxn ang="0">
                  <a:pos x="6" y="12"/>
                </a:cxn>
                <a:cxn ang="0">
                  <a:pos x="2" y="4"/>
                </a:cxn>
                <a:cxn ang="0">
                  <a:pos x="0" y="2"/>
                </a:cxn>
                <a:cxn ang="0">
                  <a:pos x="47" y="0"/>
                </a:cxn>
              </a:cxnLst>
              <a:rect l="txL" t="txT" r="txR" b="txB"/>
              <a:pathLst>
                <a:path w="47" h="22">
                  <a:moveTo>
                    <a:pt x="47" y="0"/>
                  </a:moveTo>
                  <a:lnTo>
                    <a:pt x="45" y="4"/>
                  </a:lnTo>
                  <a:lnTo>
                    <a:pt x="41" y="12"/>
                  </a:lnTo>
                  <a:lnTo>
                    <a:pt x="40" y="20"/>
                  </a:lnTo>
                  <a:lnTo>
                    <a:pt x="40" y="21"/>
                  </a:lnTo>
                  <a:lnTo>
                    <a:pt x="7" y="22"/>
                  </a:lnTo>
                  <a:lnTo>
                    <a:pt x="7" y="20"/>
                  </a:lnTo>
                  <a:lnTo>
                    <a:pt x="6" y="12"/>
                  </a:lnTo>
                  <a:lnTo>
                    <a:pt x="2" y="4"/>
                  </a:lnTo>
                  <a:lnTo>
                    <a:pt x="0" y="2"/>
                  </a:lnTo>
                  <a:lnTo>
                    <a:pt x="47" y="0"/>
                  </a:lnTo>
                  <a:close/>
                </a:path>
              </a:pathLst>
            </a:custGeom>
            <a:solidFill>
              <a:srgbClr val="B9C9CB">
                <a:alpha val="100000"/>
              </a:srgbClr>
            </a:solidFill>
            <a:ln w="0" cap="flat" cmpd="sng">
              <a:solidFill>
                <a:srgbClr val="B9C9CB">
                  <a:alpha val="100000"/>
                </a:srgbClr>
              </a:solidFill>
              <a:prstDash val="solid"/>
              <a:round/>
              <a:headEnd type="none" w="med" len="med"/>
              <a:tailEnd type="none" w="med" len="med"/>
            </a:ln>
          </p:spPr>
          <p:txBody>
            <a:bodyPr/>
            <a:p>
              <a:endParaRPr lang="zh-CN" altLang="en-US"/>
            </a:p>
          </p:txBody>
        </p:sp>
        <p:sp>
          <p:nvSpPr>
            <p:cNvPr id="4191" name="Freeform 97"/>
            <p:cNvSpPr/>
            <p:nvPr/>
          </p:nvSpPr>
          <p:spPr>
            <a:xfrm>
              <a:off x="4343" y="635"/>
              <a:ext cx="33" cy="21"/>
            </a:xfrm>
            <a:custGeom>
              <a:avLst/>
              <a:gdLst>
                <a:gd name="txL" fmla="*/ 0 w 33"/>
                <a:gd name="txT" fmla="*/ 0 h 21"/>
                <a:gd name="txR" fmla="*/ 33 w 33"/>
                <a:gd name="txB" fmla="*/ 21 h 21"/>
              </a:gdLst>
              <a:ahLst/>
              <a:cxnLst>
                <a:cxn ang="0">
                  <a:pos x="33" y="0"/>
                </a:cxn>
                <a:cxn ang="0">
                  <a:pos x="33" y="4"/>
                </a:cxn>
                <a:cxn ang="0">
                  <a:pos x="32" y="11"/>
                </a:cxn>
                <a:cxn ang="0">
                  <a:pos x="29" y="16"/>
                </a:cxn>
                <a:cxn ang="0">
                  <a:pos x="23" y="20"/>
                </a:cxn>
                <a:cxn ang="0">
                  <a:pos x="17" y="21"/>
                </a:cxn>
                <a:cxn ang="0">
                  <a:pos x="11" y="20"/>
                </a:cxn>
                <a:cxn ang="0">
                  <a:pos x="5" y="16"/>
                </a:cxn>
                <a:cxn ang="0">
                  <a:pos x="1" y="11"/>
                </a:cxn>
                <a:cxn ang="0">
                  <a:pos x="0" y="4"/>
                </a:cxn>
                <a:cxn ang="0">
                  <a:pos x="0" y="1"/>
                </a:cxn>
                <a:cxn ang="0">
                  <a:pos x="33" y="0"/>
                </a:cxn>
              </a:cxnLst>
              <a:rect l="txL" t="txT" r="txR" b="txB"/>
              <a:pathLst>
                <a:path w="33" h="21">
                  <a:moveTo>
                    <a:pt x="33" y="0"/>
                  </a:moveTo>
                  <a:lnTo>
                    <a:pt x="33" y="4"/>
                  </a:lnTo>
                  <a:lnTo>
                    <a:pt x="32" y="11"/>
                  </a:lnTo>
                  <a:lnTo>
                    <a:pt x="29" y="16"/>
                  </a:lnTo>
                  <a:lnTo>
                    <a:pt x="23" y="20"/>
                  </a:lnTo>
                  <a:lnTo>
                    <a:pt x="17" y="21"/>
                  </a:lnTo>
                  <a:lnTo>
                    <a:pt x="11" y="20"/>
                  </a:lnTo>
                  <a:lnTo>
                    <a:pt x="5" y="16"/>
                  </a:lnTo>
                  <a:lnTo>
                    <a:pt x="1" y="11"/>
                  </a:lnTo>
                  <a:lnTo>
                    <a:pt x="0" y="4"/>
                  </a:lnTo>
                  <a:lnTo>
                    <a:pt x="0" y="1"/>
                  </a:lnTo>
                  <a:lnTo>
                    <a:pt x="33" y="0"/>
                  </a:lnTo>
                  <a:close/>
                </a:path>
              </a:pathLst>
            </a:custGeom>
            <a:solidFill>
              <a:srgbClr val="ADBFC1">
                <a:alpha val="100000"/>
              </a:srgbClr>
            </a:solidFill>
            <a:ln w="0" cap="flat" cmpd="sng">
              <a:solidFill>
                <a:srgbClr val="ADBFC1">
                  <a:alpha val="100000"/>
                </a:srgbClr>
              </a:solidFill>
              <a:prstDash val="solid"/>
              <a:round/>
              <a:headEnd type="none" w="med" len="med"/>
              <a:tailEnd type="none" w="med" len="med"/>
            </a:ln>
          </p:spPr>
          <p:txBody>
            <a:bodyPr/>
            <a:p>
              <a:endParaRPr lang="zh-CN" altLang="en-US"/>
            </a:p>
          </p:txBody>
        </p:sp>
        <p:sp>
          <p:nvSpPr>
            <p:cNvPr id="4192" name="Freeform 98"/>
            <p:cNvSpPr>
              <a:spLocks noEditPoints="1"/>
            </p:cNvSpPr>
            <p:nvPr/>
          </p:nvSpPr>
          <p:spPr>
            <a:xfrm>
              <a:off x="4289" y="472"/>
              <a:ext cx="141" cy="185"/>
            </a:xfrm>
            <a:custGeom>
              <a:avLst/>
              <a:gdLst>
                <a:gd name="txL" fmla="*/ 0 w 141"/>
                <a:gd name="txT" fmla="*/ 0 h 185"/>
                <a:gd name="txR" fmla="*/ 141 w 141"/>
                <a:gd name="txB" fmla="*/ 185 h 185"/>
              </a:gdLst>
              <a:ahLst/>
              <a:cxnLst>
                <a:cxn ang="0">
                  <a:pos x="57" y="4"/>
                </a:cxn>
                <a:cxn ang="0">
                  <a:pos x="33" y="14"/>
                </a:cxn>
                <a:cxn ang="0">
                  <a:pos x="15" y="32"/>
                </a:cxn>
                <a:cxn ang="0">
                  <a:pos x="4" y="57"/>
                </a:cxn>
                <a:cxn ang="0">
                  <a:pos x="4" y="83"/>
                </a:cxn>
                <a:cxn ang="0">
                  <a:pos x="14" y="107"/>
                </a:cxn>
                <a:cxn ang="0">
                  <a:pos x="32" y="125"/>
                </a:cxn>
                <a:cxn ang="0">
                  <a:pos x="45" y="138"/>
                </a:cxn>
                <a:cxn ang="0">
                  <a:pos x="54" y="153"/>
                </a:cxn>
                <a:cxn ang="0">
                  <a:pos x="55" y="167"/>
                </a:cxn>
                <a:cxn ang="0">
                  <a:pos x="60" y="178"/>
                </a:cxn>
                <a:cxn ang="0">
                  <a:pos x="71" y="183"/>
                </a:cxn>
                <a:cxn ang="0">
                  <a:pos x="82" y="178"/>
                </a:cxn>
                <a:cxn ang="0">
                  <a:pos x="86" y="167"/>
                </a:cxn>
                <a:cxn ang="0">
                  <a:pos x="87" y="153"/>
                </a:cxn>
                <a:cxn ang="0">
                  <a:pos x="96" y="138"/>
                </a:cxn>
                <a:cxn ang="0">
                  <a:pos x="110" y="125"/>
                </a:cxn>
                <a:cxn ang="0">
                  <a:pos x="128" y="107"/>
                </a:cxn>
                <a:cxn ang="0">
                  <a:pos x="137" y="83"/>
                </a:cxn>
                <a:cxn ang="0">
                  <a:pos x="137" y="57"/>
                </a:cxn>
                <a:cxn ang="0">
                  <a:pos x="127" y="32"/>
                </a:cxn>
                <a:cxn ang="0">
                  <a:pos x="109" y="14"/>
                </a:cxn>
                <a:cxn ang="0">
                  <a:pos x="84" y="4"/>
                </a:cxn>
                <a:cxn ang="0">
                  <a:pos x="71" y="0"/>
                </a:cxn>
                <a:cxn ang="0">
                  <a:pos x="98" y="6"/>
                </a:cxn>
                <a:cxn ang="0">
                  <a:pos x="121" y="21"/>
                </a:cxn>
                <a:cxn ang="0">
                  <a:pos x="135" y="43"/>
                </a:cxn>
                <a:cxn ang="0">
                  <a:pos x="141" y="70"/>
                </a:cxn>
                <a:cxn ang="0">
                  <a:pos x="136" y="97"/>
                </a:cxn>
                <a:cxn ang="0">
                  <a:pos x="121" y="119"/>
                </a:cxn>
                <a:cxn ang="0">
                  <a:pos x="98" y="140"/>
                </a:cxn>
                <a:cxn ang="0">
                  <a:pos x="90" y="154"/>
                </a:cxn>
                <a:cxn ang="0">
                  <a:pos x="89" y="167"/>
                </a:cxn>
                <a:cxn ang="0">
                  <a:pos x="83" y="180"/>
                </a:cxn>
                <a:cxn ang="0">
                  <a:pos x="71" y="185"/>
                </a:cxn>
                <a:cxn ang="0">
                  <a:pos x="58" y="180"/>
                </a:cxn>
                <a:cxn ang="0">
                  <a:pos x="53" y="167"/>
                </a:cxn>
                <a:cxn ang="0">
                  <a:pos x="51" y="154"/>
                </a:cxn>
                <a:cxn ang="0">
                  <a:pos x="44" y="140"/>
                </a:cxn>
                <a:cxn ang="0">
                  <a:pos x="30" y="128"/>
                </a:cxn>
                <a:cxn ang="0">
                  <a:pos x="12" y="109"/>
                </a:cxn>
                <a:cxn ang="0">
                  <a:pos x="2" y="85"/>
                </a:cxn>
                <a:cxn ang="0">
                  <a:pos x="2" y="56"/>
                </a:cxn>
                <a:cxn ang="0">
                  <a:pos x="12" y="31"/>
                </a:cxn>
                <a:cxn ang="0">
                  <a:pos x="31" y="12"/>
                </a:cxn>
                <a:cxn ang="0">
                  <a:pos x="57" y="2"/>
                </a:cxn>
              </a:cxnLst>
              <a:rect l="txL" t="txT" r="txR" b="txB"/>
              <a:pathLst>
                <a:path w="141" h="185">
                  <a:moveTo>
                    <a:pt x="71" y="3"/>
                  </a:moveTo>
                  <a:lnTo>
                    <a:pt x="57" y="4"/>
                  </a:lnTo>
                  <a:lnTo>
                    <a:pt x="45" y="8"/>
                  </a:lnTo>
                  <a:lnTo>
                    <a:pt x="33" y="14"/>
                  </a:lnTo>
                  <a:lnTo>
                    <a:pt x="23" y="23"/>
                  </a:lnTo>
                  <a:lnTo>
                    <a:pt x="15" y="32"/>
                  </a:lnTo>
                  <a:lnTo>
                    <a:pt x="8" y="44"/>
                  </a:lnTo>
                  <a:lnTo>
                    <a:pt x="4" y="57"/>
                  </a:lnTo>
                  <a:lnTo>
                    <a:pt x="3" y="70"/>
                  </a:lnTo>
                  <a:lnTo>
                    <a:pt x="4" y="83"/>
                  </a:lnTo>
                  <a:lnTo>
                    <a:pt x="8" y="96"/>
                  </a:lnTo>
                  <a:lnTo>
                    <a:pt x="14" y="107"/>
                  </a:lnTo>
                  <a:lnTo>
                    <a:pt x="22" y="117"/>
                  </a:lnTo>
                  <a:lnTo>
                    <a:pt x="32" y="125"/>
                  </a:lnTo>
                  <a:lnTo>
                    <a:pt x="39" y="131"/>
                  </a:lnTo>
                  <a:lnTo>
                    <a:pt x="45" y="138"/>
                  </a:lnTo>
                  <a:lnTo>
                    <a:pt x="51" y="145"/>
                  </a:lnTo>
                  <a:lnTo>
                    <a:pt x="54" y="153"/>
                  </a:lnTo>
                  <a:lnTo>
                    <a:pt x="55" y="162"/>
                  </a:lnTo>
                  <a:lnTo>
                    <a:pt x="55" y="167"/>
                  </a:lnTo>
                  <a:lnTo>
                    <a:pt x="57" y="174"/>
                  </a:lnTo>
                  <a:lnTo>
                    <a:pt x="60" y="178"/>
                  </a:lnTo>
                  <a:lnTo>
                    <a:pt x="65" y="181"/>
                  </a:lnTo>
                  <a:lnTo>
                    <a:pt x="71" y="183"/>
                  </a:lnTo>
                  <a:lnTo>
                    <a:pt x="77" y="181"/>
                  </a:lnTo>
                  <a:lnTo>
                    <a:pt x="82" y="178"/>
                  </a:lnTo>
                  <a:lnTo>
                    <a:pt x="85" y="174"/>
                  </a:lnTo>
                  <a:lnTo>
                    <a:pt x="86" y="167"/>
                  </a:lnTo>
                  <a:lnTo>
                    <a:pt x="86" y="162"/>
                  </a:lnTo>
                  <a:lnTo>
                    <a:pt x="87" y="153"/>
                  </a:lnTo>
                  <a:lnTo>
                    <a:pt x="91" y="145"/>
                  </a:lnTo>
                  <a:lnTo>
                    <a:pt x="96" y="138"/>
                  </a:lnTo>
                  <a:lnTo>
                    <a:pt x="103" y="131"/>
                  </a:lnTo>
                  <a:lnTo>
                    <a:pt x="110" y="125"/>
                  </a:lnTo>
                  <a:lnTo>
                    <a:pt x="120" y="117"/>
                  </a:lnTo>
                  <a:lnTo>
                    <a:pt x="128" y="107"/>
                  </a:lnTo>
                  <a:lnTo>
                    <a:pt x="133" y="96"/>
                  </a:lnTo>
                  <a:lnTo>
                    <a:pt x="137" y="83"/>
                  </a:lnTo>
                  <a:lnTo>
                    <a:pt x="138" y="70"/>
                  </a:lnTo>
                  <a:lnTo>
                    <a:pt x="137" y="57"/>
                  </a:lnTo>
                  <a:lnTo>
                    <a:pt x="133" y="44"/>
                  </a:lnTo>
                  <a:lnTo>
                    <a:pt x="127" y="32"/>
                  </a:lnTo>
                  <a:lnTo>
                    <a:pt x="118" y="23"/>
                  </a:lnTo>
                  <a:lnTo>
                    <a:pt x="109" y="14"/>
                  </a:lnTo>
                  <a:lnTo>
                    <a:pt x="97" y="8"/>
                  </a:lnTo>
                  <a:lnTo>
                    <a:pt x="84" y="4"/>
                  </a:lnTo>
                  <a:lnTo>
                    <a:pt x="71" y="3"/>
                  </a:lnTo>
                  <a:close/>
                  <a:moveTo>
                    <a:pt x="71" y="0"/>
                  </a:moveTo>
                  <a:lnTo>
                    <a:pt x="85" y="2"/>
                  </a:lnTo>
                  <a:lnTo>
                    <a:pt x="98" y="6"/>
                  </a:lnTo>
                  <a:lnTo>
                    <a:pt x="110" y="12"/>
                  </a:lnTo>
                  <a:lnTo>
                    <a:pt x="121" y="21"/>
                  </a:lnTo>
                  <a:lnTo>
                    <a:pt x="129" y="31"/>
                  </a:lnTo>
                  <a:lnTo>
                    <a:pt x="135" y="43"/>
                  </a:lnTo>
                  <a:lnTo>
                    <a:pt x="139" y="56"/>
                  </a:lnTo>
                  <a:lnTo>
                    <a:pt x="141" y="70"/>
                  </a:lnTo>
                  <a:lnTo>
                    <a:pt x="140" y="85"/>
                  </a:lnTo>
                  <a:lnTo>
                    <a:pt x="136" y="97"/>
                  </a:lnTo>
                  <a:lnTo>
                    <a:pt x="129" y="109"/>
                  </a:lnTo>
                  <a:lnTo>
                    <a:pt x="121" y="119"/>
                  </a:lnTo>
                  <a:lnTo>
                    <a:pt x="104" y="133"/>
                  </a:lnTo>
                  <a:lnTo>
                    <a:pt x="98" y="140"/>
                  </a:lnTo>
                  <a:lnTo>
                    <a:pt x="93" y="146"/>
                  </a:lnTo>
                  <a:lnTo>
                    <a:pt x="90" y="154"/>
                  </a:lnTo>
                  <a:lnTo>
                    <a:pt x="89" y="162"/>
                  </a:lnTo>
                  <a:lnTo>
                    <a:pt x="89" y="167"/>
                  </a:lnTo>
                  <a:lnTo>
                    <a:pt x="87" y="174"/>
                  </a:lnTo>
                  <a:lnTo>
                    <a:pt x="83" y="180"/>
                  </a:lnTo>
                  <a:lnTo>
                    <a:pt x="78" y="184"/>
                  </a:lnTo>
                  <a:lnTo>
                    <a:pt x="71" y="185"/>
                  </a:lnTo>
                  <a:lnTo>
                    <a:pt x="63" y="184"/>
                  </a:lnTo>
                  <a:lnTo>
                    <a:pt x="58" y="180"/>
                  </a:lnTo>
                  <a:lnTo>
                    <a:pt x="54" y="174"/>
                  </a:lnTo>
                  <a:lnTo>
                    <a:pt x="53" y="167"/>
                  </a:lnTo>
                  <a:lnTo>
                    <a:pt x="53" y="162"/>
                  </a:lnTo>
                  <a:lnTo>
                    <a:pt x="51" y="154"/>
                  </a:lnTo>
                  <a:lnTo>
                    <a:pt x="48" y="146"/>
                  </a:lnTo>
                  <a:lnTo>
                    <a:pt x="44" y="140"/>
                  </a:lnTo>
                  <a:lnTo>
                    <a:pt x="37" y="133"/>
                  </a:lnTo>
                  <a:lnTo>
                    <a:pt x="30" y="128"/>
                  </a:lnTo>
                  <a:lnTo>
                    <a:pt x="20" y="119"/>
                  </a:lnTo>
                  <a:lnTo>
                    <a:pt x="12" y="109"/>
                  </a:lnTo>
                  <a:lnTo>
                    <a:pt x="5" y="97"/>
                  </a:lnTo>
                  <a:lnTo>
                    <a:pt x="2" y="85"/>
                  </a:lnTo>
                  <a:lnTo>
                    <a:pt x="0" y="70"/>
                  </a:lnTo>
                  <a:lnTo>
                    <a:pt x="2" y="56"/>
                  </a:lnTo>
                  <a:lnTo>
                    <a:pt x="6" y="43"/>
                  </a:lnTo>
                  <a:lnTo>
                    <a:pt x="12" y="31"/>
                  </a:lnTo>
                  <a:lnTo>
                    <a:pt x="21" y="21"/>
                  </a:lnTo>
                  <a:lnTo>
                    <a:pt x="31" y="12"/>
                  </a:lnTo>
                  <a:lnTo>
                    <a:pt x="44" y="6"/>
                  </a:lnTo>
                  <a:lnTo>
                    <a:pt x="57" y="2"/>
                  </a:lnTo>
                  <a:lnTo>
                    <a:pt x="71" y="0"/>
                  </a:lnTo>
                  <a:close/>
                </a:path>
              </a:pathLst>
            </a:custGeom>
            <a:solidFill>
              <a:srgbClr val="000000">
                <a:alpha val="100000"/>
              </a:srgbClr>
            </a:solidFill>
            <a:ln w="0" cap="flat" cmpd="sng">
              <a:solidFill>
                <a:srgbClr val="000000">
                  <a:alpha val="100000"/>
                </a:srgbClr>
              </a:solidFill>
              <a:prstDash val="solid"/>
              <a:round/>
              <a:headEnd type="none" w="med" len="med"/>
              <a:tailEnd type="none" w="med" len="med"/>
            </a:ln>
          </p:spPr>
          <p:txBody>
            <a:bodyPr/>
            <a:p>
              <a:endParaRPr lang="zh-CN" altLang="en-US"/>
            </a:p>
          </p:txBody>
        </p:sp>
        <p:sp>
          <p:nvSpPr>
            <p:cNvPr id="4193" name="Freeform 99"/>
            <p:cNvSpPr/>
            <p:nvPr/>
          </p:nvSpPr>
          <p:spPr>
            <a:xfrm>
              <a:off x="4134" y="446"/>
              <a:ext cx="112" cy="50"/>
            </a:xfrm>
            <a:custGeom>
              <a:avLst/>
              <a:gdLst>
                <a:gd name="txL" fmla="*/ 0 w 112"/>
                <a:gd name="txT" fmla="*/ 0 h 50"/>
                <a:gd name="txR" fmla="*/ 112 w 112"/>
                <a:gd name="txB" fmla="*/ 50 h 50"/>
              </a:gdLst>
              <a:ahLst/>
              <a:cxnLst>
                <a:cxn ang="0">
                  <a:pos x="2" y="0"/>
                </a:cxn>
                <a:cxn ang="0">
                  <a:pos x="112" y="45"/>
                </a:cxn>
                <a:cxn ang="0">
                  <a:pos x="110" y="50"/>
                </a:cxn>
                <a:cxn ang="0">
                  <a:pos x="0" y="4"/>
                </a:cxn>
                <a:cxn ang="0">
                  <a:pos x="2" y="0"/>
                </a:cxn>
              </a:cxnLst>
              <a:rect l="txL" t="txT" r="txR" b="txB"/>
              <a:pathLst>
                <a:path w="112" h="50">
                  <a:moveTo>
                    <a:pt x="2" y="0"/>
                  </a:moveTo>
                  <a:lnTo>
                    <a:pt x="112" y="45"/>
                  </a:lnTo>
                  <a:lnTo>
                    <a:pt x="110" y="50"/>
                  </a:lnTo>
                  <a:lnTo>
                    <a:pt x="0" y="4"/>
                  </a:lnTo>
                  <a:lnTo>
                    <a:pt x="2"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194" name="Freeform 100"/>
            <p:cNvSpPr/>
            <p:nvPr/>
          </p:nvSpPr>
          <p:spPr>
            <a:xfrm>
              <a:off x="4186" y="366"/>
              <a:ext cx="88" cy="88"/>
            </a:xfrm>
            <a:custGeom>
              <a:avLst/>
              <a:gdLst>
                <a:gd name="txL" fmla="*/ 0 w 88"/>
                <a:gd name="txT" fmla="*/ 0 h 88"/>
                <a:gd name="txR" fmla="*/ 88 w 88"/>
                <a:gd name="txB" fmla="*/ 88 h 88"/>
              </a:gdLst>
              <a:ahLst/>
              <a:cxnLst>
                <a:cxn ang="0">
                  <a:pos x="4" y="0"/>
                </a:cxn>
                <a:cxn ang="0">
                  <a:pos x="88" y="85"/>
                </a:cxn>
                <a:cxn ang="0">
                  <a:pos x="85" y="88"/>
                </a:cxn>
                <a:cxn ang="0">
                  <a:pos x="0" y="4"/>
                </a:cxn>
                <a:cxn ang="0">
                  <a:pos x="4" y="0"/>
                </a:cxn>
              </a:cxnLst>
              <a:rect l="txL" t="txT" r="txR" b="txB"/>
              <a:pathLst>
                <a:path w="88" h="88">
                  <a:moveTo>
                    <a:pt x="4" y="0"/>
                  </a:moveTo>
                  <a:lnTo>
                    <a:pt x="88" y="85"/>
                  </a:lnTo>
                  <a:lnTo>
                    <a:pt x="85" y="88"/>
                  </a:lnTo>
                  <a:lnTo>
                    <a:pt x="0" y="4"/>
                  </a:lnTo>
                  <a:lnTo>
                    <a:pt x="4"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195" name="Freeform 101"/>
            <p:cNvSpPr/>
            <p:nvPr/>
          </p:nvSpPr>
          <p:spPr>
            <a:xfrm>
              <a:off x="4266" y="314"/>
              <a:ext cx="50" cy="112"/>
            </a:xfrm>
            <a:custGeom>
              <a:avLst/>
              <a:gdLst>
                <a:gd name="txL" fmla="*/ 0 w 50"/>
                <a:gd name="txT" fmla="*/ 0 h 112"/>
                <a:gd name="txR" fmla="*/ 50 w 50"/>
                <a:gd name="txB" fmla="*/ 112 h 112"/>
              </a:gdLst>
              <a:ahLst/>
              <a:cxnLst>
                <a:cxn ang="0">
                  <a:pos x="4" y="0"/>
                </a:cxn>
                <a:cxn ang="0">
                  <a:pos x="50" y="110"/>
                </a:cxn>
                <a:cxn ang="0">
                  <a:pos x="45" y="112"/>
                </a:cxn>
                <a:cxn ang="0">
                  <a:pos x="0" y="2"/>
                </a:cxn>
                <a:cxn ang="0">
                  <a:pos x="4" y="0"/>
                </a:cxn>
              </a:cxnLst>
              <a:rect l="txL" t="txT" r="txR" b="txB"/>
              <a:pathLst>
                <a:path w="50" h="112">
                  <a:moveTo>
                    <a:pt x="4" y="0"/>
                  </a:moveTo>
                  <a:lnTo>
                    <a:pt x="50" y="110"/>
                  </a:lnTo>
                  <a:lnTo>
                    <a:pt x="45" y="112"/>
                  </a:lnTo>
                  <a:lnTo>
                    <a:pt x="0" y="2"/>
                  </a:lnTo>
                  <a:lnTo>
                    <a:pt x="4"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196" name="Rectangle 102"/>
            <p:cNvSpPr/>
            <p:nvPr/>
          </p:nvSpPr>
          <p:spPr>
            <a:xfrm>
              <a:off x="4359" y="296"/>
              <a:ext cx="5" cy="120"/>
            </a:xfrm>
            <a:prstGeom prst="rect">
              <a:avLst/>
            </a:prstGeom>
            <a:solidFill>
              <a:srgbClr val="C5C5C5"/>
            </a:solidFill>
            <a:ln w="0" cap="flat" cmpd="sng">
              <a:solidFill>
                <a:srgbClr val="C5C5C5"/>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197" name="Freeform 103"/>
            <p:cNvSpPr/>
            <p:nvPr/>
          </p:nvSpPr>
          <p:spPr>
            <a:xfrm>
              <a:off x="4408" y="314"/>
              <a:ext cx="51" cy="112"/>
            </a:xfrm>
            <a:custGeom>
              <a:avLst/>
              <a:gdLst>
                <a:gd name="txL" fmla="*/ 0 w 51"/>
                <a:gd name="txT" fmla="*/ 0 h 112"/>
                <a:gd name="txR" fmla="*/ 51 w 51"/>
                <a:gd name="txB" fmla="*/ 112 h 112"/>
              </a:gdLst>
              <a:ahLst/>
              <a:cxnLst>
                <a:cxn ang="0">
                  <a:pos x="45" y="0"/>
                </a:cxn>
                <a:cxn ang="0">
                  <a:pos x="51" y="2"/>
                </a:cxn>
                <a:cxn ang="0">
                  <a:pos x="5" y="112"/>
                </a:cxn>
                <a:cxn ang="0">
                  <a:pos x="0" y="110"/>
                </a:cxn>
                <a:cxn ang="0">
                  <a:pos x="45" y="0"/>
                </a:cxn>
              </a:cxnLst>
              <a:rect l="txL" t="txT" r="txR" b="txB"/>
              <a:pathLst>
                <a:path w="51" h="112">
                  <a:moveTo>
                    <a:pt x="45" y="0"/>
                  </a:moveTo>
                  <a:lnTo>
                    <a:pt x="51" y="2"/>
                  </a:lnTo>
                  <a:lnTo>
                    <a:pt x="5" y="112"/>
                  </a:lnTo>
                  <a:lnTo>
                    <a:pt x="0" y="110"/>
                  </a:lnTo>
                  <a:lnTo>
                    <a:pt x="45"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198" name="Freeform 104"/>
            <p:cNvSpPr/>
            <p:nvPr/>
          </p:nvSpPr>
          <p:spPr>
            <a:xfrm>
              <a:off x="4449" y="366"/>
              <a:ext cx="89" cy="88"/>
            </a:xfrm>
            <a:custGeom>
              <a:avLst/>
              <a:gdLst>
                <a:gd name="txL" fmla="*/ 0 w 89"/>
                <a:gd name="txT" fmla="*/ 0 h 88"/>
                <a:gd name="txR" fmla="*/ 89 w 89"/>
                <a:gd name="txB" fmla="*/ 88 h 88"/>
              </a:gdLst>
              <a:ahLst/>
              <a:cxnLst>
                <a:cxn ang="0">
                  <a:pos x="85" y="0"/>
                </a:cxn>
                <a:cxn ang="0">
                  <a:pos x="89" y="4"/>
                </a:cxn>
                <a:cxn ang="0">
                  <a:pos x="4" y="88"/>
                </a:cxn>
                <a:cxn ang="0">
                  <a:pos x="0" y="85"/>
                </a:cxn>
                <a:cxn ang="0">
                  <a:pos x="85" y="0"/>
                </a:cxn>
              </a:cxnLst>
              <a:rect l="txL" t="txT" r="txR" b="txB"/>
              <a:pathLst>
                <a:path w="89" h="88">
                  <a:moveTo>
                    <a:pt x="85" y="0"/>
                  </a:moveTo>
                  <a:lnTo>
                    <a:pt x="89" y="4"/>
                  </a:lnTo>
                  <a:lnTo>
                    <a:pt x="4" y="88"/>
                  </a:lnTo>
                  <a:lnTo>
                    <a:pt x="0" y="85"/>
                  </a:lnTo>
                  <a:lnTo>
                    <a:pt x="85"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199" name="Freeform 105"/>
            <p:cNvSpPr/>
            <p:nvPr/>
          </p:nvSpPr>
          <p:spPr>
            <a:xfrm>
              <a:off x="4478" y="446"/>
              <a:ext cx="112" cy="50"/>
            </a:xfrm>
            <a:custGeom>
              <a:avLst/>
              <a:gdLst>
                <a:gd name="txL" fmla="*/ 0 w 112"/>
                <a:gd name="txT" fmla="*/ 0 h 50"/>
                <a:gd name="txR" fmla="*/ 112 w 112"/>
                <a:gd name="txB" fmla="*/ 50 h 50"/>
              </a:gdLst>
              <a:ahLst/>
              <a:cxnLst>
                <a:cxn ang="0">
                  <a:pos x="110" y="0"/>
                </a:cxn>
                <a:cxn ang="0">
                  <a:pos x="112" y="4"/>
                </a:cxn>
                <a:cxn ang="0">
                  <a:pos x="2" y="50"/>
                </a:cxn>
                <a:cxn ang="0">
                  <a:pos x="0" y="45"/>
                </a:cxn>
                <a:cxn ang="0">
                  <a:pos x="110" y="0"/>
                </a:cxn>
              </a:cxnLst>
              <a:rect l="txL" t="txT" r="txR" b="txB"/>
              <a:pathLst>
                <a:path w="112" h="50">
                  <a:moveTo>
                    <a:pt x="110" y="0"/>
                  </a:moveTo>
                  <a:lnTo>
                    <a:pt x="112" y="4"/>
                  </a:lnTo>
                  <a:lnTo>
                    <a:pt x="2" y="50"/>
                  </a:lnTo>
                  <a:lnTo>
                    <a:pt x="0" y="45"/>
                  </a:lnTo>
                  <a:lnTo>
                    <a:pt x="110"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200" name="Rectangle 106"/>
            <p:cNvSpPr/>
            <p:nvPr/>
          </p:nvSpPr>
          <p:spPr>
            <a:xfrm>
              <a:off x="4489" y="539"/>
              <a:ext cx="119" cy="6"/>
            </a:xfrm>
            <a:prstGeom prst="rect">
              <a:avLst/>
            </a:prstGeom>
            <a:solidFill>
              <a:srgbClr val="C5C5C5"/>
            </a:solidFill>
            <a:ln w="0" cap="flat" cmpd="sng">
              <a:solidFill>
                <a:srgbClr val="C5C5C5"/>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1" name="Freeform 107"/>
            <p:cNvSpPr/>
            <p:nvPr/>
          </p:nvSpPr>
          <p:spPr>
            <a:xfrm>
              <a:off x="4478" y="588"/>
              <a:ext cx="112" cy="50"/>
            </a:xfrm>
            <a:custGeom>
              <a:avLst/>
              <a:gdLst>
                <a:gd name="txL" fmla="*/ 0 w 112"/>
                <a:gd name="txT" fmla="*/ 0 h 50"/>
                <a:gd name="txR" fmla="*/ 112 w 112"/>
                <a:gd name="txB" fmla="*/ 50 h 50"/>
              </a:gdLst>
              <a:ahLst/>
              <a:cxnLst>
                <a:cxn ang="0">
                  <a:pos x="2" y="0"/>
                </a:cxn>
                <a:cxn ang="0">
                  <a:pos x="112" y="45"/>
                </a:cxn>
                <a:cxn ang="0">
                  <a:pos x="110" y="50"/>
                </a:cxn>
                <a:cxn ang="0">
                  <a:pos x="0" y="5"/>
                </a:cxn>
                <a:cxn ang="0">
                  <a:pos x="2" y="0"/>
                </a:cxn>
              </a:cxnLst>
              <a:rect l="txL" t="txT" r="txR" b="txB"/>
              <a:pathLst>
                <a:path w="112" h="50">
                  <a:moveTo>
                    <a:pt x="2" y="0"/>
                  </a:moveTo>
                  <a:lnTo>
                    <a:pt x="112" y="45"/>
                  </a:lnTo>
                  <a:lnTo>
                    <a:pt x="110" y="50"/>
                  </a:lnTo>
                  <a:lnTo>
                    <a:pt x="0" y="5"/>
                  </a:lnTo>
                  <a:lnTo>
                    <a:pt x="2"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202" name="Freeform 108"/>
            <p:cNvSpPr/>
            <p:nvPr/>
          </p:nvSpPr>
          <p:spPr>
            <a:xfrm>
              <a:off x="4134" y="588"/>
              <a:ext cx="112" cy="50"/>
            </a:xfrm>
            <a:custGeom>
              <a:avLst/>
              <a:gdLst>
                <a:gd name="txL" fmla="*/ 0 w 112"/>
                <a:gd name="txT" fmla="*/ 0 h 50"/>
                <a:gd name="txR" fmla="*/ 112 w 112"/>
                <a:gd name="txB" fmla="*/ 50 h 50"/>
              </a:gdLst>
              <a:ahLst/>
              <a:cxnLst>
                <a:cxn ang="0">
                  <a:pos x="110" y="0"/>
                </a:cxn>
                <a:cxn ang="0">
                  <a:pos x="112" y="5"/>
                </a:cxn>
                <a:cxn ang="0">
                  <a:pos x="2" y="50"/>
                </a:cxn>
                <a:cxn ang="0">
                  <a:pos x="0" y="45"/>
                </a:cxn>
                <a:cxn ang="0">
                  <a:pos x="110" y="0"/>
                </a:cxn>
              </a:cxnLst>
              <a:rect l="txL" t="txT" r="txR" b="txB"/>
              <a:pathLst>
                <a:path w="112" h="50">
                  <a:moveTo>
                    <a:pt x="110" y="0"/>
                  </a:moveTo>
                  <a:lnTo>
                    <a:pt x="112" y="5"/>
                  </a:lnTo>
                  <a:lnTo>
                    <a:pt x="2" y="50"/>
                  </a:lnTo>
                  <a:lnTo>
                    <a:pt x="0" y="45"/>
                  </a:lnTo>
                  <a:lnTo>
                    <a:pt x="110" y="0"/>
                  </a:lnTo>
                  <a:close/>
                </a:path>
              </a:pathLst>
            </a:custGeom>
            <a:solidFill>
              <a:srgbClr val="C5C5C5">
                <a:alpha val="100000"/>
              </a:srgbClr>
            </a:solidFill>
            <a:ln w="0" cap="flat" cmpd="sng">
              <a:solidFill>
                <a:srgbClr val="C5C5C5">
                  <a:alpha val="100000"/>
                </a:srgbClr>
              </a:solidFill>
              <a:prstDash val="solid"/>
              <a:round/>
              <a:headEnd type="none" w="med" len="med"/>
              <a:tailEnd type="none" w="med" len="med"/>
            </a:ln>
          </p:spPr>
          <p:txBody>
            <a:bodyPr/>
            <a:p>
              <a:endParaRPr lang="zh-CN" altLang="en-US"/>
            </a:p>
          </p:txBody>
        </p:sp>
        <p:sp>
          <p:nvSpPr>
            <p:cNvPr id="4203" name="Rectangle 109"/>
            <p:cNvSpPr/>
            <p:nvPr/>
          </p:nvSpPr>
          <p:spPr>
            <a:xfrm>
              <a:off x="4116" y="539"/>
              <a:ext cx="119" cy="6"/>
            </a:xfrm>
            <a:prstGeom prst="rect">
              <a:avLst/>
            </a:prstGeom>
            <a:solidFill>
              <a:srgbClr val="C5C5C5"/>
            </a:solidFill>
            <a:ln w="0" cap="flat" cmpd="sng">
              <a:solidFill>
                <a:srgbClr val="C5C5C5"/>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4" name="Rectangle 110"/>
            <p:cNvSpPr/>
            <p:nvPr/>
          </p:nvSpPr>
          <p:spPr>
            <a:xfrm>
              <a:off x="4218" y="714"/>
              <a:ext cx="284" cy="11"/>
            </a:xfrm>
            <a:prstGeom prst="rect">
              <a:avLst/>
            </a:prstGeom>
            <a:solidFill>
              <a:srgbClr val="700000"/>
            </a:solidFill>
            <a:ln w="0" cap="flat" cmpd="sng">
              <a:solidFill>
                <a:srgbClr val="700000"/>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5" name="Rectangle 111"/>
            <p:cNvSpPr/>
            <p:nvPr/>
          </p:nvSpPr>
          <p:spPr>
            <a:xfrm>
              <a:off x="4252" y="688"/>
              <a:ext cx="214" cy="26"/>
            </a:xfrm>
            <a:prstGeom prst="rect">
              <a:avLst/>
            </a:prstGeom>
            <a:solidFill>
              <a:srgbClr val="797979"/>
            </a:solidFill>
            <a:ln w="0" cap="flat" cmpd="sng">
              <a:solidFill>
                <a:srgbClr val="797979"/>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6" name="Rectangle 112"/>
            <p:cNvSpPr/>
            <p:nvPr/>
          </p:nvSpPr>
          <p:spPr>
            <a:xfrm>
              <a:off x="4431" y="661"/>
              <a:ext cx="26" cy="25"/>
            </a:xfrm>
            <a:prstGeom prst="rect">
              <a:avLst/>
            </a:prstGeom>
            <a:solidFill>
              <a:srgbClr val="7C7C7C"/>
            </a:solidFill>
            <a:ln w="0" cap="flat" cmpd="sng">
              <a:solidFill>
                <a:srgbClr val="7C7C7C"/>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7" name="Rectangle 113"/>
            <p:cNvSpPr/>
            <p:nvPr/>
          </p:nvSpPr>
          <p:spPr>
            <a:xfrm>
              <a:off x="4310" y="650"/>
              <a:ext cx="100" cy="36"/>
            </a:xfrm>
            <a:prstGeom prst="rect">
              <a:avLst/>
            </a:prstGeom>
            <a:solidFill>
              <a:srgbClr val="A5A5A5"/>
            </a:solidFill>
            <a:ln w="0" cap="flat" cmpd="sng">
              <a:solidFill>
                <a:srgbClr val="A5A5A5"/>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8" name="Rectangle 114"/>
            <p:cNvSpPr/>
            <p:nvPr/>
          </p:nvSpPr>
          <p:spPr>
            <a:xfrm>
              <a:off x="4265" y="661"/>
              <a:ext cx="26" cy="25"/>
            </a:xfrm>
            <a:prstGeom prst="rect">
              <a:avLst/>
            </a:prstGeom>
            <a:solidFill>
              <a:srgbClr val="7C7C7C"/>
            </a:solidFill>
            <a:ln w="0" cap="flat" cmpd="sng">
              <a:solidFill>
                <a:srgbClr val="7C7C7C"/>
              </a:solidFill>
              <a:prstDash val="solid"/>
              <a:miter/>
              <a:headEnd type="none" w="med" len="med"/>
              <a:tailEnd type="none" w="med" len="med"/>
            </a:ln>
          </p:spPr>
          <p:txBody>
            <a:bodyPr lIns="86393" tIns="43196" rIns="86393" bIns="43196"/>
            <a:p>
              <a:pPr defTabSz="863600"/>
              <a:endParaRPr lang="zh-CN" altLang="zh-CN" sz="1900" dirty="0">
                <a:latin typeface="Times New Roman" panose="02020603050405020304" pitchFamily="18" charset="0"/>
              </a:endParaRPr>
            </a:p>
          </p:txBody>
        </p:sp>
        <p:sp>
          <p:nvSpPr>
            <p:cNvPr id="4209" name="Freeform 115"/>
            <p:cNvSpPr>
              <a:spLocks noEditPoints="1"/>
            </p:cNvSpPr>
            <p:nvPr/>
          </p:nvSpPr>
          <p:spPr>
            <a:xfrm>
              <a:off x="4305" y="645"/>
              <a:ext cx="110" cy="46"/>
            </a:xfrm>
            <a:custGeom>
              <a:avLst/>
              <a:gdLst>
                <a:gd name="txL" fmla="*/ 0 w 110"/>
                <a:gd name="txT" fmla="*/ 0 h 46"/>
                <a:gd name="txR" fmla="*/ 110 w 110"/>
                <a:gd name="txB" fmla="*/ 46 h 46"/>
              </a:gdLst>
              <a:ahLst/>
              <a:cxnLst>
                <a:cxn ang="0">
                  <a:pos x="10" y="10"/>
                </a:cxn>
                <a:cxn ang="0">
                  <a:pos x="10" y="36"/>
                </a:cxn>
                <a:cxn ang="0">
                  <a:pos x="99" y="36"/>
                </a:cxn>
                <a:cxn ang="0">
                  <a:pos x="99" y="10"/>
                </a:cxn>
                <a:cxn ang="0">
                  <a:pos x="10" y="10"/>
                </a:cxn>
                <a:cxn ang="0">
                  <a:pos x="0" y="0"/>
                </a:cxn>
                <a:cxn ang="0">
                  <a:pos x="110" y="0"/>
                </a:cxn>
                <a:cxn ang="0">
                  <a:pos x="110" y="46"/>
                </a:cxn>
                <a:cxn ang="0">
                  <a:pos x="0" y="46"/>
                </a:cxn>
                <a:cxn ang="0">
                  <a:pos x="0" y="0"/>
                </a:cxn>
              </a:cxnLst>
              <a:rect l="txL" t="txT" r="txR" b="txB"/>
              <a:pathLst>
                <a:path w="110" h="46">
                  <a:moveTo>
                    <a:pt x="10" y="10"/>
                  </a:moveTo>
                  <a:lnTo>
                    <a:pt x="10" y="36"/>
                  </a:lnTo>
                  <a:lnTo>
                    <a:pt x="99" y="36"/>
                  </a:lnTo>
                  <a:lnTo>
                    <a:pt x="99" y="10"/>
                  </a:lnTo>
                  <a:lnTo>
                    <a:pt x="10" y="10"/>
                  </a:lnTo>
                  <a:close/>
                  <a:moveTo>
                    <a:pt x="0" y="0"/>
                  </a:moveTo>
                  <a:lnTo>
                    <a:pt x="110" y="0"/>
                  </a:lnTo>
                  <a:lnTo>
                    <a:pt x="110" y="46"/>
                  </a:lnTo>
                  <a:lnTo>
                    <a:pt x="0" y="46"/>
                  </a:lnTo>
                  <a:lnTo>
                    <a:pt x="0" y="0"/>
                  </a:lnTo>
                  <a:close/>
                </a:path>
              </a:pathLst>
            </a:custGeom>
            <a:solidFill>
              <a:srgbClr val="7B7B7B">
                <a:alpha val="100000"/>
              </a:srgbClr>
            </a:solidFill>
            <a:ln w="0" cap="flat" cmpd="sng">
              <a:solidFill>
                <a:srgbClr val="7B7B7B">
                  <a:alpha val="100000"/>
                </a:srgbClr>
              </a:solidFill>
              <a:prstDash val="solid"/>
              <a:round/>
              <a:headEnd type="none" w="med" len="med"/>
              <a:tailEnd type="none" w="med" len="med"/>
            </a:ln>
          </p:spPr>
          <p:txBody>
            <a:bodyPr/>
            <a:p>
              <a:endParaRPr lang="zh-CN" altLang="en-US"/>
            </a:p>
          </p:txBody>
        </p:sp>
        <p:sp>
          <p:nvSpPr>
            <p:cNvPr id="4210" name="Freeform 116"/>
            <p:cNvSpPr/>
            <p:nvPr/>
          </p:nvSpPr>
          <p:spPr>
            <a:xfrm>
              <a:off x="4247" y="683"/>
              <a:ext cx="225" cy="31"/>
            </a:xfrm>
            <a:custGeom>
              <a:avLst/>
              <a:gdLst>
                <a:gd name="txL" fmla="*/ 0 w 225"/>
                <a:gd name="txT" fmla="*/ 0 h 31"/>
                <a:gd name="txR" fmla="*/ 225 w 225"/>
                <a:gd name="txB" fmla="*/ 31 h 31"/>
              </a:gdLst>
              <a:ahLst/>
              <a:cxnLst>
                <a:cxn ang="0">
                  <a:pos x="0" y="0"/>
                </a:cxn>
                <a:cxn ang="0">
                  <a:pos x="225" y="0"/>
                </a:cxn>
                <a:cxn ang="0">
                  <a:pos x="225" y="31"/>
                </a:cxn>
                <a:cxn ang="0">
                  <a:pos x="214" y="31"/>
                </a:cxn>
                <a:cxn ang="0">
                  <a:pos x="214" y="11"/>
                </a:cxn>
                <a:cxn ang="0">
                  <a:pos x="11" y="11"/>
                </a:cxn>
                <a:cxn ang="0">
                  <a:pos x="11" y="31"/>
                </a:cxn>
                <a:cxn ang="0">
                  <a:pos x="0" y="31"/>
                </a:cxn>
                <a:cxn ang="0">
                  <a:pos x="0" y="0"/>
                </a:cxn>
              </a:cxnLst>
              <a:rect l="txL" t="txT" r="txR" b="txB"/>
              <a:pathLst>
                <a:path w="225" h="31">
                  <a:moveTo>
                    <a:pt x="0" y="0"/>
                  </a:moveTo>
                  <a:lnTo>
                    <a:pt x="225" y="0"/>
                  </a:lnTo>
                  <a:lnTo>
                    <a:pt x="225" y="31"/>
                  </a:lnTo>
                  <a:lnTo>
                    <a:pt x="214" y="31"/>
                  </a:lnTo>
                  <a:lnTo>
                    <a:pt x="214" y="11"/>
                  </a:lnTo>
                  <a:lnTo>
                    <a:pt x="11" y="11"/>
                  </a:lnTo>
                  <a:lnTo>
                    <a:pt x="11" y="31"/>
                  </a:lnTo>
                  <a:lnTo>
                    <a:pt x="0" y="31"/>
                  </a:lnTo>
                  <a:lnTo>
                    <a:pt x="0" y="0"/>
                  </a:lnTo>
                  <a:close/>
                </a:path>
              </a:pathLst>
            </a:custGeom>
            <a:solidFill>
              <a:srgbClr val="565656">
                <a:alpha val="100000"/>
              </a:srgbClr>
            </a:solidFill>
            <a:ln w="0" cap="flat" cmpd="sng">
              <a:solidFill>
                <a:srgbClr val="565656">
                  <a:alpha val="100000"/>
                </a:srgbClr>
              </a:solidFill>
              <a:prstDash val="solid"/>
              <a:round/>
              <a:headEnd type="none" w="med" len="med"/>
              <a:tailEnd type="none" w="med" len="med"/>
            </a:ln>
          </p:spPr>
          <p:txBody>
            <a:bodyPr/>
            <a:p>
              <a:endParaRPr lang="zh-CN" altLang="en-US"/>
            </a:p>
          </p:txBody>
        </p:sp>
        <p:sp>
          <p:nvSpPr>
            <p:cNvPr id="4211" name="Freeform 117"/>
            <p:cNvSpPr>
              <a:spLocks noEditPoints="1"/>
            </p:cNvSpPr>
            <p:nvPr/>
          </p:nvSpPr>
          <p:spPr>
            <a:xfrm>
              <a:off x="4212" y="708"/>
              <a:ext cx="295" cy="22"/>
            </a:xfrm>
            <a:custGeom>
              <a:avLst/>
              <a:gdLst>
                <a:gd name="txL" fmla="*/ 0 w 295"/>
                <a:gd name="txT" fmla="*/ 0 h 22"/>
                <a:gd name="txR" fmla="*/ 295 w 295"/>
                <a:gd name="txB" fmla="*/ 22 h 22"/>
              </a:gdLst>
              <a:ahLst/>
              <a:cxnLst>
                <a:cxn ang="0">
                  <a:pos x="11" y="11"/>
                </a:cxn>
                <a:cxn ang="0">
                  <a:pos x="11" y="12"/>
                </a:cxn>
                <a:cxn ang="0">
                  <a:pos x="285" y="12"/>
                </a:cxn>
                <a:cxn ang="0">
                  <a:pos x="285" y="11"/>
                </a:cxn>
                <a:cxn ang="0">
                  <a:pos x="11" y="11"/>
                </a:cxn>
                <a:cxn ang="0">
                  <a:pos x="0" y="0"/>
                </a:cxn>
                <a:cxn ang="0">
                  <a:pos x="295" y="0"/>
                </a:cxn>
                <a:cxn ang="0">
                  <a:pos x="295" y="22"/>
                </a:cxn>
                <a:cxn ang="0">
                  <a:pos x="0" y="22"/>
                </a:cxn>
                <a:cxn ang="0">
                  <a:pos x="0" y="0"/>
                </a:cxn>
              </a:cxnLst>
              <a:rect l="txL" t="txT" r="txR" b="txB"/>
              <a:pathLst>
                <a:path w="295" h="22">
                  <a:moveTo>
                    <a:pt x="11" y="11"/>
                  </a:moveTo>
                  <a:lnTo>
                    <a:pt x="11" y="12"/>
                  </a:lnTo>
                  <a:lnTo>
                    <a:pt x="285" y="12"/>
                  </a:lnTo>
                  <a:lnTo>
                    <a:pt x="285" y="11"/>
                  </a:lnTo>
                  <a:lnTo>
                    <a:pt x="11" y="11"/>
                  </a:lnTo>
                  <a:close/>
                  <a:moveTo>
                    <a:pt x="0" y="0"/>
                  </a:moveTo>
                  <a:lnTo>
                    <a:pt x="295" y="0"/>
                  </a:lnTo>
                  <a:lnTo>
                    <a:pt x="295" y="22"/>
                  </a:lnTo>
                  <a:lnTo>
                    <a:pt x="0" y="22"/>
                  </a:lnTo>
                  <a:lnTo>
                    <a:pt x="0" y="0"/>
                  </a:lnTo>
                  <a:close/>
                </a:path>
              </a:pathLst>
            </a:custGeom>
            <a:solidFill>
              <a:srgbClr val="535353">
                <a:alpha val="100000"/>
              </a:srgbClr>
            </a:solidFill>
            <a:ln w="0" cap="flat" cmpd="sng">
              <a:solidFill>
                <a:srgbClr val="535353">
                  <a:alpha val="100000"/>
                </a:srgbClr>
              </a:solidFill>
              <a:prstDash val="solid"/>
              <a:round/>
              <a:headEnd type="none" w="med" len="med"/>
              <a:tailEnd type="none" w="med" len="med"/>
            </a:ln>
          </p:spPr>
          <p:txBody>
            <a:bodyPr/>
            <a:p>
              <a:endParaRPr lang="zh-CN" altLang="en-US"/>
            </a:p>
          </p:txBody>
        </p:sp>
      </p:grpSp>
      <p:sp>
        <p:nvSpPr>
          <p:cNvPr id="4106" name="Text Box 13"/>
          <p:cNvSpPr txBox="1"/>
          <p:nvPr/>
        </p:nvSpPr>
        <p:spPr>
          <a:xfrm>
            <a:off x="7452360" y="4041140"/>
            <a:ext cx="1466850" cy="2386965"/>
          </a:xfrm>
          <a:prstGeom prst="rect">
            <a:avLst/>
          </a:prstGeom>
          <a:noFill/>
          <a:ln w="9525" cap="flat" cmpd="sng">
            <a:noFill/>
            <a:prstDash val="solid"/>
            <a:miter/>
            <a:headEnd type="none" w="med" len="med"/>
            <a:tailEnd type="none" w="med" len="med"/>
          </a:ln>
        </p:spPr>
        <p:txBody>
          <a:bodyPr wrap="square" lIns="86393" tIns="43196" rIns="86393" bIns="43196">
            <a:spAutoFit/>
          </a:bodyPr>
          <a:p>
            <a:pPr defTabSz="863600" eaLnBrk="0" hangingPunct="0">
              <a:spcBef>
                <a:spcPct val="50000"/>
              </a:spcBef>
            </a:pPr>
            <a:r>
              <a:rPr lang="zh-CN" altLang="en-US" sz="2300" b="1" dirty="0">
                <a:solidFill>
                  <a:srgbClr val="F22E00"/>
                </a:solidFill>
                <a:latin typeface="Arial" panose="020B0604020202020204" pitchFamily="34" charset="0"/>
                <a:ea typeface="微软雅黑" panose="020B0503020204020204" charset="-122"/>
              </a:rPr>
              <a:t>阳离子向</a:t>
            </a:r>
            <a:r>
              <a:rPr lang="zh-CN" altLang="en-US" sz="2300" b="1" dirty="0">
                <a:solidFill>
                  <a:schemeClr val="tx1"/>
                </a:solidFill>
                <a:latin typeface="Arial" panose="020B0604020202020204" pitchFamily="34" charset="0"/>
                <a:ea typeface="微软雅黑" panose="020B0503020204020204" charset="-122"/>
                <a:sym typeface="+mn-ea"/>
              </a:rPr>
              <a:t>___</a:t>
            </a:r>
            <a:r>
              <a:rPr lang="zh-CN" altLang="en-US" sz="2300" b="1" dirty="0">
                <a:solidFill>
                  <a:schemeClr val="tx1"/>
                </a:solidFill>
                <a:latin typeface="Arial" panose="020B0604020202020204" pitchFamily="34" charset="0"/>
                <a:ea typeface="微软雅黑" panose="020B0503020204020204" charset="-122"/>
              </a:rPr>
              <a:t>极</a:t>
            </a:r>
            <a:r>
              <a:rPr lang="zh-CN" altLang="en-US" sz="2300" b="1" dirty="0">
                <a:solidFill>
                  <a:srgbClr val="F22E00"/>
                </a:solidFill>
                <a:latin typeface="Arial" panose="020B0604020202020204" pitchFamily="34" charset="0"/>
                <a:ea typeface="微软雅黑" panose="020B0503020204020204" charset="-122"/>
              </a:rPr>
              <a:t>运动；</a:t>
            </a:r>
            <a:endParaRPr lang="zh-CN" altLang="en-US" sz="2300" b="1" dirty="0">
              <a:solidFill>
                <a:srgbClr val="F22E00"/>
              </a:solidFill>
              <a:latin typeface="Arial" panose="020B0604020202020204" pitchFamily="34" charset="0"/>
              <a:ea typeface="微软雅黑" panose="020B0503020204020204" charset="-122"/>
            </a:endParaRPr>
          </a:p>
          <a:p>
            <a:pPr defTabSz="863600" eaLnBrk="0" hangingPunct="0">
              <a:spcBef>
                <a:spcPct val="50000"/>
              </a:spcBef>
            </a:pPr>
            <a:r>
              <a:rPr lang="zh-CN" altLang="en-US" sz="2300" b="1" dirty="0">
                <a:solidFill>
                  <a:schemeClr val="tx1"/>
                </a:solidFill>
                <a:latin typeface="Arial" panose="020B0604020202020204" pitchFamily="34" charset="0"/>
                <a:ea typeface="微软雅黑" panose="020B0503020204020204" charset="-122"/>
              </a:rPr>
              <a:t>阴离子向</a:t>
            </a:r>
            <a:r>
              <a:rPr lang="zh-CN" altLang="en-US" sz="2300" b="1" dirty="0">
                <a:solidFill>
                  <a:schemeClr val="tx2"/>
                </a:solidFill>
                <a:latin typeface="Arial" panose="020B0604020202020204" pitchFamily="34" charset="0"/>
                <a:ea typeface="微软雅黑" panose="020B0503020204020204" charset="-122"/>
                <a:sym typeface="+mn-ea"/>
              </a:rPr>
              <a:t>___</a:t>
            </a:r>
            <a:r>
              <a:rPr lang="zh-CN" altLang="en-US" sz="2300" b="1" dirty="0">
                <a:solidFill>
                  <a:schemeClr val="tx2"/>
                </a:solidFill>
                <a:latin typeface="Arial" panose="020B0604020202020204" pitchFamily="34" charset="0"/>
                <a:ea typeface="微软雅黑" panose="020B0503020204020204" charset="-122"/>
              </a:rPr>
              <a:t>极</a:t>
            </a:r>
            <a:r>
              <a:rPr lang="zh-CN" altLang="en-US" sz="2300" b="1" dirty="0">
                <a:solidFill>
                  <a:schemeClr val="tx1"/>
                </a:solidFill>
                <a:latin typeface="Arial" panose="020B0604020202020204" pitchFamily="34" charset="0"/>
                <a:ea typeface="微软雅黑" panose="020B0503020204020204" charset="-122"/>
              </a:rPr>
              <a:t>运动。</a:t>
            </a:r>
            <a:r>
              <a:rPr lang="zh-CN" altLang="en-US" sz="2300" b="1" dirty="0">
                <a:solidFill>
                  <a:srgbClr val="F22E00"/>
                </a:solidFill>
                <a:latin typeface="Arial" panose="020B0604020202020204" pitchFamily="34" charset="0"/>
                <a:ea typeface="微软雅黑" panose="020B0503020204020204" charset="-122"/>
              </a:rPr>
              <a:t>  </a:t>
            </a:r>
            <a:endParaRPr lang="zh-CN" altLang="en-US" sz="2300" b="1" dirty="0">
              <a:solidFill>
                <a:srgbClr val="F22E00"/>
              </a:solidFill>
              <a:latin typeface="Arial" panose="020B0604020202020204" pitchFamily="34" charset="0"/>
              <a:ea typeface="微软雅黑" panose="020B0503020204020204" charset="-122"/>
            </a:endParaRPr>
          </a:p>
        </p:txBody>
      </p:sp>
      <p:cxnSp>
        <p:nvCxnSpPr>
          <p:cNvPr id="74" name="直接连接符 73"/>
          <p:cNvCxnSpPr>
            <a:endCxn id="2" idx="3"/>
          </p:cNvCxnSpPr>
          <p:nvPr/>
        </p:nvCxnSpPr>
        <p:spPr>
          <a:xfrm>
            <a:off x="-36830" y="3429000"/>
            <a:ext cx="9217025" cy="14605"/>
          </a:xfrm>
          <a:prstGeom prst="line">
            <a:avLst/>
          </a:prstGeom>
          <a:ln w="2857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75" name="文本框 74"/>
          <p:cNvSpPr txBox="1"/>
          <p:nvPr/>
        </p:nvSpPr>
        <p:spPr>
          <a:xfrm>
            <a:off x="7595870" y="1052830"/>
            <a:ext cx="476250" cy="445135"/>
          </a:xfrm>
          <a:prstGeom prst="rect">
            <a:avLst/>
          </a:prstGeom>
          <a:noFill/>
        </p:spPr>
        <p:txBody>
          <a:bodyPr wrap="square" rtlCol="0">
            <a:spAutoFit/>
          </a:bodyPr>
          <a:p>
            <a:r>
              <a:rPr lang="zh-CN" altLang="en-US" sz="2300" b="1">
                <a:latin typeface="Arial" panose="020B0604020202020204" pitchFamily="34" charset="0"/>
                <a:ea typeface="微软雅黑" panose="020B0503020204020204" charset="-122"/>
              </a:rPr>
              <a:t>阴</a:t>
            </a:r>
            <a:endParaRPr lang="zh-CN" altLang="en-US" sz="2300" b="1">
              <a:latin typeface="Arial" panose="020B0604020202020204" pitchFamily="34" charset="0"/>
              <a:ea typeface="微软雅黑" panose="020B0503020204020204" charset="-122"/>
            </a:endParaRPr>
          </a:p>
        </p:txBody>
      </p:sp>
      <p:sp>
        <p:nvSpPr>
          <p:cNvPr id="76" name="文本框 75"/>
          <p:cNvSpPr txBox="1"/>
          <p:nvPr/>
        </p:nvSpPr>
        <p:spPr>
          <a:xfrm>
            <a:off x="7524115" y="4342765"/>
            <a:ext cx="476250" cy="445135"/>
          </a:xfrm>
          <a:prstGeom prst="rect">
            <a:avLst/>
          </a:prstGeom>
          <a:noFill/>
        </p:spPr>
        <p:txBody>
          <a:bodyPr wrap="square" rtlCol="0">
            <a:spAutoFit/>
          </a:bodyPr>
          <a:p>
            <a:r>
              <a:rPr lang="zh-CN" altLang="en-US" sz="2300" b="1">
                <a:latin typeface="Arial" panose="020B0604020202020204" pitchFamily="34" charset="0"/>
                <a:ea typeface="微软雅黑" panose="020B0503020204020204" charset="-122"/>
              </a:rPr>
              <a:t>阴</a:t>
            </a:r>
            <a:endParaRPr lang="zh-CN" altLang="en-US" sz="2300" b="1">
              <a:latin typeface="Arial" panose="020B0604020202020204" pitchFamily="34" charset="0"/>
              <a:ea typeface="微软雅黑" panose="020B0503020204020204" charset="-122"/>
            </a:endParaRPr>
          </a:p>
        </p:txBody>
      </p:sp>
      <p:sp>
        <p:nvSpPr>
          <p:cNvPr id="77" name="文本框 76"/>
          <p:cNvSpPr txBox="1"/>
          <p:nvPr/>
        </p:nvSpPr>
        <p:spPr>
          <a:xfrm>
            <a:off x="7524115" y="2286000"/>
            <a:ext cx="476250" cy="445135"/>
          </a:xfrm>
          <a:prstGeom prst="rect">
            <a:avLst/>
          </a:prstGeom>
          <a:noFill/>
        </p:spPr>
        <p:txBody>
          <a:bodyPr wrap="square" rtlCol="0">
            <a:spAutoFit/>
          </a:bodyPr>
          <a:p>
            <a:r>
              <a:rPr lang="zh-CN" altLang="en-US" sz="2300" b="1">
                <a:solidFill>
                  <a:schemeClr val="tx2"/>
                </a:solidFill>
                <a:latin typeface="Arial" panose="020B0604020202020204" pitchFamily="34" charset="0"/>
                <a:ea typeface="微软雅黑" panose="020B0503020204020204" charset="-122"/>
              </a:rPr>
              <a:t>阳</a:t>
            </a:r>
            <a:endParaRPr lang="zh-CN" altLang="en-US" sz="2300" b="1">
              <a:solidFill>
                <a:schemeClr val="tx2"/>
              </a:solidFill>
              <a:latin typeface="Arial" panose="020B0604020202020204" pitchFamily="34" charset="0"/>
              <a:ea typeface="微软雅黑" panose="020B0503020204020204" charset="-122"/>
            </a:endParaRPr>
          </a:p>
        </p:txBody>
      </p:sp>
      <p:sp>
        <p:nvSpPr>
          <p:cNvPr id="78" name="文本框 77"/>
          <p:cNvSpPr txBox="1"/>
          <p:nvPr/>
        </p:nvSpPr>
        <p:spPr>
          <a:xfrm>
            <a:off x="7524115" y="5568315"/>
            <a:ext cx="476250" cy="445135"/>
          </a:xfrm>
          <a:prstGeom prst="rect">
            <a:avLst/>
          </a:prstGeom>
          <a:noFill/>
        </p:spPr>
        <p:txBody>
          <a:bodyPr wrap="square" rtlCol="0">
            <a:spAutoFit/>
          </a:bodyPr>
          <a:p>
            <a:r>
              <a:rPr lang="zh-CN" altLang="en-US" sz="2300" b="1">
                <a:solidFill>
                  <a:schemeClr val="tx2"/>
                </a:solidFill>
                <a:latin typeface="Arial" panose="020B0604020202020204" pitchFamily="34" charset="0"/>
                <a:ea typeface="微软雅黑" panose="020B0503020204020204" charset="-122"/>
              </a:rPr>
              <a:t>阳</a:t>
            </a:r>
            <a:endParaRPr lang="zh-CN" altLang="en-US" sz="2300" b="1">
              <a:solidFill>
                <a:schemeClr val="tx2"/>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fill="hold"/>
                                        <p:tgtEl>
                                          <p:spTgt spid="75"/>
                                        </p:tgtEl>
                                        <p:attrNameLst>
                                          <p:attrName>ppt_x</p:attrName>
                                        </p:attrNameLst>
                                      </p:cBhvr>
                                      <p:tavLst>
                                        <p:tav tm="0">
                                          <p:val>
                                            <p:strVal val="0-#ppt_w/2"/>
                                          </p:val>
                                        </p:tav>
                                        <p:tav tm="100000">
                                          <p:val>
                                            <p:strVal val="#ppt_x"/>
                                          </p:val>
                                        </p:tav>
                                      </p:tavLst>
                                    </p:anim>
                                    <p:anim calcmode="lin" valueType="num">
                                      <p:cBhvr additive="base">
                                        <p:cTn id="8"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fill="hold"/>
                                        <p:tgtEl>
                                          <p:spTgt spid="77"/>
                                        </p:tgtEl>
                                        <p:attrNameLst>
                                          <p:attrName>ppt_x</p:attrName>
                                        </p:attrNameLst>
                                      </p:cBhvr>
                                      <p:tavLst>
                                        <p:tav tm="0">
                                          <p:val>
                                            <p:strVal val="1+#ppt_w/2"/>
                                          </p:val>
                                        </p:tav>
                                        <p:tav tm="100000">
                                          <p:val>
                                            <p:strVal val="#ppt_x"/>
                                          </p:val>
                                        </p:tav>
                                      </p:tavLst>
                                    </p:anim>
                                    <p:anim calcmode="lin" valueType="num">
                                      <p:cBhvr additive="base">
                                        <p:cTn id="14"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6"/>
                                        </p:tgtEl>
                                        <p:attrNameLst>
                                          <p:attrName>style.visibility</p:attrName>
                                        </p:attrNameLst>
                                      </p:cBhvr>
                                      <p:to>
                                        <p:strVal val="visible"/>
                                      </p:to>
                                    </p:set>
                                    <p:anim calcmode="lin" valueType="num">
                                      <p:cBhvr additive="base">
                                        <p:cTn id="19" dur="500" fill="hold"/>
                                        <p:tgtEl>
                                          <p:spTgt spid="76"/>
                                        </p:tgtEl>
                                        <p:attrNameLst>
                                          <p:attrName>ppt_x</p:attrName>
                                        </p:attrNameLst>
                                      </p:cBhvr>
                                      <p:tavLst>
                                        <p:tav tm="0">
                                          <p:val>
                                            <p:strVal val="1+#ppt_w/2"/>
                                          </p:val>
                                        </p:tav>
                                        <p:tav tm="100000">
                                          <p:val>
                                            <p:strVal val="#ppt_x"/>
                                          </p:val>
                                        </p:tav>
                                      </p:tavLst>
                                    </p:anim>
                                    <p:anim calcmode="lin" valueType="num">
                                      <p:cBhvr additive="base">
                                        <p:cTn id="20"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additive="base">
                                        <p:cTn id="25" dur="500" fill="hold"/>
                                        <p:tgtEl>
                                          <p:spTgt spid="78"/>
                                        </p:tgtEl>
                                        <p:attrNameLst>
                                          <p:attrName>ppt_x</p:attrName>
                                        </p:attrNameLst>
                                      </p:cBhvr>
                                      <p:tavLst>
                                        <p:tav tm="0">
                                          <p:val>
                                            <p:strVal val="0-#ppt_w/2"/>
                                          </p:val>
                                        </p:tav>
                                        <p:tav tm="100000">
                                          <p:val>
                                            <p:strVal val="#ppt_x"/>
                                          </p:val>
                                        </p:tav>
                                      </p:tavLst>
                                    </p:anim>
                                    <p:anim calcmode="lin" valueType="num">
                                      <p:cBhvr additive="base">
                                        <p:cTn id="26" dur="500" fill="hold"/>
                                        <p:tgtEl>
                                          <p:spTgt spid="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 grpId="0"/>
      <p:bldP spid="4106" grpId="1"/>
      <p:bldP spid="75" grpId="0"/>
      <p:bldP spid="75" grpId="1"/>
      <p:bldP spid="77" grpId="0"/>
      <p:bldP spid="77" grpId="1"/>
      <p:bldP spid="76" grpId="0"/>
      <p:bldP spid="76" grpId="1"/>
      <p:bldP spid="78" grpId="0"/>
      <p:bldP spid="78"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a:p>
        </p:txBody>
      </p:sp>
      <p:grpSp>
        <p:nvGrpSpPr>
          <p:cNvPr id="101378" name="组合 5"/>
          <p:cNvGrpSpPr/>
          <p:nvPr/>
        </p:nvGrpSpPr>
        <p:grpSpPr>
          <a:xfrm>
            <a:off x="1130935" y="4293235"/>
            <a:ext cx="7828280" cy="1240789"/>
            <a:chOff x="1395529" y="1934900"/>
            <a:chExt cx="5486400" cy="425604"/>
          </a:xfrm>
        </p:grpSpPr>
        <p:sp>
          <p:nvSpPr>
            <p:cNvPr id="101404" name="TextBox 2"/>
            <p:cNvSpPr txBox="1"/>
            <p:nvPr/>
          </p:nvSpPr>
          <p:spPr>
            <a:xfrm>
              <a:off x="1395529" y="1934900"/>
              <a:ext cx="5486400" cy="425604"/>
            </a:xfrm>
            <a:prstGeom prst="rect">
              <a:avLst/>
            </a:prstGeom>
            <a:noFill/>
            <a:ln w="9525">
              <a:noFill/>
            </a:ln>
          </p:spPr>
          <p:txBody>
            <a:bodyPr>
              <a:noAutofit/>
            </a:bodyPr>
            <a:p>
              <a:pPr algn="ctr"/>
              <a:r>
                <a:rPr lang="zh-CN" altLang="en-US" sz="2800" b="1" dirty="0">
                  <a:latin typeface="Arial" panose="020B0604020202020204" pitchFamily="34" charset="0"/>
                  <a:ea typeface="微软雅黑" panose="020B0503020204020204" charset="-122"/>
                  <a:cs typeface="Times New Roman" panose="02020603050405020304" pitchFamily="18" charset="0"/>
                </a:rPr>
                <a:t>阳极：发生</a:t>
              </a:r>
              <a:r>
                <a:rPr lang="zh-CN" altLang="en-US" sz="2800" b="1" dirty="0">
                  <a:solidFill>
                    <a:srgbClr val="FF0000"/>
                  </a:solidFill>
                  <a:latin typeface="Arial" panose="020B0604020202020204" pitchFamily="34" charset="0"/>
                  <a:ea typeface="微软雅黑" panose="020B0503020204020204" charset="-122"/>
                  <a:cs typeface="Times New Roman" panose="02020603050405020304" pitchFamily="18" charset="0"/>
                </a:rPr>
                <a:t>氧化</a:t>
              </a:r>
              <a:r>
                <a:rPr lang="zh-CN" altLang="en-US" sz="2800" b="1" dirty="0">
                  <a:latin typeface="Arial" panose="020B0604020202020204" pitchFamily="34" charset="0"/>
                  <a:ea typeface="微软雅黑" panose="020B0503020204020204" charset="-122"/>
                  <a:cs typeface="Times New Roman" panose="02020603050405020304" pitchFamily="18" charset="0"/>
                </a:rPr>
                <a:t>反应的电极</a:t>
              </a:r>
              <a:endParaRPr lang="en-US" altLang="zh-CN" sz="2800" b="1" dirty="0">
                <a:latin typeface="Arial" panose="020B0604020202020204" pitchFamily="34" charset="0"/>
                <a:ea typeface="微软雅黑" panose="020B0503020204020204" charset="-122"/>
                <a:cs typeface="Times New Roman" panose="02020603050405020304" pitchFamily="18" charset="0"/>
              </a:endParaRPr>
            </a:p>
            <a:p>
              <a:pPr algn="ctr">
                <a:spcAft>
                  <a:spcPts val="1000"/>
                </a:spcAft>
              </a:pPr>
              <a:r>
                <a:rPr lang="zh-CN" altLang="en-US" sz="2800" b="1" dirty="0">
                  <a:latin typeface="Arial" panose="020B0604020202020204" pitchFamily="34" charset="0"/>
                  <a:ea typeface="微软雅黑" panose="020B0503020204020204" charset="-122"/>
                  <a:cs typeface="Times New Roman" panose="02020603050405020304" pitchFamily="18" charset="0"/>
                </a:rPr>
                <a:t>阴极：发生</a:t>
              </a:r>
              <a:r>
                <a:rPr lang="zh-CN" altLang="en-US" sz="2800" b="1" dirty="0">
                  <a:solidFill>
                    <a:srgbClr val="FF0000"/>
                  </a:solidFill>
                  <a:latin typeface="Arial" panose="020B0604020202020204" pitchFamily="34" charset="0"/>
                  <a:ea typeface="微软雅黑" panose="020B0503020204020204" charset="-122"/>
                  <a:cs typeface="Times New Roman" panose="02020603050405020304" pitchFamily="18" charset="0"/>
                </a:rPr>
                <a:t>还原</a:t>
              </a:r>
              <a:r>
                <a:rPr lang="zh-CN" altLang="en-US" sz="2800" b="1" dirty="0">
                  <a:latin typeface="Arial" panose="020B0604020202020204" pitchFamily="34" charset="0"/>
                  <a:ea typeface="微软雅黑" panose="020B0503020204020204" charset="-122"/>
                  <a:cs typeface="Times New Roman" panose="02020603050405020304" pitchFamily="18" charset="0"/>
                </a:rPr>
                <a:t>反应的电极</a:t>
              </a:r>
              <a:endParaRPr lang="en-US" altLang="zh-CN" sz="2800" b="1" dirty="0">
                <a:latin typeface="Arial" panose="020B0604020202020204" pitchFamily="34" charset="0"/>
                <a:ea typeface="微软雅黑" panose="020B0503020204020204" charset="-122"/>
                <a:cs typeface="Times New Roman" panose="02020603050405020304" pitchFamily="18" charset="0"/>
              </a:endParaRPr>
            </a:p>
            <a:p>
              <a:pPr algn="ctr"/>
              <a:endParaRPr lang="zh-CN" altLang="en-US" sz="2800" b="1" dirty="0">
                <a:latin typeface="Arial" panose="020B0604020202020204" pitchFamily="34" charset="0"/>
                <a:ea typeface="微软雅黑" panose="020B0503020204020204" charset="-122"/>
                <a:cs typeface="Times New Roman" panose="02020603050405020304" pitchFamily="18" charset="0"/>
              </a:endParaRPr>
            </a:p>
            <a:p>
              <a:pPr algn="ctr"/>
              <a:endParaRPr lang="zh-CN" altLang="en-US" sz="2800" b="1" dirty="0">
                <a:latin typeface="Arial" panose="020B0604020202020204" pitchFamily="34" charset="0"/>
                <a:ea typeface="微软雅黑" panose="020B0503020204020204" charset="-122"/>
              </a:endParaRPr>
            </a:p>
          </p:txBody>
        </p:sp>
        <p:cxnSp>
          <p:nvCxnSpPr>
            <p:cNvPr id="101405" name="直接连接符 4"/>
            <p:cNvCxnSpPr/>
            <p:nvPr/>
          </p:nvCxnSpPr>
          <p:spPr>
            <a:xfrm>
              <a:off x="1585959" y="2305397"/>
              <a:ext cx="5105400" cy="0"/>
            </a:xfrm>
            <a:prstGeom prst="line">
              <a:avLst/>
            </a:prstGeom>
            <a:ln w="38100" cap="flat" cmpd="sng">
              <a:solidFill>
                <a:srgbClr val="0000CC"/>
              </a:solidFill>
              <a:prstDash val="solid"/>
              <a:headEnd type="none" w="med" len="med"/>
              <a:tailEnd type="none" w="med" len="med"/>
            </a:ln>
          </p:spPr>
        </p:cxnSp>
      </p:grpSp>
      <p:sp>
        <p:nvSpPr>
          <p:cNvPr id="103427" name="Text Box 2"/>
          <p:cNvSpPr txBox="1"/>
          <p:nvPr/>
        </p:nvSpPr>
        <p:spPr>
          <a:xfrm>
            <a:off x="117475" y="28575"/>
            <a:ext cx="8938895" cy="3056890"/>
          </a:xfrm>
          <a:prstGeom prst="rect">
            <a:avLst/>
          </a:prstGeom>
          <a:solidFill>
            <a:schemeClr val="bg1"/>
          </a:solidFill>
          <a:ln w="9525">
            <a:noFill/>
          </a:ln>
        </p:spPr>
        <p:txBody>
          <a:bodyPr wrap="square" lIns="86393" tIns="43196" rIns="86393" bIns="43196">
            <a:spAutoFit/>
          </a:bodyPr>
          <a:p>
            <a:pPr defTabSz="863600" eaLnBrk="0" hangingPunct="0">
              <a:lnSpc>
                <a:spcPct val="130000"/>
              </a:lnSpc>
              <a:spcBef>
                <a:spcPct val="10000"/>
              </a:spcBef>
            </a:pPr>
            <a:r>
              <a:rPr lang="en-US" altLang="zh-CN" sz="2300" dirty="0">
                <a:latin typeface="Arial" panose="020B0604020202020204" pitchFamily="34" charset="0"/>
                <a:ea typeface="微软雅黑" panose="020B0503020204020204" charset="-122"/>
              </a:rPr>
              <a:t>        </a:t>
            </a:r>
            <a:r>
              <a:rPr lang="zh-CN" altLang="en-US" sz="2300" dirty="0">
                <a:latin typeface="Arial" panose="020B0604020202020204" pitchFamily="34" charset="0"/>
                <a:ea typeface="微软雅黑" panose="020B0503020204020204" charset="-122"/>
              </a:rPr>
              <a:t>无论是原电池还是电解池，有共同的特点，当外电路接通时：</a:t>
            </a:r>
            <a:endParaRPr lang="zh-CN" altLang="en-US" sz="2300" dirty="0">
              <a:latin typeface="Arial" panose="020B0604020202020204" pitchFamily="34" charset="0"/>
              <a:ea typeface="微软雅黑" panose="020B0503020204020204" charset="-122"/>
            </a:endParaRPr>
          </a:p>
          <a:p>
            <a:pPr marL="457200" defTabSz="863600">
              <a:lnSpc>
                <a:spcPct val="130000"/>
              </a:lnSpc>
              <a:spcBef>
                <a:spcPct val="10000"/>
              </a:spcBef>
              <a:buClr>
                <a:srgbClr val="FF0000"/>
              </a:buClr>
              <a:buFont typeface="Wingdings" panose="05000000000000000000" pitchFamily="2" charset="2"/>
              <a:buChar char="Ø"/>
              <a:extLst>
                <a:ext uri="{35155182-B16C-46BC-9424-99874614C6A1}">
                  <wpsdc:marlchars xmlns:wpsdc="http://www.wps.cn/officeDocument/2017/drawingmlCustomData" val="200" checksum="2975741746"/>
                </a:ext>
              </a:extLst>
            </a:pPr>
            <a:r>
              <a:rPr lang="zh-CN" altLang="en-US" sz="2300" dirty="0">
                <a:latin typeface="Arial" panose="020B0604020202020204" pitchFamily="34" charset="0"/>
                <a:ea typeface="微软雅黑" panose="020B0503020204020204" charset="-122"/>
              </a:rPr>
              <a:t> 在电极与溶液的界面上有</a:t>
            </a:r>
            <a:r>
              <a:rPr lang="zh-CN" altLang="en-US" sz="2300" dirty="0">
                <a:solidFill>
                  <a:srgbClr val="CC0000"/>
                </a:solidFill>
                <a:latin typeface="Arial" panose="020B0604020202020204" pitchFamily="34" charset="0"/>
                <a:ea typeface="微软雅黑" panose="020B0503020204020204" charset="-122"/>
              </a:rPr>
              <a:t>电子得失的反应</a:t>
            </a:r>
            <a:r>
              <a:rPr lang="zh-CN" altLang="en-US" sz="2300" dirty="0">
                <a:latin typeface="Arial" panose="020B0604020202020204" pitchFamily="34" charset="0"/>
                <a:ea typeface="微软雅黑" panose="020B0503020204020204" charset="-122"/>
              </a:rPr>
              <a:t>发生</a:t>
            </a:r>
            <a:r>
              <a:rPr lang="zh-CN" altLang="en-US" sz="2300" dirty="0">
                <a:latin typeface="Arial" panose="020B0604020202020204" pitchFamily="34" charset="0"/>
                <a:ea typeface="微软雅黑" panose="020B0503020204020204" charset="-122"/>
                <a:sym typeface="Symbol" panose="05050102010706020507" pitchFamily="18" charset="2"/>
              </a:rPr>
              <a:t></a:t>
            </a:r>
            <a:r>
              <a:rPr lang="zh-CN" altLang="en-US" sz="2300" dirty="0">
                <a:solidFill>
                  <a:srgbClr val="CC0000"/>
                </a:solidFill>
                <a:latin typeface="Arial" panose="020B0604020202020204" pitchFamily="34" charset="0"/>
                <a:ea typeface="微软雅黑" panose="020B0503020204020204" charset="-122"/>
                <a:sym typeface="+mn-ea"/>
              </a:rPr>
              <a:t>电极反应</a:t>
            </a:r>
            <a:r>
              <a:rPr lang="zh-CN" altLang="en-US" sz="2300" dirty="0">
                <a:latin typeface="Arial" panose="020B0604020202020204" pitchFamily="34" charset="0"/>
                <a:ea typeface="微软雅黑" panose="020B0503020204020204" charset="-122"/>
              </a:rPr>
              <a:t>；</a:t>
            </a:r>
            <a:endParaRPr lang="zh-CN" altLang="en-US" sz="2300" dirty="0">
              <a:latin typeface="Arial" panose="020B0604020202020204" pitchFamily="34" charset="0"/>
              <a:ea typeface="微软雅黑" panose="020B0503020204020204" charset="-122"/>
            </a:endParaRPr>
          </a:p>
          <a:p>
            <a:pPr marL="457200" defTabSz="863600">
              <a:lnSpc>
                <a:spcPct val="130000"/>
              </a:lnSpc>
              <a:spcBef>
                <a:spcPct val="10000"/>
              </a:spcBef>
              <a:buClr>
                <a:srgbClr val="FF0000"/>
              </a:buClr>
              <a:buFont typeface="Wingdings" panose="05000000000000000000" pitchFamily="2" charset="2"/>
              <a:buChar char="Ø"/>
              <a:extLst>
                <a:ext uri="{35155182-B16C-46BC-9424-99874614C6A1}">
                  <wpsdc:marlchars xmlns:wpsdc="http://www.wps.cn/officeDocument/2017/drawingmlCustomData" val="200" checksum="2975741746"/>
                </a:ext>
              </a:extLst>
            </a:pPr>
            <a:r>
              <a:rPr lang="zh-CN" altLang="en-US" sz="2300" dirty="0">
                <a:latin typeface="Arial" panose="020B0604020202020204" pitchFamily="34" charset="0"/>
                <a:ea typeface="微软雅黑" panose="020B0503020204020204" charset="-122"/>
              </a:rPr>
              <a:t>溶液内部有</a:t>
            </a:r>
            <a:r>
              <a:rPr lang="zh-CN" altLang="en-US" sz="2300" dirty="0">
                <a:solidFill>
                  <a:srgbClr val="CC0000"/>
                </a:solidFill>
                <a:latin typeface="Arial" panose="020B0604020202020204" pitchFamily="34" charset="0"/>
                <a:ea typeface="微软雅黑" panose="020B0503020204020204" charset="-122"/>
              </a:rPr>
              <a:t>离子作定向迁移运动，均为</a:t>
            </a:r>
            <a:r>
              <a:rPr lang="zh-CN" altLang="en-US" sz="2300" dirty="0">
                <a:solidFill>
                  <a:srgbClr val="F22E00"/>
                </a:solidFill>
                <a:latin typeface="Arial" panose="020B0604020202020204" pitchFamily="34" charset="0"/>
                <a:ea typeface="微软雅黑" panose="020B0503020204020204" charset="-122"/>
                <a:sym typeface="+mn-ea"/>
              </a:rPr>
              <a:t>阳离子向</a:t>
            </a:r>
            <a:r>
              <a:rPr lang="zh-CN" altLang="en-US" sz="2300" dirty="0">
                <a:latin typeface="Arial" panose="020B0604020202020204" pitchFamily="34" charset="0"/>
                <a:ea typeface="微软雅黑" panose="020B0503020204020204" charset="-122"/>
                <a:sym typeface="+mn-ea"/>
              </a:rPr>
              <a:t>阴</a:t>
            </a:r>
            <a:r>
              <a:rPr lang="zh-CN" altLang="en-US" sz="2300" dirty="0">
                <a:latin typeface="Arial" panose="020B0604020202020204" pitchFamily="34" charset="0"/>
                <a:ea typeface="微软雅黑" panose="020B0503020204020204" charset="-122"/>
                <a:sym typeface="+mn-ea"/>
              </a:rPr>
              <a:t>极</a:t>
            </a:r>
            <a:r>
              <a:rPr lang="zh-CN" altLang="en-US" sz="2300" dirty="0">
                <a:solidFill>
                  <a:srgbClr val="F22E00"/>
                </a:solidFill>
                <a:latin typeface="Arial" panose="020B0604020202020204" pitchFamily="34" charset="0"/>
                <a:ea typeface="微软雅黑" panose="020B0503020204020204" charset="-122"/>
                <a:sym typeface="+mn-ea"/>
              </a:rPr>
              <a:t>运动；</a:t>
            </a:r>
            <a:endParaRPr lang="zh-CN" altLang="en-US" sz="2300" dirty="0">
              <a:solidFill>
                <a:srgbClr val="F22E00"/>
              </a:solidFill>
              <a:latin typeface="Arial" panose="020B0604020202020204" pitchFamily="34" charset="0"/>
              <a:ea typeface="微软雅黑" panose="020B0503020204020204" charset="-122"/>
            </a:endParaRPr>
          </a:p>
          <a:p>
            <a:pPr marL="457200" defTabSz="863600">
              <a:spcBef>
                <a:spcPct val="50000"/>
              </a:spcBef>
              <a:extLst>
                <a:ext uri="{35155182-B16C-46BC-9424-99874614C6A1}">
                  <wpsdc:marlchars xmlns:wpsdc="http://www.wps.cn/officeDocument/2017/drawingmlCustomData" val="200" checksum="2975741746"/>
                </a:ext>
              </a:extLst>
            </a:pPr>
            <a:r>
              <a:rPr lang="zh-CN" altLang="en-US" sz="2300" dirty="0">
                <a:latin typeface="Arial" panose="020B0604020202020204" pitchFamily="34" charset="0"/>
                <a:ea typeface="微软雅黑" panose="020B0503020204020204" charset="-122"/>
                <a:sym typeface="+mn-ea"/>
              </a:rPr>
              <a:t>阴离子向</a:t>
            </a:r>
            <a:r>
              <a:rPr lang="zh-CN" altLang="en-US" sz="2300" dirty="0">
                <a:solidFill>
                  <a:schemeClr val="tx2"/>
                </a:solidFill>
                <a:latin typeface="Arial" panose="020B0604020202020204" pitchFamily="34" charset="0"/>
                <a:ea typeface="微软雅黑" panose="020B0503020204020204" charset="-122"/>
                <a:sym typeface="+mn-ea"/>
              </a:rPr>
              <a:t>阳</a:t>
            </a:r>
            <a:r>
              <a:rPr lang="zh-CN" altLang="en-US" sz="2300" dirty="0">
                <a:solidFill>
                  <a:schemeClr val="tx2"/>
                </a:solidFill>
                <a:latin typeface="Arial" panose="020B0604020202020204" pitchFamily="34" charset="0"/>
                <a:ea typeface="微软雅黑" panose="020B0503020204020204" charset="-122"/>
                <a:sym typeface="+mn-ea"/>
              </a:rPr>
              <a:t>极</a:t>
            </a:r>
            <a:r>
              <a:rPr lang="zh-CN" altLang="en-US" sz="2300" dirty="0">
                <a:latin typeface="Arial" panose="020B0604020202020204" pitchFamily="34" charset="0"/>
                <a:ea typeface="微软雅黑" panose="020B0503020204020204" charset="-122"/>
                <a:sym typeface="+mn-ea"/>
              </a:rPr>
              <a:t>运动</a:t>
            </a:r>
            <a:r>
              <a:rPr lang="zh-CN" altLang="en-US" sz="2300" dirty="0">
                <a:latin typeface="Arial" panose="020B0604020202020204" pitchFamily="34" charset="0"/>
                <a:ea typeface="微软雅黑" panose="020B0503020204020204" charset="-122"/>
              </a:rPr>
              <a:t>。</a:t>
            </a:r>
            <a:endParaRPr lang="zh-CN" altLang="en-US" sz="2300" dirty="0">
              <a:solidFill>
                <a:srgbClr val="CC0000"/>
              </a:solidFill>
              <a:latin typeface="Arial" panose="020B0604020202020204" pitchFamily="34" charset="0"/>
              <a:ea typeface="微软雅黑" panose="020B0503020204020204" charset="-122"/>
            </a:endParaRPr>
          </a:p>
          <a:p>
            <a:pPr marL="457200" defTabSz="863600">
              <a:lnSpc>
                <a:spcPct val="130000"/>
              </a:lnSpc>
              <a:spcBef>
                <a:spcPct val="10000"/>
              </a:spcBef>
              <a:buClr>
                <a:srgbClr val="FF0000"/>
              </a:buClr>
              <a:buFont typeface="Wingdings" panose="05000000000000000000" pitchFamily="2" charset="2"/>
              <a:buChar char="Ø"/>
              <a:extLst>
                <a:ext uri="{35155182-B16C-46BC-9424-99874614C6A1}">
                  <wpsdc:marlchars xmlns:wpsdc="http://www.wps.cn/officeDocument/2017/drawingmlCustomData" val="200" checksum="2975741746"/>
                </a:ext>
              </a:extLst>
            </a:pPr>
            <a:r>
              <a:rPr lang="zh-CN" altLang="en-US" sz="2300" dirty="0">
                <a:latin typeface="Arial" panose="020B0604020202020204" pitchFamily="34" charset="0"/>
                <a:ea typeface="微软雅黑" panose="020B0503020204020204" charset="-122"/>
              </a:rPr>
              <a:t> 两个电极反应之和为总的化学反应：</a:t>
            </a:r>
            <a:endParaRPr lang="zh-CN" altLang="en-US" sz="2300" dirty="0">
              <a:latin typeface="Arial" panose="020B0604020202020204" pitchFamily="34" charset="0"/>
              <a:ea typeface="微软雅黑" panose="020B0503020204020204" charset="-122"/>
            </a:endParaRPr>
          </a:p>
          <a:p>
            <a:pPr defTabSz="863600" eaLnBrk="0" hangingPunct="0">
              <a:lnSpc>
                <a:spcPct val="130000"/>
              </a:lnSpc>
              <a:spcBef>
                <a:spcPct val="10000"/>
              </a:spcBef>
            </a:pPr>
            <a:r>
              <a:rPr lang="zh-CN" altLang="en-US" sz="2300" dirty="0">
                <a:latin typeface="Arial" panose="020B0604020202020204" pitchFamily="34" charset="0"/>
                <a:ea typeface="微软雅黑" panose="020B0503020204020204" charset="-122"/>
              </a:rPr>
              <a:t>        原电池</a:t>
            </a:r>
            <a:r>
              <a:rPr lang="zh-CN" altLang="en-US" sz="2300" dirty="0">
                <a:latin typeface="Arial" panose="020B0604020202020204" pitchFamily="34" charset="0"/>
                <a:ea typeface="微软雅黑" panose="020B0503020204020204" charset="-122"/>
                <a:sym typeface="Symbol" panose="05050102010706020507" pitchFamily="18" charset="2"/>
              </a:rPr>
              <a:t></a:t>
            </a:r>
            <a:r>
              <a:rPr lang="zh-CN" altLang="en-US" sz="2300" dirty="0">
                <a:solidFill>
                  <a:srgbClr val="CC0000"/>
                </a:solidFill>
                <a:latin typeface="Arial" panose="020B0604020202020204" pitchFamily="34" charset="0"/>
                <a:ea typeface="微软雅黑" panose="020B0503020204020204" charset="-122"/>
              </a:rPr>
              <a:t>电池反应</a:t>
            </a:r>
            <a:r>
              <a:rPr lang="zh-CN" altLang="en-US" sz="2300" dirty="0">
                <a:latin typeface="Arial" panose="020B0604020202020204" pitchFamily="34" charset="0"/>
                <a:ea typeface="微软雅黑" panose="020B0503020204020204" charset="-122"/>
              </a:rPr>
              <a:t>； 电解池</a:t>
            </a:r>
            <a:r>
              <a:rPr lang="zh-CN" altLang="en-US" sz="2300" dirty="0">
                <a:latin typeface="Arial" panose="020B0604020202020204" pitchFamily="34" charset="0"/>
                <a:ea typeface="微软雅黑" panose="020B0503020204020204" charset="-122"/>
                <a:sym typeface="Symbol" panose="05050102010706020507" pitchFamily="18" charset="2"/>
              </a:rPr>
              <a:t></a:t>
            </a:r>
            <a:r>
              <a:rPr lang="zh-CN" altLang="en-US" sz="2300" dirty="0">
                <a:solidFill>
                  <a:srgbClr val="CC0000"/>
                </a:solidFill>
                <a:latin typeface="Arial" panose="020B0604020202020204" pitchFamily="34" charset="0"/>
                <a:ea typeface="微软雅黑" panose="020B0503020204020204" charset="-122"/>
              </a:rPr>
              <a:t>电解反应</a:t>
            </a:r>
            <a:r>
              <a:rPr lang="zh-CN" altLang="en-US" sz="2300" dirty="0">
                <a:latin typeface="Arial" panose="020B0604020202020204" pitchFamily="34" charset="0"/>
                <a:ea typeface="微软雅黑" panose="020B0503020204020204" charset="-122"/>
              </a:rPr>
              <a:t> </a:t>
            </a:r>
            <a:endParaRPr lang="zh-CN" altLang="en-US" sz="2300" dirty="0">
              <a:latin typeface="Arial" panose="020B0604020202020204" pitchFamily="34" charset="0"/>
              <a:ea typeface="微软雅黑" panose="020B0503020204020204" charset="-122"/>
            </a:endParaRPr>
          </a:p>
        </p:txBody>
      </p:sp>
      <p:sp>
        <p:nvSpPr>
          <p:cNvPr id="3" name="文本框 2"/>
          <p:cNvSpPr txBox="1"/>
          <p:nvPr/>
        </p:nvSpPr>
        <p:spPr>
          <a:xfrm>
            <a:off x="2195830" y="5445760"/>
            <a:ext cx="6276340" cy="645160"/>
          </a:xfrm>
          <a:prstGeom prst="rect">
            <a:avLst/>
          </a:prstGeom>
          <a:noFill/>
          <a:ln w="9525">
            <a:noFill/>
          </a:ln>
        </p:spPr>
        <p:txBody>
          <a:bodyPr wrap="square" rtlCol="0">
            <a:noAutofit/>
          </a:bodyPr>
          <a:p>
            <a:pPr lvl="0" algn="ctr">
              <a:buClrTx/>
              <a:buSzTx/>
              <a:buFontTx/>
            </a:pPr>
            <a:r>
              <a:rPr lang="zh-CN" altLang="en-US" sz="2800" b="1" dirty="0">
                <a:latin typeface="Arial" panose="020B0604020202020204" pitchFamily="34" charset="0"/>
                <a:ea typeface="微软雅黑" panose="020B0503020204020204" charset="-122"/>
                <a:cs typeface="Times New Roman" panose="02020603050405020304" pitchFamily="18" charset="0"/>
                <a:sym typeface="+mn-ea"/>
              </a:rPr>
              <a:t>电池</a:t>
            </a:r>
            <a:r>
              <a:rPr lang="zh-CN" altLang="en-US" sz="2800" b="1" dirty="0">
                <a:latin typeface="Arial" panose="020B0604020202020204" pitchFamily="34" charset="0"/>
                <a:ea typeface="微软雅黑" panose="020B0503020204020204" charset="-122"/>
                <a:cs typeface="Times New Roman" panose="02020603050405020304" pitchFamily="18" charset="0"/>
                <a:sym typeface="+mn-ea"/>
              </a:rPr>
              <a:t>或电解</a:t>
            </a:r>
            <a:r>
              <a:rPr lang="zh-CN" altLang="en-US" sz="2800" b="1" dirty="0">
                <a:latin typeface="Arial" panose="020B0604020202020204" pitchFamily="34" charset="0"/>
                <a:ea typeface="微软雅黑" panose="020B0503020204020204" charset="-122"/>
                <a:cs typeface="Times New Roman" panose="02020603050405020304" pitchFamily="18" charset="0"/>
                <a:sym typeface="+mn-ea"/>
              </a:rPr>
              <a:t>反应：两个</a:t>
            </a:r>
            <a:r>
              <a:rPr lang="zh-CN" altLang="en-US" sz="2800" b="1" dirty="0">
                <a:solidFill>
                  <a:schemeClr val="tx2"/>
                </a:solidFill>
                <a:latin typeface="Arial" panose="020B0604020202020204" pitchFamily="34" charset="0"/>
                <a:ea typeface="微软雅黑" panose="020B0503020204020204" charset="-122"/>
                <a:cs typeface="Times New Roman" panose="02020603050405020304" pitchFamily="18" charset="0"/>
                <a:sym typeface="+mn-ea"/>
              </a:rPr>
              <a:t>电极反应</a:t>
            </a:r>
            <a:r>
              <a:rPr lang="zh-CN" altLang="en-US" sz="2800" b="1" dirty="0">
                <a:latin typeface="Arial" panose="020B0604020202020204" pitchFamily="34" charset="0"/>
                <a:ea typeface="微软雅黑" panose="020B0503020204020204" charset="-122"/>
                <a:cs typeface="Times New Roman" panose="02020603050405020304" pitchFamily="18" charset="0"/>
                <a:sym typeface="+mn-ea"/>
              </a:rPr>
              <a:t>的总和</a:t>
            </a:r>
            <a:endParaRPr lang="zh-CN" altLang="en-US" sz="2800" b="1" dirty="0">
              <a:latin typeface="Arial" panose="020B0604020202020204" pitchFamily="34" charset="0"/>
              <a:ea typeface="微软雅黑" panose="020B0503020204020204" charset="-122"/>
              <a:cs typeface="Times New Roman" panose="02020603050405020304" pitchFamily="18" charset="0"/>
              <a:sym typeface="+mn-ea"/>
            </a:endParaRPr>
          </a:p>
          <a:p>
            <a:pPr lvl="0" algn="ctr">
              <a:buClrTx/>
              <a:buSzTx/>
              <a:buFontTx/>
            </a:pPr>
            <a:endParaRPr lang="zh-CN" altLang="en-US" sz="2800" b="1" dirty="0">
              <a:latin typeface="Arial" panose="020B0604020202020204" pitchFamily="34" charset="0"/>
              <a:ea typeface="微软雅黑" panose="020B0503020204020204" charset="-122"/>
              <a:cs typeface="Times New Roman" panose="02020603050405020304" pitchFamily="18" charset="0"/>
              <a:sym typeface="+mn-ea"/>
            </a:endParaRPr>
          </a:p>
        </p:txBody>
      </p:sp>
      <p:sp>
        <p:nvSpPr>
          <p:cNvPr id="1264648" name="Text Box 11"/>
          <p:cNvSpPr txBox="1"/>
          <p:nvPr/>
        </p:nvSpPr>
        <p:spPr>
          <a:xfrm>
            <a:off x="1547495" y="3573145"/>
            <a:ext cx="6480175" cy="510540"/>
          </a:xfrm>
          <a:prstGeom prst="rect">
            <a:avLst/>
          </a:prstGeom>
          <a:noFill/>
          <a:ln w="9525">
            <a:noFill/>
          </a:ln>
        </p:spPr>
        <p:txBody>
          <a:bodyPr lIns="86393" tIns="43196" rIns="86393" bIns="43196">
            <a:spAutoFit/>
          </a:bodyPr>
          <a:p>
            <a:pPr defTabSz="863600" eaLnBrk="0" hangingPunct="0">
              <a:lnSpc>
                <a:spcPct val="120000"/>
              </a:lnSpc>
            </a:pPr>
            <a:r>
              <a:rPr lang="zh-CN" altLang="en-US" sz="2300" dirty="0">
                <a:solidFill>
                  <a:srgbClr val="CC0000"/>
                </a:solidFill>
                <a:latin typeface="Arial" panose="020B0604020202020204" pitchFamily="34" charset="0"/>
                <a:ea typeface="微软雅黑" panose="020B0503020204020204" charset="-122"/>
              </a:rPr>
              <a:t>电极反应</a:t>
            </a:r>
            <a:r>
              <a:rPr lang="en-US" altLang="zh-CN" sz="2300" dirty="0">
                <a:solidFill>
                  <a:srgbClr val="CC0000"/>
                </a:solidFill>
                <a:latin typeface="Arial" panose="020B0604020202020204" pitchFamily="34" charset="0"/>
                <a:ea typeface="微软雅黑" panose="020B0503020204020204" charset="-122"/>
              </a:rPr>
              <a:t>: </a:t>
            </a:r>
            <a:r>
              <a:rPr lang="zh-CN" altLang="en-US" sz="2300" dirty="0">
                <a:latin typeface="Arial" panose="020B0604020202020204" pitchFamily="34" charset="0"/>
                <a:ea typeface="微软雅黑" panose="020B0503020204020204" charset="-122"/>
              </a:rPr>
              <a:t>电极上进行的得失电子的反应 	</a:t>
            </a:r>
            <a:endParaRPr lang="zh-CN" altLang="en-US" sz="2300" dirty="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264648"/>
                                        </p:tgtEl>
                                        <p:attrNameLst>
                                          <p:attrName>style.visibility</p:attrName>
                                        </p:attrNameLst>
                                      </p:cBhvr>
                                      <p:to>
                                        <p:strVal val="visible"/>
                                      </p:to>
                                    </p:set>
                                    <p:animEffect transition="in" filter="blinds(horizontal)">
                                      <p:cBhvr>
                                        <p:cTn id="7" dur="500"/>
                                        <p:tgtEl>
                                          <p:spTgt spid="1264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46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a:p>
        </p:txBody>
      </p:sp>
      <p:pic>
        <p:nvPicPr>
          <p:cNvPr id="6" name="图片 5"/>
          <p:cNvPicPr>
            <a:picLocks noChangeAspect="1"/>
          </p:cNvPicPr>
          <p:nvPr>
            <p:custDataLst>
              <p:tags r:id="rId1"/>
            </p:custDataLst>
          </p:nvPr>
        </p:nvPicPr>
        <p:blipFill>
          <a:blip r:embed="rId2"/>
          <a:stretch>
            <a:fillRect/>
          </a:stretch>
        </p:blipFill>
        <p:spPr>
          <a:xfrm>
            <a:off x="1403985" y="116840"/>
            <a:ext cx="6505575" cy="4199890"/>
          </a:xfrm>
          <a:prstGeom prst="rect">
            <a:avLst/>
          </a:prstGeom>
        </p:spPr>
      </p:pic>
      <p:pic>
        <p:nvPicPr>
          <p:cNvPr id="27" name="图片 26"/>
          <p:cNvPicPr>
            <a:picLocks noChangeAspect="1"/>
          </p:cNvPicPr>
          <p:nvPr/>
        </p:nvPicPr>
        <p:blipFill>
          <a:blip r:embed="rId3"/>
          <a:stretch>
            <a:fillRect/>
          </a:stretch>
        </p:blipFill>
        <p:spPr>
          <a:xfrm>
            <a:off x="341630" y="5157470"/>
            <a:ext cx="8629650" cy="176212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4" name="Rectangle 4"/>
          <p:cNvSpPr>
            <a:spLocks noChangeArrowheads="1"/>
          </p:cNvSpPr>
          <p:nvPr>
            <p:custDataLst>
              <p:tags r:id="rId1"/>
            </p:custDataLst>
          </p:nvPr>
        </p:nvSpPr>
        <p:spPr bwMode="auto">
          <a:xfrm>
            <a:off x="612140" y="548640"/>
            <a:ext cx="702246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a:latin typeface="Arial" panose="020B0604020202020204" pitchFamily="34" charset="0"/>
                <a:ea typeface="微软雅黑" panose="020B0503020204020204" charset="-122"/>
              </a:rPr>
              <a:t>1.1.4 </a:t>
            </a:r>
            <a:r>
              <a:rPr lang="zh-CN" altLang="en-US" sz="3600">
                <a:latin typeface="Arial" panose="020B0604020202020204" pitchFamily="34" charset="0"/>
                <a:ea typeface="微软雅黑" panose="020B0503020204020204" charset="-122"/>
              </a:rPr>
              <a:t>电化学反应与氧化还原反应的区别</a:t>
            </a:r>
            <a:r>
              <a:rPr lang="zh-CN" altLang="en-US" sz="3600">
                <a:latin typeface="Arial" panose="020B0604020202020204" pitchFamily="34" charset="0"/>
                <a:ea typeface="微软雅黑" panose="020B0503020204020204" charset="-122"/>
              </a:rPr>
              <a:t> </a:t>
            </a:r>
            <a:endParaRPr lang="zh-CN" altLang="en-US" sz="3600">
              <a:latin typeface="Arial" panose="020B0604020202020204" pitchFamily="34" charset="0"/>
              <a:ea typeface="微软雅黑" panose="020B0503020204020204" charset="-122"/>
            </a:endParaRPr>
          </a:p>
        </p:txBody>
      </p:sp>
      <p:sp>
        <p:nvSpPr>
          <p:cNvPr id="2" name="文本框 1"/>
          <p:cNvSpPr txBox="1"/>
          <p:nvPr/>
        </p:nvSpPr>
        <p:spPr>
          <a:xfrm>
            <a:off x="1403985" y="2564765"/>
            <a:ext cx="5990590" cy="2553335"/>
          </a:xfrm>
          <a:prstGeom prst="rect">
            <a:avLst/>
          </a:prstGeom>
          <a:noFill/>
        </p:spPr>
        <p:txBody>
          <a:bodyPr wrap="square" rtlCol="0" anchor="t">
            <a:spAutoFit/>
          </a:bodyPr>
          <a:p>
            <a:r>
              <a:rPr lang="en-US" altLang="en-US" sz="3200"/>
              <a:t>①</a:t>
            </a:r>
            <a:r>
              <a:rPr lang="zh-CN" altLang="en-US" sz="3200"/>
              <a:t>氧化还原反应回顾</a:t>
            </a:r>
            <a:endParaRPr lang="zh-CN" altLang="en-US" sz="3200"/>
          </a:p>
          <a:p>
            <a:r>
              <a:rPr lang="en-US" altLang="en-US" sz="3200"/>
              <a:t>②</a:t>
            </a:r>
            <a:r>
              <a:rPr lang="en-US" altLang="zh-CN" sz="3200"/>
              <a:t> </a:t>
            </a:r>
            <a:r>
              <a:rPr lang="zh-CN" altLang="en-US" sz="3200"/>
              <a:t>氧化数</a:t>
            </a:r>
            <a:r>
              <a:rPr lang="en-US" altLang="zh-CN" sz="3200"/>
              <a:t>(</a:t>
            </a:r>
            <a:r>
              <a:rPr lang="zh-CN" altLang="en-US" sz="3200"/>
              <a:t>值</a:t>
            </a:r>
            <a:r>
              <a:rPr lang="en-US" altLang="zh-CN" sz="3200"/>
              <a:t>)</a:t>
            </a:r>
            <a:endParaRPr lang="en-US" altLang="zh-CN" sz="3200"/>
          </a:p>
          <a:p>
            <a:r>
              <a:rPr lang="en-US" altLang="en-US" sz="3200"/>
              <a:t>③</a:t>
            </a:r>
            <a:r>
              <a:rPr lang="en-US" altLang="zh-CN" sz="3200"/>
              <a:t> </a:t>
            </a:r>
            <a:r>
              <a:rPr lang="zh-CN" altLang="en-US" sz="3200"/>
              <a:t>氧化还原半反应</a:t>
            </a:r>
            <a:endParaRPr lang="zh-CN" altLang="en-US" sz="3200"/>
          </a:p>
          <a:p>
            <a:r>
              <a:rPr lang="en-US" altLang="en-US" sz="3200"/>
              <a:t>④</a:t>
            </a:r>
            <a:r>
              <a:rPr lang="en-US" altLang="zh-CN" sz="3200"/>
              <a:t>  </a:t>
            </a:r>
            <a:r>
              <a:rPr lang="zh-CN" altLang="en-US" sz="3200"/>
              <a:t>氧化还原电对</a:t>
            </a:r>
            <a:endParaRPr lang="zh-CN" altLang="en-US" sz="3200"/>
          </a:p>
          <a:p>
            <a:r>
              <a:rPr lang="en-US" altLang="en-US" sz="3200"/>
              <a:t>⑤</a:t>
            </a:r>
            <a:r>
              <a:rPr lang="en-US" altLang="zh-CN" sz="3200"/>
              <a:t>  </a:t>
            </a:r>
            <a:r>
              <a:rPr lang="zh-CN" altLang="en-US" sz="3200"/>
              <a:t>电化学反应</a:t>
            </a:r>
            <a:r>
              <a:rPr lang="en-US" altLang="zh-CN" sz="3200"/>
              <a:t>(</a:t>
            </a:r>
            <a:r>
              <a:rPr lang="zh-CN" altLang="en-US" sz="3200"/>
              <a:t>电极反应</a:t>
            </a:r>
            <a:r>
              <a:rPr lang="en-US" altLang="zh-CN" sz="3200"/>
              <a:t>)</a:t>
            </a:r>
            <a:endParaRPr lang="zh-CN" altLang="en-US" sz="3200"/>
          </a:p>
        </p:txBody>
      </p:sp>
      <p:sp>
        <p:nvSpPr>
          <p:cNvPr id="3" name="文本框 2"/>
          <p:cNvSpPr txBox="1"/>
          <p:nvPr/>
        </p:nvSpPr>
        <p:spPr>
          <a:xfrm>
            <a:off x="467995" y="1700530"/>
            <a:ext cx="4572000" cy="521970"/>
          </a:xfrm>
          <a:prstGeom prst="rect">
            <a:avLst/>
          </a:prstGeom>
          <a:noFill/>
        </p:spPr>
        <p:txBody>
          <a:bodyPr wrap="square" rtlCol="0" anchor="t">
            <a:spAutoFit/>
          </a:bodyPr>
          <a:p>
            <a:r>
              <a:rPr sz="2800" b="1"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本节内容</a:t>
            </a:r>
            <a:r>
              <a:rPr sz="28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altLang="en-US" sz="28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23215" y="260350"/>
            <a:ext cx="3397250" cy="606425"/>
          </a:xfrm>
          <a:prstGeom prst="rect">
            <a:avLst/>
          </a:prstGeom>
        </p:spPr>
      </p:pic>
      <p:pic>
        <p:nvPicPr>
          <p:cNvPr id="3" name="图片 2"/>
          <p:cNvPicPr>
            <a:picLocks noChangeAspect="1"/>
          </p:cNvPicPr>
          <p:nvPr/>
        </p:nvPicPr>
        <p:blipFill>
          <a:blip r:embed="rId2"/>
          <a:stretch>
            <a:fillRect/>
          </a:stretch>
        </p:blipFill>
        <p:spPr>
          <a:xfrm>
            <a:off x="251460" y="1619250"/>
            <a:ext cx="8608695" cy="37947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9705" y="1528445"/>
            <a:ext cx="8893175" cy="4004945"/>
          </a:xfrm>
          <a:prstGeom prst="rect">
            <a:avLst/>
          </a:prstGeom>
        </p:spPr>
      </p:pic>
      <p:pic>
        <p:nvPicPr>
          <p:cNvPr id="4" name="图片 3"/>
          <p:cNvPicPr>
            <a:picLocks noChangeAspect="1"/>
          </p:cNvPicPr>
          <p:nvPr/>
        </p:nvPicPr>
        <p:blipFill>
          <a:blip r:embed="rId2"/>
          <a:stretch>
            <a:fillRect/>
          </a:stretch>
        </p:blipFill>
        <p:spPr>
          <a:xfrm>
            <a:off x="179705" y="260350"/>
            <a:ext cx="3319145" cy="6146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705" y="260350"/>
            <a:ext cx="3319145" cy="614680"/>
          </a:xfrm>
          <a:prstGeom prst="rect">
            <a:avLst/>
          </a:prstGeom>
        </p:spPr>
      </p:pic>
      <p:pic>
        <p:nvPicPr>
          <p:cNvPr id="3" name="图片 2"/>
          <p:cNvPicPr>
            <a:picLocks noChangeAspect="1"/>
          </p:cNvPicPr>
          <p:nvPr/>
        </p:nvPicPr>
        <p:blipFill>
          <a:blip r:embed="rId2"/>
          <a:stretch>
            <a:fillRect/>
          </a:stretch>
        </p:blipFill>
        <p:spPr>
          <a:xfrm>
            <a:off x="47625" y="1528445"/>
            <a:ext cx="9048750" cy="38004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705" y="260350"/>
            <a:ext cx="3319145" cy="614680"/>
          </a:xfrm>
          <a:prstGeom prst="rect">
            <a:avLst/>
          </a:prstGeom>
        </p:spPr>
      </p:pic>
      <p:pic>
        <p:nvPicPr>
          <p:cNvPr id="3" name="图片 2"/>
          <p:cNvPicPr>
            <a:picLocks noChangeAspect="1"/>
          </p:cNvPicPr>
          <p:nvPr/>
        </p:nvPicPr>
        <p:blipFill>
          <a:blip r:embed="rId2"/>
          <a:stretch>
            <a:fillRect/>
          </a:stretch>
        </p:blipFill>
        <p:spPr>
          <a:xfrm>
            <a:off x="35560" y="1340485"/>
            <a:ext cx="9049385" cy="44348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705" y="260350"/>
            <a:ext cx="3319145" cy="614680"/>
          </a:xfrm>
          <a:prstGeom prst="rect">
            <a:avLst/>
          </a:prstGeom>
        </p:spPr>
      </p:pic>
      <p:pic>
        <p:nvPicPr>
          <p:cNvPr id="3" name="图片 2"/>
          <p:cNvPicPr>
            <a:picLocks noChangeAspect="1"/>
          </p:cNvPicPr>
          <p:nvPr/>
        </p:nvPicPr>
        <p:blipFill>
          <a:blip r:embed="rId2"/>
          <a:stretch>
            <a:fillRect/>
          </a:stretch>
        </p:blipFill>
        <p:spPr>
          <a:xfrm>
            <a:off x="611505" y="1340485"/>
            <a:ext cx="7343775" cy="41624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7315" y="188595"/>
            <a:ext cx="3827145" cy="716280"/>
          </a:xfrm>
          <a:prstGeom prst="rect">
            <a:avLst/>
          </a:prstGeom>
        </p:spPr>
      </p:pic>
      <p:pic>
        <p:nvPicPr>
          <p:cNvPr id="4" name="图片 3"/>
          <p:cNvPicPr>
            <a:picLocks noChangeAspect="1"/>
          </p:cNvPicPr>
          <p:nvPr/>
        </p:nvPicPr>
        <p:blipFill>
          <a:blip r:embed="rId2"/>
          <a:stretch>
            <a:fillRect/>
          </a:stretch>
        </p:blipFill>
        <p:spPr>
          <a:xfrm>
            <a:off x="314325" y="1766570"/>
            <a:ext cx="8515350" cy="3324225"/>
          </a:xfrm>
          <a:prstGeom prst="rect">
            <a:avLst/>
          </a:prstGeom>
        </p:spPr>
      </p:pic>
      <p:pic>
        <p:nvPicPr>
          <p:cNvPr id="5" name="图片 4"/>
          <p:cNvPicPr>
            <a:picLocks noChangeAspect="1"/>
          </p:cNvPicPr>
          <p:nvPr/>
        </p:nvPicPr>
        <p:blipFill>
          <a:blip r:embed="rId3"/>
          <a:stretch>
            <a:fillRect/>
          </a:stretch>
        </p:blipFill>
        <p:spPr>
          <a:xfrm>
            <a:off x="1979930" y="5589270"/>
            <a:ext cx="5695950" cy="6096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7315" y="188595"/>
            <a:ext cx="3827145" cy="716280"/>
          </a:xfrm>
          <a:prstGeom prst="rect">
            <a:avLst/>
          </a:prstGeom>
        </p:spPr>
      </p:pic>
      <p:pic>
        <p:nvPicPr>
          <p:cNvPr id="2" name="图片 1"/>
          <p:cNvPicPr>
            <a:picLocks noChangeAspect="1"/>
          </p:cNvPicPr>
          <p:nvPr/>
        </p:nvPicPr>
        <p:blipFill>
          <a:blip r:embed="rId2"/>
          <a:stretch>
            <a:fillRect/>
          </a:stretch>
        </p:blipFill>
        <p:spPr>
          <a:xfrm>
            <a:off x="109220" y="1509395"/>
            <a:ext cx="8924925" cy="38385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705" y="188595"/>
            <a:ext cx="3139440" cy="623570"/>
          </a:xfrm>
          <a:prstGeom prst="rect">
            <a:avLst/>
          </a:prstGeom>
        </p:spPr>
      </p:pic>
      <p:pic>
        <p:nvPicPr>
          <p:cNvPr id="3" name="图片 2"/>
          <p:cNvPicPr>
            <a:picLocks noChangeAspect="1"/>
          </p:cNvPicPr>
          <p:nvPr/>
        </p:nvPicPr>
        <p:blipFill>
          <a:blip r:embed="rId2"/>
          <a:stretch>
            <a:fillRect/>
          </a:stretch>
        </p:blipFill>
        <p:spPr>
          <a:xfrm>
            <a:off x="251460" y="1557020"/>
            <a:ext cx="8600440" cy="373761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67360" y="260350"/>
            <a:ext cx="4833620" cy="771525"/>
          </a:xfrm>
          <a:prstGeom prst="rect">
            <a:avLst/>
          </a:prstGeom>
        </p:spPr>
      </p:pic>
      <p:pic>
        <p:nvPicPr>
          <p:cNvPr id="3" name="图片 2"/>
          <p:cNvPicPr>
            <a:picLocks noChangeAspect="1"/>
          </p:cNvPicPr>
          <p:nvPr/>
        </p:nvPicPr>
        <p:blipFill>
          <a:blip r:embed="rId2"/>
          <a:stretch>
            <a:fillRect/>
          </a:stretch>
        </p:blipFill>
        <p:spPr>
          <a:xfrm>
            <a:off x="35560" y="1485900"/>
            <a:ext cx="9068435" cy="442087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705" y="116840"/>
            <a:ext cx="6591300" cy="721360"/>
          </a:xfrm>
          <a:prstGeom prst="rect">
            <a:avLst/>
          </a:prstGeom>
        </p:spPr>
      </p:pic>
      <p:pic>
        <p:nvPicPr>
          <p:cNvPr id="3" name="图片 2"/>
          <p:cNvPicPr>
            <a:picLocks noChangeAspect="1"/>
          </p:cNvPicPr>
          <p:nvPr/>
        </p:nvPicPr>
        <p:blipFill>
          <a:blip r:embed="rId2"/>
          <a:stretch>
            <a:fillRect/>
          </a:stretch>
        </p:blipFill>
        <p:spPr>
          <a:xfrm>
            <a:off x="395605" y="1340485"/>
            <a:ext cx="8229600" cy="38481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9705" y="116840"/>
            <a:ext cx="6591300" cy="721360"/>
          </a:xfrm>
          <a:prstGeom prst="rect">
            <a:avLst/>
          </a:prstGeom>
        </p:spPr>
      </p:pic>
      <p:pic>
        <p:nvPicPr>
          <p:cNvPr id="3" name="图片 2"/>
          <p:cNvPicPr>
            <a:picLocks noChangeAspect="1"/>
          </p:cNvPicPr>
          <p:nvPr/>
        </p:nvPicPr>
        <p:blipFill>
          <a:blip r:embed="rId2"/>
          <a:stretch>
            <a:fillRect/>
          </a:stretch>
        </p:blipFill>
        <p:spPr>
          <a:xfrm>
            <a:off x="561975" y="1447800"/>
            <a:ext cx="8020050" cy="3962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09575" y="1495425"/>
            <a:ext cx="8324850" cy="3867150"/>
          </a:xfrm>
          <a:prstGeom prst="rect">
            <a:avLst/>
          </a:prstGeom>
        </p:spPr>
      </p:pic>
      <p:pic>
        <p:nvPicPr>
          <p:cNvPr id="4" name="图片 3"/>
          <p:cNvPicPr>
            <a:picLocks noChangeAspect="1"/>
          </p:cNvPicPr>
          <p:nvPr/>
        </p:nvPicPr>
        <p:blipFill>
          <a:blip r:embed="rId2"/>
          <a:stretch>
            <a:fillRect/>
          </a:stretch>
        </p:blipFill>
        <p:spPr>
          <a:xfrm>
            <a:off x="179705" y="332740"/>
            <a:ext cx="6591300" cy="72136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67360" y="548640"/>
            <a:ext cx="2498725" cy="610870"/>
          </a:xfrm>
          <a:prstGeom prst="rect">
            <a:avLst/>
          </a:prstGeom>
        </p:spPr>
      </p:pic>
      <p:pic>
        <p:nvPicPr>
          <p:cNvPr id="3" name="图片 2"/>
          <p:cNvPicPr>
            <a:picLocks noChangeAspect="1"/>
          </p:cNvPicPr>
          <p:nvPr/>
        </p:nvPicPr>
        <p:blipFill>
          <a:blip r:embed="rId2"/>
          <a:stretch>
            <a:fillRect/>
          </a:stretch>
        </p:blipFill>
        <p:spPr>
          <a:xfrm>
            <a:off x="179705" y="1628775"/>
            <a:ext cx="9020810" cy="358013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539" y="1197099"/>
            <a:ext cx="7673984" cy="4297431"/>
          </a:xfrm>
          <a:prstGeom prst="rect">
            <a:avLst/>
          </a:prstGeom>
        </p:spPr>
      </p:pic>
      <p:pic>
        <p:nvPicPr>
          <p:cNvPr id="2" name="图片 1"/>
          <p:cNvPicPr>
            <a:picLocks noChangeAspect="1"/>
          </p:cNvPicPr>
          <p:nvPr>
            <p:custDataLst>
              <p:tags r:id="rId2"/>
            </p:custDataLst>
          </p:nvPr>
        </p:nvPicPr>
        <p:blipFill>
          <a:blip r:embed="rId3"/>
          <a:stretch>
            <a:fillRect/>
          </a:stretch>
        </p:blipFill>
        <p:spPr>
          <a:xfrm>
            <a:off x="5965825" y="0"/>
            <a:ext cx="3178175" cy="1854835"/>
          </a:xfrm>
          <a:prstGeom prst="rect">
            <a:avLst/>
          </a:prstGeom>
        </p:spPr>
      </p:pic>
      <p:sp>
        <p:nvSpPr>
          <p:cNvPr id="40964" name="Rectangle 4"/>
          <p:cNvSpPr>
            <a:spLocks noChangeArrowheads="1"/>
          </p:cNvSpPr>
          <p:nvPr>
            <p:custDataLst>
              <p:tags r:id="rId4"/>
            </p:custDataLst>
          </p:nvPr>
        </p:nvSpPr>
        <p:spPr bwMode="auto">
          <a:xfrm>
            <a:off x="-756285" y="188278"/>
            <a:ext cx="7793038"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3600">
                <a:latin typeface="Arial" panose="020B0604020202020204" pitchFamily="34" charset="0"/>
                <a:ea typeface="微软雅黑" panose="020B0503020204020204" charset="-122"/>
              </a:rPr>
              <a:t>原电池符号书写规则</a:t>
            </a:r>
            <a:r>
              <a:rPr lang="zh-CN" altLang="en-US" sz="3600">
                <a:latin typeface="Arial" panose="020B0604020202020204" pitchFamily="34" charset="0"/>
                <a:ea typeface="微软雅黑" panose="020B0503020204020204" charset="-122"/>
              </a:rPr>
              <a:t> </a:t>
            </a:r>
            <a:endParaRPr lang="zh-CN" altLang="en-US" sz="3600">
              <a:latin typeface="Arial" panose="020B0604020202020204" pitchFamily="34" charset="0"/>
              <a:ea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4339" y="1739635"/>
            <a:ext cx="7575322" cy="4316896"/>
          </a:xfrm>
          <a:prstGeom prst="rect">
            <a:avLst/>
          </a:prstGeom>
        </p:spPr>
      </p:pic>
      <p:sp>
        <p:nvSpPr>
          <p:cNvPr id="40964" name="Rectangle 4"/>
          <p:cNvSpPr>
            <a:spLocks noChangeArrowheads="1"/>
          </p:cNvSpPr>
          <p:nvPr>
            <p:custDataLst>
              <p:tags r:id="rId2"/>
            </p:custDataLst>
          </p:nvPr>
        </p:nvSpPr>
        <p:spPr bwMode="auto">
          <a:xfrm>
            <a:off x="566420" y="404178"/>
            <a:ext cx="7793038"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a:latin typeface="Arial" panose="020B0604020202020204" pitchFamily="34" charset="0"/>
                <a:ea typeface="微软雅黑" panose="020B0503020204020204" charset="-122"/>
              </a:rPr>
              <a:t>§0.5  </a:t>
            </a:r>
            <a:r>
              <a:rPr lang="zh-CN" altLang="en-US" sz="3600">
                <a:latin typeface="Arial" panose="020B0604020202020204" pitchFamily="34" charset="0"/>
                <a:ea typeface="微软雅黑" panose="020B0503020204020204" charset="-122"/>
              </a:rPr>
              <a:t>原电池符号书写规则</a:t>
            </a:r>
            <a:r>
              <a:rPr lang="zh-CN" altLang="en-US" sz="3600">
                <a:latin typeface="Arial" panose="020B0604020202020204" pitchFamily="34" charset="0"/>
                <a:ea typeface="微软雅黑" panose="020B0503020204020204" charset="-122"/>
              </a:rPr>
              <a:t> </a:t>
            </a:r>
            <a:endParaRPr lang="zh-CN" altLang="en-US" sz="3600">
              <a:latin typeface="Arial" panose="020B0604020202020204" pitchFamily="34" charset="0"/>
              <a:ea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11334" y="1701420"/>
            <a:ext cx="7428571" cy="3857143"/>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334" y="817665"/>
            <a:ext cx="7168958" cy="76034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sp>
        <p:nvSpPr>
          <p:cNvPr id="5" name="Text Box 2"/>
          <p:cNvSpPr txBox="1">
            <a:spLocks noChangeArrowheads="1"/>
          </p:cNvSpPr>
          <p:nvPr/>
        </p:nvSpPr>
        <p:spPr bwMode="auto">
          <a:xfrm>
            <a:off x="828040" y="692150"/>
            <a:ext cx="721614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Arial" panose="020B0604020202020204" pitchFamily="34" charset="0"/>
                <a:ea typeface="微软雅黑" panose="020B0503020204020204" charset="-122"/>
              </a:rPr>
              <a:t>1.1.</a:t>
            </a:r>
            <a:r>
              <a:rPr lang="en-US" altLang="zh-CN" sz="3600" b="1" dirty="0">
                <a:latin typeface="Arial" panose="020B0604020202020204" pitchFamily="34" charset="0"/>
                <a:ea typeface="微软雅黑" panose="020B0503020204020204" charset="-122"/>
              </a:rPr>
              <a:t>4</a:t>
            </a:r>
            <a:r>
              <a:rPr lang="zh-CN" altLang="en-US" sz="3600" b="1" dirty="0">
                <a:latin typeface="Arial" panose="020B0604020202020204" pitchFamily="34" charset="0"/>
                <a:ea typeface="微软雅黑" panose="020B0503020204020204" charset="-122"/>
              </a:rPr>
              <a:t>  将</a:t>
            </a:r>
            <a:r>
              <a:rPr lang="zh-CN" altLang="en-US" sz="3600" b="1" dirty="0">
                <a:solidFill>
                  <a:srgbClr val="FF0000"/>
                </a:solidFill>
                <a:latin typeface="Arial" panose="020B0604020202020204" pitchFamily="34" charset="0"/>
                <a:ea typeface="微软雅黑" panose="020B0503020204020204" charset="-122"/>
              </a:rPr>
              <a:t>自发反应</a:t>
            </a:r>
            <a:r>
              <a:rPr lang="zh-CN" altLang="en-US" sz="3600" b="1" dirty="0">
                <a:latin typeface="Arial" panose="020B0604020202020204" pitchFamily="34" charset="0"/>
                <a:ea typeface="微软雅黑" panose="020B0503020204020204" charset="-122"/>
              </a:rPr>
              <a:t>设计成原电池</a:t>
            </a:r>
            <a:endParaRPr lang="en-US" altLang="zh-CN" sz="3600" b="1" dirty="0">
              <a:latin typeface="Arial" panose="020B0604020202020204" pitchFamily="34" charset="0"/>
              <a:ea typeface="微软雅黑" panose="020B0503020204020204" charset="-122"/>
            </a:endParaRPr>
          </a:p>
        </p:txBody>
      </p:sp>
      <p:sp>
        <p:nvSpPr>
          <p:cNvPr id="4" name="文本框 3"/>
          <p:cNvSpPr txBox="1"/>
          <p:nvPr/>
        </p:nvSpPr>
        <p:spPr>
          <a:xfrm>
            <a:off x="1691640" y="2132330"/>
            <a:ext cx="7183120" cy="583565"/>
          </a:xfrm>
          <a:prstGeom prst="rect">
            <a:avLst/>
          </a:prstGeom>
          <a:noFill/>
        </p:spPr>
        <p:txBody>
          <a:bodyPr wrap="square" rtlCol="0" anchor="t">
            <a:spAutoFit/>
          </a:bodyPr>
          <a:p>
            <a:pPr eaLnBrk="1" hangingPunct="1">
              <a:spcBef>
                <a:spcPct val="50000"/>
              </a:spcBef>
            </a:pPr>
            <a:r>
              <a:rPr lang="zh-CN" altLang="en-US" sz="3200" b="1" dirty="0">
                <a:latin typeface="Arial" panose="020B0604020202020204" pitchFamily="34" charset="0"/>
                <a:ea typeface="微软雅黑" panose="020B0503020204020204" charset="-122"/>
                <a:sym typeface="+mn-ea"/>
              </a:rPr>
              <a:t>1.1.</a:t>
            </a:r>
            <a:r>
              <a:rPr lang="en-US" altLang="zh-CN" sz="3200" b="1" dirty="0">
                <a:latin typeface="Arial" panose="020B0604020202020204" pitchFamily="34" charset="0"/>
                <a:ea typeface="微软雅黑" panose="020B0503020204020204" charset="-122"/>
                <a:sym typeface="+mn-ea"/>
              </a:rPr>
              <a:t>4.1</a:t>
            </a:r>
            <a:r>
              <a:rPr lang="zh-CN" altLang="en-US" sz="3200" b="1" dirty="0">
                <a:latin typeface="Arial" panose="020B0604020202020204" pitchFamily="34" charset="0"/>
                <a:ea typeface="微软雅黑" panose="020B0503020204020204" charset="-122"/>
                <a:sym typeface="+mn-ea"/>
              </a:rPr>
              <a:t>  将</a:t>
            </a:r>
            <a:r>
              <a:rPr lang="zh-CN" altLang="en-US" sz="3200" b="1" dirty="0">
                <a:solidFill>
                  <a:srgbClr val="FF0000"/>
                </a:solidFill>
                <a:latin typeface="Arial" panose="020B0604020202020204" pitchFamily="34" charset="0"/>
                <a:ea typeface="微软雅黑" panose="020B0503020204020204" charset="-122"/>
                <a:sym typeface="+mn-ea"/>
              </a:rPr>
              <a:t>氧化还原反应</a:t>
            </a:r>
            <a:r>
              <a:rPr lang="zh-CN" altLang="en-US" sz="3200" b="1" dirty="0">
                <a:latin typeface="Arial" panose="020B0604020202020204" pitchFamily="34" charset="0"/>
                <a:ea typeface="微软雅黑" panose="020B0503020204020204" charset="-122"/>
                <a:sym typeface="+mn-ea"/>
              </a:rPr>
              <a:t>设计成原电池</a:t>
            </a:r>
            <a:endParaRPr lang="zh-CN" altLang="en-US" sz="3200" b="1" dirty="0">
              <a:latin typeface="Arial" panose="020B0604020202020204" pitchFamily="34" charset="0"/>
              <a:ea typeface="微软雅黑" panose="020B0503020204020204" charset="-122"/>
              <a:sym typeface="+mn-ea"/>
            </a:endParaRPr>
          </a:p>
        </p:txBody>
      </p:sp>
      <p:sp>
        <p:nvSpPr>
          <p:cNvPr id="6" name="文本框 5"/>
          <p:cNvSpPr txBox="1"/>
          <p:nvPr/>
        </p:nvSpPr>
        <p:spPr>
          <a:xfrm>
            <a:off x="1691640" y="3716655"/>
            <a:ext cx="7420610" cy="583565"/>
          </a:xfrm>
          <a:prstGeom prst="rect">
            <a:avLst/>
          </a:prstGeom>
          <a:noFill/>
        </p:spPr>
        <p:txBody>
          <a:bodyPr wrap="square" rtlCol="0" anchor="t">
            <a:spAutoFit/>
          </a:bodyPr>
          <a:p>
            <a:pPr eaLnBrk="1" hangingPunct="1">
              <a:spcBef>
                <a:spcPct val="50000"/>
              </a:spcBef>
            </a:pPr>
            <a:r>
              <a:rPr lang="zh-CN" altLang="en-US" sz="3200" b="1" dirty="0">
                <a:latin typeface="Arial" panose="020B0604020202020204" pitchFamily="34" charset="0"/>
                <a:ea typeface="微软雅黑" panose="020B0503020204020204" charset="-122"/>
                <a:sym typeface="+mn-ea"/>
              </a:rPr>
              <a:t>1.1.</a:t>
            </a:r>
            <a:r>
              <a:rPr lang="en-US" altLang="zh-CN" sz="3200" b="1" dirty="0">
                <a:latin typeface="Arial" panose="020B0604020202020204" pitchFamily="34" charset="0"/>
                <a:ea typeface="微软雅黑" panose="020B0503020204020204" charset="-122"/>
                <a:sym typeface="+mn-ea"/>
              </a:rPr>
              <a:t>4.2</a:t>
            </a:r>
            <a:r>
              <a:rPr lang="zh-CN" altLang="en-US" sz="3200" b="1" dirty="0">
                <a:latin typeface="Arial" panose="020B0604020202020204" pitchFamily="34" charset="0"/>
                <a:ea typeface="微软雅黑" panose="020B0503020204020204" charset="-122"/>
                <a:sym typeface="+mn-ea"/>
              </a:rPr>
              <a:t>  将</a:t>
            </a:r>
            <a:r>
              <a:rPr lang="zh-CN" altLang="en-US" sz="3200" b="1" dirty="0">
                <a:solidFill>
                  <a:srgbClr val="0070C0"/>
                </a:solidFill>
                <a:latin typeface="Arial" panose="020B0604020202020204" pitchFamily="34" charset="0"/>
                <a:ea typeface="微软雅黑" panose="020B0503020204020204" charset="-122"/>
                <a:sym typeface="+mn-ea"/>
              </a:rPr>
              <a:t>非氧化还原反应</a:t>
            </a:r>
            <a:r>
              <a:rPr lang="zh-CN" altLang="en-US" sz="3200" b="1" dirty="0">
                <a:latin typeface="Arial" panose="020B0604020202020204" pitchFamily="34" charset="0"/>
                <a:ea typeface="微软雅黑" panose="020B0503020204020204" charset="-122"/>
                <a:sym typeface="+mn-ea"/>
              </a:rPr>
              <a:t>设计成原电池</a:t>
            </a:r>
            <a:endParaRPr lang="zh-CN" altLang="en-US" sz="3200" b="1" dirty="0">
              <a:latin typeface="Arial" panose="020B0604020202020204" pitchFamily="34" charset="0"/>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3536" y="1340429"/>
            <a:ext cx="7009584" cy="602975"/>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809" y="2132474"/>
            <a:ext cx="8206715" cy="3164681"/>
          </a:xfrm>
          <a:prstGeom prst="rect">
            <a:avLst/>
          </a:prstGeom>
        </p:spPr>
      </p:pic>
      <p:sp>
        <p:nvSpPr>
          <p:cNvPr id="4" name="文本框 3"/>
          <p:cNvSpPr txBox="1"/>
          <p:nvPr/>
        </p:nvSpPr>
        <p:spPr>
          <a:xfrm>
            <a:off x="467360" y="260350"/>
            <a:ext cx="7183120" cy="583565"/>
          </a:xfrm>
          <a:prstGeom prst="rect">
            <a:avLst/>
          </a:prstGeom>
          <a:noFill/>
        </p:spPr>
        <p:txBody>
          <a:bodyPr wrap="square" rtlCol="0" anchor="t">
            <a:spAutoFit/>
          </a:bodyPr>
          <a:p>
            <a:pPr eaLnBrk="1" hangingPunct="1">
              <a:spcBef>
                <a:spcPct val="50000"/>
              </a:spcBef>
            </a:pPr>
            <a:r>
              <a:rPr lang="zh-CN" altLang="en-US" sz="3200" b="1" dirty="0">
                <a:latin typeface="Arial" panose="020B0604020202020204" pitchFamily="34" charset="0"/>
                <a:ea typeface="微软雅黑" panose="020B0503020204020204" charset="-122"/>
                <a:sym typeface="+mn-ea"/>
              </a:rPr>
              <a:t>1.1.</a:t>
            </a:r>
            <a:r>
              <a:rPr lang="en-US" altLang="zh-CN" sz="3200" b="1" dirty="0">
                <a:latin typeface="Arial" panose="020B0604020202020204" pitchFamily="34" charset="0"/>
                <a:ea typeface="微软雅黑" panose="020B0503020204020204" charset="-122"/>
                <a:sym typeface="+mn-ea"/>
              </a:rPr>
              <a:t>4.1</a:t>
            </a:r>
            <a:r>
              <a:rPr lang="zh-CN" altLang="en-US" sz="3200" b="1" dirty="0">
                <a:latin typeface="Arial" panose="020B0604020202020204" pitchFamily="34" charset="0"/>
                <a:ea typeface="微软雅黑" panose="020B0503020204020204" charset="-122"/>
                <a:sym typeface="+mn-ea"/>
              </a:rPr>
              <a:t>  将</a:t>
            </a:r>
            <a:r>
              <a:rPr lang="zh-CN" altLang="en-US" sz="3200" b="1" dirty="0">
                <a:solidFill>
                  <a:srgbClr val="FF0000"/>
                </a:solidFill>
                <a:latin typeface="Arial" panose="020B0604020202020204" pitchFamily="34" charset="0"/>
                <a:ea typeface="微软雅黑" panose="020B0503020204020204" charset="-122"/>
                <a:sym typeface="+mn-ea"/>
              </a:rPr>
              <a:t>氧化还原反应</a:t>
            </a:r>
            <a:r>
              <a:rPr lang="zh-CN" altLang="en-US" sz="3200" b="1" dirty="0">
                <a:latin typeface="Arial" panose="020B0604020202020204" pitchFamily="34" charset="0"/>
                <a:ea typeface="微软雅黑" panose="020B0503020204020204" charset="-122"/>
                <a:sym typeface="+mn-ea"/>
              </a:rPr>
              <a:t>设计成原电池</a:t>
            </a:r>
            <a:endParaRPr lang="zh-CN" altLang="en-US" sz="3200" b="1" dirty="0">
              <a:latin typeface="Arial" panose="020B0604020202020204" pitchFamily="34" charset="0"/>
              <a:ea typeface="微软雅黑" panose="020B050302020402020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pic>
        <p:nvPicPr>
          <p:cNvPr id="4" name="图片 3"/>
          <p:cNvPicPr>
            <a:picLocks noChangeAspect="1"/>
          </p:cNvPicPr>
          <p:nvPr/>
        </p:nvPicPr>
        <p:blipFill>
          <a:blip r:embed="rId1"/>
          <a:stretch>
            <a:fillRect/>
          </a:stretch>
        </p:blipFill>
        <p:spPr>
          <a:xfrm>
            <a:off x="683895" y="1160780"/>
            <a:ext cx="7468235" cy="873760"/>
          </a:xfrm>
          <a:prstGeom prst="rect">
            <a:avLst/>
          </a:prstGeom>
        </p:spPr>
      </p:pic>
      <p:pic>
        <p:nvPicPr>
          <p:cNvPr id="5" name="图片 4"/>
          <p:cNvPicPr>
            <a:picLocks noChangeAspect="1"/>
          </p:cNvPicPr>
          <p:nvPr/>
        </p:nvPicPr>
        <p:blipFill>
          <a:blip r:embed="rId2"/>
          <a:stretch>
            <a:fillRect/>
          </a:stretch>
        </p:blipFill>
        <p:spPr>
          <a:xfrm>
            <a:off x="828040" y="2060575"/>
            <a:ext cx="7564755" cy="4562475"/>
          </a:xfrm>
          <a:prstGeom prst="rect">
            <a:avLst/>
          </a:prstGeom>
        </p:spPr>
      </p:pic>
      <p:sp>
        <p:nvSpPr>
          <p:cNvPr id="7" name="文本框 6"/>
          <p:cNvSpPr txBox="1"/>
          <p:nvPr/>
        </p:nvSpPr>
        <p:spPr>
          <a:xfrm>
            <a:off x="467360" y="260350"/>
            <a:ext cx="7183120" cy="583565"/>
          </a:xfrm>
          <a:prstGeom prst="rect">
            <a:avLst/>
          </a:prstGeom>
          <a:noFill/>
        </p:spPr>
        <p:txBody>
          <a:bodyPr wrap="square" rtlCol="0" anchor="t">
            <a:spAutoFit/>
          </a:bodyPr>
          <a:p>
            <a:pPr eaLnBrk="1" hangingPunct="1">
              <a:spcBef>
                <a:spcPct val="50000"/>
              </a:spcBef>
            </a:pPr>
            <a:r>
              <a:rPr lang="zh-CN" altLang="en-US" sz="3200" b="1" dirty="0">
                <a:latin typeface="Arial" panose="020B0604020202020204" pitchFamily="34" charset="0"/>
                <a:ea typeface="微软雅黑" panose="020B0503020204020204" charset="-122"/>
                <a:sym typeface="+mn-ea"/>
              </a:rPr>
              <a:t>1.1.</a:t>
            </a:r>
            <a:r>
              <a:rPr lang="en-US" altLang="zh-CN" sz="3200" b="1" dirty="0">
                <a:latin typeface="Arial" panose="020B0604020202020204" pitchFamily="34" charset="0"/>
                <a:ea typeface="微软雅黑" panose="020B0503020204020204" charset="-122"/>
                <a:sym typeface="+mn-ea"/>
              </a:rPr>
              <a:t>4.1</a:t>
            </a:r>
            <a:r>
              <a:rPr lang="zh-CN" altLang="en-US" sz="3200" b="1" dirty="0">
                <a:latin typeface="Arial" panose="020B0604020202020204" pitchFamily="34" charset="0"/>
                <a:ea typeface="微软雅黑" panose="020B0503020204020204" charset="-122"/>
                <a:sym typeface="+mn-ea"/>
              </a:rPr>
              <a:t>  将</a:t>
            </a:r>
            <a:r>
              <a:rPr lang="zh-CN" altLang="en-US" sz="3200" b="1" dirty="0">
                <a:solidFill>
                  <a:srgbClr val="FF0000"/>
                </a:solidFill>
                <a:latin typeface="Arial" panose="020B0604020202020204" pitchFamily="34" charset="0"/>
                <a:ea typeface="微软雅黑" panose="020B0503020204020204" charset="-122"/>
                <a:sym typeface="+mn-ea"/>
              </a:rPr>
              <a:t>氧化还原反应</a:t>
            </a:r>
            <a:r>
              <a:rPr lang="zh-CN" altLang="en-US" sz="3200" b="1" dirty="0">
                <a:latin typeface="Arial" panose="020B0604020202020204" pitchFamily="34" charset="0"/>
                <a:ea typeface="微软雅黑" panose="020B0503020204020204" charset="-122"/>
                <a:sym typeface="+mn-ea"/>
              </a:rPr>
              <a:t>设计成原电池</a:t>
            </a:r>
            <a:endParaRPr lang="zh-CN" altLang="en-US" sz="3200" b="1" dirty="0">
              <a:latin typeface="Arial" panose="020B0604020202020204" pitchFamily="34" charset="0"/>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rcRect b="85325"/>
          <a:stretch>
            <a:fillRect/>
          </a:stretch>
        </p:blipFill>
        <p:spPr>
          <a:xfrm>
            <a:off x="755650" y="1051560"/>
            <a:ext cx="7609840" cy="577479"/>
          </a:xfrm>
          <a:prstGeom prst="rect">
            <a:avLst/>
          </a:prstGeom>
        </p:spPr>
      </p:pic>
      <p:pic>
        <p:nvPicPr>
          <p:cNvPr id="3" name="图片 2"/>
          <p:cNvPicPr>
            <a:picLocks noChangeAspect="1"/>
          </p:cNvPicPr>
          <p:nvPr/>
        </p:nvPicPr>
        <p:blipFill>
          <a:blip r:embed="rId1">
            <a:extLst>
              <a:ext uri="{28A0092B-C50C-407E-A947-70E740481C1C}">
                <a14:useLocalDpi xmlns:a14="http://schemas.microsoft.com/office/drawing/2010/main" val="0"/>
              </a:ext>
            </a:extLst>
          </a:blip>
          <a:srcRect t="16482"/>
          <a:stretch>
            <a:fillRect/>
          </a:stretch>
        </p:blipFill>
        <p:spPr>
          <a:xfrm>
            <a:off x="755650" y="1785884"/>
            <a:ext cx="7609840" cy="3286496"/>
          </a:xfrm>
          <a:prstGeom prst="rect">
            <a:avLst/>
          </a:prstGeom>
        </p:spPr>
      </p:pic>
      <p:pic>
        <p:nvPicPr>
          <p:cNvPr id="4" name="图片 3"/>
          <p:cNvPicPr>
            <a:picLocks noChangeAspect="1"/>
          </p:cNvPicPr>
          <p:nvPr/>
        </p:nvPicPr>
        <p:blipFill>
          <a:blip r:embed="rId2"/>
          <a:stretch>
            <a:fillRect/>
          </a:stretch>
        </p:blipFill>
        <p:spPr>
          <a:xfrm>
            <a:off x="1331595" y="5229225"/>
            <a:ext cx="6176010" cy="6534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7042" y="1191660"/>
            <a:ext cx="7432103" cy="433449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2913" y="1294364"/>
            <a:ext cx="8035998" cy="39667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rcRect b="44102"/>
          <a:stretch>
            <a:fillRect/>
          </a:stretch>
        </p:blipFill>
        <p:spPr>
          <a:xfrm>
            <a:off x="611505" y="1052195"/>
            <a:ext cx="7285990" cy="2305050"/>
          </a:xfrm>
          <a:prstGeom prst="rect">
            <a:avLst/>
          </a:prstGeom>
        </p:spPr>
      </p:pic>
      <p:sp>
        <p:nvSpPr>
          <p:cNvPr id="3" name="文本框 2"/>
          <p:cNvSpPr txBox="1"/>
          <p:nvPr/>
        </p:nvSpPr>
        <p:spPr>
          <a:xfrm>
            <a:off x="899160" y="3717290"/>
            <a:ext cx="7674610" cy="1568450"/>
          </a:xfrm>
          <a:prstGeom prst="rect">
            <a:avLst/>
          </a:prstGeom>
        </p:spPr>
        <p:txBody>
          <a:bodyPr wrap="square">
            <a:spAutoFit/>
          </a:bodyPr>
          <a:p>
            <a:pPr marL="0" indent="0" algn="just" defTabSz="266700">
              <a:spcBef>
                <a:spcPct val="0"/>
              </a:spcBef>
              <a:spcAft>
                <a:spcPct val="0"/>
              </a:spcAft>
            </a:pP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1</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Ag | AgCl(s) | Cl</a:t>
            </a:r>
            <a:r>
              <a:rPr lang="en-US" altLang="zh-CN" sz="2400" b="1" baseline="30000">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(c</a:t>
            </a:r>
            <a:r>
              <a:rPr lang="en-US" altLang="zh-CN" sz="2400" b="1" baseline="-25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 || Ag</a:t>
            </a:r>
            <a:r>
              <a:rPr lang="en-US" altLang="zh-CN" sz="2400" b="1" baseline="30000">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(c</a:t>
            </a:r>
            <a:r>
              <a:rPr lang="en-US" altLang="zh-CN" sz="2400" b="1" baseline="-25000">
                <a:latin typeface="Arial" panose="020B0604020202020204" pitchFamily="34" charset="0"/>
                <a:ea typeface="微软雅黑" panose="020B0503020204020204" charset="-122"/>
              </a:rPr>
              <a:t>2</a:t>
            </a:r>
            <a:r>
              <a:rPr lang="en-US" altLang="zh-CN" sz="2400" b="1">
                <a:latin typeface="Arial" panose="020B0604020202020204" pitchFamily="34" charset="0"/>
                <a:ea typeface="微软雅黑" panose="020B0503020204020204" charset="-122"/>
              </a:rPr>
              <a:t>) | Ag</a:t>
            </a:r>
            <a:endParaRPr lang="en-US" altLang="zh-CN" sz="2400" b="1">
              <a:latin typeface="Arial" panose="020B0604020202020204" pitchFamily="34" charset="0"/>
              <a:ea typeface="微软雅黑" panose="020B0503020204020204" charset="-122"/>
            </a:endParaRPr>
          </a:p>
          <a:p>
            <a:pPr marL="0" indent="0" algn="just" defTabSz="266700">
              <a:spcBef>
                <a:spcPct val="0"/>
              </a:spcBef>
              <a:spcAft>
                <a:spcPct val="0"/>
              </a:spcAft>
            </a:pP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2</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Pt | H</a:t>
            </a:r>
            <a:r>
              <a:rPr lang="en-US" altLang="zh-CN" sz="2400" b="1" baseline="-25000">
                <a:latin typeface="Arial" panose="020B0604020202020204" pitchFamily="34" charset="0"/>
                <a:ea typeface="微软雅黑" panose="020B0503020204020204" charset="-122"/>
              </a:rPr>
              <a:t>2</a:t>
            </a:r>
            <a:r>
              <a:rPr lang="en-US" altLang="zh-CN" sz="2400" b="1">
                <a:latin typeface="Arial" panose="020B0604020202020204" pitchFamily="34" charset="0"/>
                <a:ea typeface="微软雅黑" panose="020B0503020204020204" charset="-122"/>
              </a:rPr>
              <a:t>(100kPa) | OH</a:t>
            </a:r>
            <a:r>
              <a:rPr lang="en-US" altLang="zh-CN" sz="2400" b="1" baseline="30000">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(c</a:t>
            </a:r>
            <a:r>
              <a:rPr lang="en-US" altLang="zh-CN" sz="2400" b="1" baseline="-25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 || H</a:t>
            </a:r>
            <a:r>
              <a:rPr lang="en-US" altLang="zh-CN" sz="2400" b="1" baseline="30000">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(c</a:t>
            </a:r>
            <a:r>
              <a:rPr lang="en-US" altLang="zh-CN" sz="2400" b="1" baseline="-25000">
                <a:latin typeface="Arial" panose="020B0604020202020204" pitchFamily="34" charset="0"/>
                <a:ea typeface="微软雅黑" panose="020B0503020204020204" charset="-122"/>
              </a:rPr>
              <a:t>2</a:t>
            </a:r>
            <a:r>
              <a:rPr lang="en-US" altLang="zh-CN" sz="2400" b="1">
                <a:latin typeface="Arial" panose="020B0604020202020204" pitchFamily="34" charset="0"/>
                <a:ea typeface="微软雅黑" panose="020B0503020204020204" charset="-122"/>
              </a:rPr>
              <a:t>) | H</a:t>
            </a:r>
            <a:r>
              <a:rPr lang="en-US" altLang="zh-CN" sz="2400" b="1" baseline="-25000">
                <a:latin typeface="Arial" panose="020B0604020202020204" pitchFamily="34" charset="0"/>
                <a:ea typeface="微软雅黑" panose="020B0503020204020204" charset="-122"/>
              </a:rPr>
              <a:t>2</a:t>
            </a:r>
            <a:r>
              <a:rPr lang="en-US" altLang="zh-CN" sz="2400" b="1">
                <a:latin typeface="Arial" panose="020B0604020202020204" pitchFamily="34" charset="0"/>
                <a:ea typeface="微软雅黑" panose="020B0503020204020204" charset="-122"/>
              </a:rPr>
              <a:t>(100kPa) | Pt</a:t>
            </a:r>
            <a:endParaRPr lang="en-US" altLang="zh-CN" sz="2400" b="1">
              <a:latin typeface="Arial" panose="020B0604020202020204" pitchFamily="34" charset="0"/>
              <a:ea typeface="微软雅黑" panose="020B0503020204020204" charset="-122"/>
            </a:endParaRPr>
          </a:p>
          <a:p>
            <a:pPr marL="0" indent="0" algn="just" defTabSz="266700">
              <a:spcBef>
                <a:spcPct val="0"/>
              </a:spcBef>
              <a:spcAft>
                <a:spcPct val="0"/>
              </a:spcAft>
            </a:pP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3</a:t>
            </a:r>
            <a:r>
              <a:rPr lang="zh-CN" altLang="en-US" sz="2400" b="1">
                <a:latin typeface="Arial" panose="020B0604020202020204" pitchFamily="34" charset="0"/>
                <a:ea typeface="微软雅黑" panose="020B0503020204020204" charset="-122"/>
              </a:rPr>
              <a:t>）</a:t>
            </a:r>
            <a:r>
              <a:rPr lang="en-US" altLang="zh-CN" sz="2400" b="1">
                <a:latin typeface="Arial" panose="020B0604020202020204" pitchFamily="34" charset="0"/>
                <a:ea typeface="微软雅黑" panose="020B0503020204020204" charset="-122"/>
              </a:rPr>
              <a:t>Cu | [Cu(NH</a:t>
            </a:r>
            <a:r>
              <a:rPr lang="en-US" altLang="zh-CN" sz="2400" b="1" baseline="-25000">
                <a:latin typeface="Arial" panose="020B0604020202020204" pitchFamily="34" charset="0"/>
                <a:ea typeface="微软雅黑" panose="020B0503020204020204" charset="-122"/>
              </a:rPr>
              <a:t>3</a:t>
            </a:r>
            <a:r>
              <a:rPr lang="en-US" altLang="zh-CN" sz="2400" b="1">
                <a:latin typeface="Arial" panose="020B0604020202020204" pitchFamily="34" charset="0"/>
                <a:ea typeface="微软雅黑" panose="020B0503020204020204" charset="-122"/>
              </a:rPr>
              <a:t>)</a:t>
            </a:r>
            <a:r>
              <a:rPr lang="en-US" altLang="zh-CN" sz="2400" b="1" baseline="-25000">
                <a:latin typeface="Arial" panose="020B0604020202020204" pitchFamily="34" charset="0"/>
                <a:ea typeface="微软雅黑" panose="020B0503020204020204" charset="-122"/>
              </a:rPr>
              <a:t>4</a:t>
            </a:r>
            <a:r>
              <a:rPr lang="en-US" altLang="zh-CN" sz="2400" b="1">
                <a:latin typeface="Arial" panose="020B0604020202020204" pitchFamily="34" charset="0"/>
                <a:ea typeface="微软雅黑" panose="020B0503020204020204" charset="-122"/>
              </a:rPr>
              <a:t>]</a:t>
            </a:r>
            <a:r>
              <a:rPr lang="en-US" altLang="zh-CN" sz="2400" b="1" baseline="30000">
                <a:latin typeface="Arial" panose="020B0604020202020204" pitchFamily="34" charset="0"/>
                <a:ea typeface="微软雅黑" panose="020B0503020204020204" charset="-122"/>
              </a:rPr>
              <a:t>2+</a:t>
            </a:r>
            <a:r>
              <a:rPr lang="en-US" altLang="zh-CN" sz="2400" b="1">
                <a:latin typeface="Arial" panose="020B0604020202020204" pitchFamily="34" charset="0"/>
                <a:ea typeface="微软雅黑" panose="020B0503020204020204" charset="-122"/>
              </a:rPr>
              <a:t>(c</a:t>
            </a:r>
            <a:r>
              <a:rPr lang="en-US" altLang="zh-CN" sz="2400" b="1" baseline="-25000">
                <a:latin typeface="Arial" panose="020B0604020202020204" pitchFamily="34" charset="0"/>
                <a:ea typeface="微软雅黑" panose="020B0503020204020204" charset="-122"/>
              </a:rPr>
              <a:t>1</a:t>
            </a:r>
            <a:r>
              <a:rPr lang="en-US" altLang="zh-CN" sz="2400" b="1">
                <a:latin typeface="Arial" panose="020B0604020202020204" pitchFamily="34" charset="0"/>
                <a:ea typeface="微软雅黑" panose="020B0503020204020204" charset="-122"/>
              </a:rPr>
              <a:t>), NH</a:t>
            </a:r>
            <a:r>
              <a:rPr lang="en-US" altLang="zh-CN" sz="2400" b="1" baseline="-25000">
                <a:latin typeface="Arial" panose="020B0604020202020204" pitchFamily="34" charset="0"/>
                <a:ea typeface="微软雅黑" panose="020B0503020204020204" charset="-122"/>
              </a:rPr>
              <a:t>3</a:t>
            </a:r>
            <a:r>
              <a:rPr lang="en-US" altLang="zh-CN" sz="2400" b="1">
                <a:latin typeface="Arial" panose="020B0604020202020204" pitchFamily="34" charset="0"/>
                <a:ea typeface="微软雅黑" panose="020B0503020204020204" charset="-122"/>
              </a:rPr>
              <a:t>(c</a:t>
            </a:r>
            <a:r>
              <a:rPr lang="en-US" altLang="zh-CN" sz="2400" b="1" baseline="-25000">
                <a:latin typeface="Arial" panose="020B0604020202020204" pitchFamily="34" charset="0"/>
                <a:ea typeface="微软雅黑" panose="020B0503020204020204" charset="-122"/>
              </a:rPr>
              <a:t>2</a:t>
            </a:r>
            <a:r>
              <a:rPr lang="en-US" altLang="zh-CN" sz="2400" b="1">
                <a:latin typeface="Arial" panose="020B0604020202020204" pitchFamily="34" charset="0"/>
                <a:ea typeface="微软雅黑" panose="020B0503020204020204" charset="-122"/>
              </a:rPr>
              <a:t>) || CuSO4(c</a:t>
            </a:r>
            <a:r>
              <a:rPr lang="en-US" altLang="zh-CN" sz="2400" b="1" baseline="-25000">
                <a:latin typeface="Arial" panose="020B0604020202020204" pitchFamily="34" charset="0"/>
                <a:ea typeface="微软雅黑" panose="020B0503020204020204" charset="-122"/>
              </a:rPr>
              <a:t>3</a:t>
            </a:r>
            <a:r>
              <a:rPr lang="en-US" altLang="zh-CN" sz="2400" b="1">
                <a:latin typeface="Arial" panose="020B0604020202020204" pitchFamily="34" charset="0"/>
                <a:ea typeface="微软雅黑" panose="020B0503020204020204" charset="-122"/>
              </a:rPr>
              <a:t>) | Cu</a:t>
            </a:r>
            <a:endParaRPr lang="en-US" altLang="zh-CN" sz="2400" b="1">
              <a:latin typeface="Arial" panose="020B0604020202020204" pitchFamily="34" charset="0"/>
              <a:ea typeface="微软雅黑" panose="020B050302020402020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sp>
        <p:nvSpPr>
          <p:cNvPr id="6" name="文本框 5"/>
          <p:cNvSpPr txBox="1"/>
          <p:nvPr/>
        </p:nvSpPr>
        <p:spPr>
          <a:xfrm>
            <a:off x="1042670" y="764540"/>
            <a:ext cx="7420610" cy="583565"/>
          </a:xfrm>
          <a:prstGeom prst="rect">
            <a:avLst/>
          </a:prstGeom>
          <a:noFill/>
        </p:spPr>
        <p:txBody>
          <a:bodyPr wrap="square" rtlCol="0" anchor="t">
            <a:spAutoFit/>
          </a:bodyPr>
          <a:p>
            <a:pPr eaLnBrk="1" hangingPunct="1">
              <a:spcBef>
                <a:spcPct val="50000"/>
              </a:spcBef>
            </a:pPr>
            <a:r>
              <a:rPr lang="zh-CN" altLang="en-US" sz="3200" b="1" dirty="0">
                <a:latin typeface="Arial" panose="020B0604020202020204" pitchFamily="34" charset="0"/>
                <a:ea typeface="微软雅黑" panose="020B0503020204020204" charset="-122"/>
                <a:sym typeface="+mn-ea"/>
              </a:rPr>
              <a:t>1.1.</a:t>
            </a:r>
            <a:r>
              <a:rPr lang="en-US" altLang="zh-CN" sz="3200" b="1" dirty="0">
                <a:latin typeface="Arial" panose="020B0604020202020204" pitchFamily="34" charset="0"/>
                <a:ea typeface="微软雅黑" panose="020B0503020204020204" charset="-122"/>
                <a:sym typeface="+mn-ea"/>
              </a:rPr>
              <a:t>4.2</a:t>
            </a:r>
            <a:r>
              <a:rPr lang="zh-CN" altLang="en-US" sz="3200" b="1" dirty="0">
                <a:latin typeface="Arial" panose="020B0604020202020204" pitchFamily="34" charset="0"/>
                <a:ea typeface="微软雅黑" panose="020B0503020204020204" charset="-122"/>
                <a:sym typeface="+mn-ea"/>
              </a:rPr>
              <a:t>  将</a:t>
            </a:r>
            <a:r>
              <a:rPr lang="zh-CN" altLang="en-US" sz="3200" b="1" dirty="0">
                <a:solidFill>
                  <a:srgbClr val="0070C0"/>
                </a:solidFill>
                <a:latin typeface="Arial" panose="020B0604020202020204" pitchFamily="34" charset="0"/>
                <a:ea typeface="微软雅黑" panose="020B0503020204020204" charset="-122"/>
                <a:sym typeface="+mn-ea"/>
              </a:rPr>
              <a:t>非氧化还原反应</a:t>
            </a:r>
            <a:r>
              <a:rPr lang="zh-CN" altLang="en-US" sz="3200" b="1" dirty="0">
                <a:latin typeface="Arial" panose="020B0604020202020204" pitchFamily="34" charset="0"/>
                <a:ea typeface="微软雅黑" panose="020B0503020204020204" charset="-122"/>
                <a:sym typeface="+mn-ea"/>
              </a:rPr>
              <a:t>设计成原电池</a:t>
            </a:r>
            <a:endParaRPr lang="zh-CN" altLang="en-US" sz="3200" b="1" dirty="0">
              <a:latin typeface="Arial" panose="020B0604020202020204" pitchFamily="34" charset="0"/>
              <a:ea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899795" y="3212465"/>
            <a:ext cx="7563485" cy="3540125"/>
          </a:xfrm>
          <a:prstGeom prst="rect">
            <a:avLst/>
          </a:prstGeom>
        </p:spPr>
      </p:pic>
      <p:pic>
        <p:nvPicPr>
          <p:cNvPr id="5" name="图片 4"/>
          <p:cNvPicPr>
            <a:picLocks noChangeAspect="1"/>
          </p:cNvPicPr>
          <p:nvPr/>
        </p:nvPicPr>
        <p:blipFill>
          <a:blip r:embed="rId2"/>
          <a:stretch>
            <a:fillRect/>
          </a:stretch>
        </p:blipFill>
        <p:spPr>
          <a:xfrm>
            <a:off x="755650" y="2060575"/>
            <a:ext cx="6172200" cy="7905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pic>
        <p:nvPicPr>
          <p:cNvPr id="7" name="图片 6"/>
          <p:cNvPicPr>
            <a:picLocks noChangeAspect="1"/>
          </p:cNvPicPr>
          <p:nvPr/>
        </p:nvPicPr>
        <p:blipFill>
          <a:blip r:embed="rId1"/>
          <a:stretch>
            <a:fillRect/>
          </a:stretch>
        </p:blipFill>
        <p:spPr>
          <a:xfrm>
            <a:off x="107950" y="692150"/>
            <a:ext cx="8947150" cy="569595"/>
          </a:xfrm>
          <a:prstGeom prst="rect">
            <a:avLst/>
          </a:prstGeom>
        </p:spPr>
      </p:pic>
      <p:sp>
        <p:nvSpPr>
          <p:cNvPr id="4" name="文本框 3"/>
          <p:cNvSpPr txBox="1"/>
          <p:nvPr/>
        </p:nvSpPr>
        <p:spPr>
          <a:xfrm>
            <a:off x="755650" y="2564765"/>
            <a:ext cx="8142605" cy="1920875"/>
          </a:xfrm>
          <a:prstGeom prst="rect">
            <a:avLst/>
          </a:prstGeom>
          <a:noFill/>
        </p:spPr>
        <p:txBody>
          <a:bodyPr wrap="square" rtlCol="0" anchor="t">
            <a:noAutofit/>
          </a:bodyPr>
          <a:p>
            <a:r>
              <a:rPr lang="zh-CN" altLang="en-US" sz="3200">
                <a:latin typeface="+mn-ea"/>
                <a:ea typeface="+mn-ea"/>
              </a:rPr>
              <a:t>将</a:t>
            </a:r>
            <a:r>
              <a:rPr lang="zh-CN" altLang="en-US" sz="3200" b="1">
                <a:latin typeface="+mn-ea"/>
                <a:ea typeface="+mn-ea"/>
              </a:rPr>
              <a:t>非氧化还原反应</a:t>
            </a:r>
            <a:r>
              <a:rPr lang="zh-CN" altLang="en-US" sz="3200">
                <a:latin typeface="+mn-ea"/>
                <a:ea typeface="+mn-ea"/>
              </a:rPr>
              <a:t>设计成电池的关键步骤：</a:t>
            </a:r>
            <a:endParaRPr lang="zh-CN" altLang="en-US" sz="3200">
              <a:latin typeface="+mn-ea"/>
              <a:ea typeface="+mn-ea"/>
            </a:endParaRPr>
          </a:p>
          <a:p>
            <a:endParaRPr lang="zh-CN" altLang="en-US" sz="3200">
              <a:latin typeface="+mn-ea"/>
              <a:ea typeface="+mn-ea"/>
            </a:endParaRPr>
          </a:p>
          <a:p>
            <a:pPr marL="457200" indent="-457200">
              <a:buFont typeface="Wingdings" panose="05000000000000000000" charset="0"/>
              <a:buChar char="ü"/>
            </a:pPr>
            <a:r>
              <a:rPr lang="zh-CN" altLang="en-US" sz="3200" b="1">
                <a:latin typeface="+mn-ea"/>
                <a:ea typeface="+mn-ea"/>
              </a:rPr>
              <a:t>在反应式两边加上合适的物质，</a:t>
            </a:r>
            <a:endParaRPr lang="zh-CN" altLang="en-US" sz="3200" b="1">
              <a:latin typeface="+mn-ea"/>
              <a:ea typeface="+mn-ea"/>
            </a:endParaRPr>
          </a:p>
          <a:p>
            <a:pPr marL="457200" indent="-457200">
              <a:buFont typeface="Wingdings" panose="05000000000000000000" charset="0"/>
              <a:buChar char="ü"/>
            </a:pPr>
            <a:r>
              <a:rPr lang="zh-CN" altLang="en-US" sz="3200" b="1">
                <a:latin typeface="+mn-ea"/>
                <a:ea typeface="+mn-ea"/>
              </a:rPr>
              <a:t>使反应可以被拆成两个半反应。</a:t>
            </a:r>
            <a:endParaRPr lang="zh-CN" altLang="en-US" sz="3200" b="1">
              <a:latin typeface="+mn-ea"/>
              <a:ea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pic>
        <p:nvPicPr>
          <p:cNvPr id="4" name="图片 3"/>
          <p:cNvPicPr>
            <a:picLocks noChangeAspect="1"/>
          </p:cNvPicPr>
          <p:nvPr/>
        </p:nvPicPr>
        <p:blipFill>
          <a:blip r:embed="rId1"/>
          <a:stretch>
            <a:fillRect/>
          </a:stretch>
        </p:blipFill>
        <p:spPr>
          <a:xfrm>
            <a:off x="539750" y="476250"/>
            <a:ext cx="5705475" cy="800100"/>
          </a:xfrm>
          <a:prstGeom prst="rect">
            <a:avLst/>
          </a:prstGeom>
        </p:spPr>
      </p:pic>
      <p:pic>
        <p:nvPicPr>
          <p:cNvPr id="5" name="图片 4"/>
          <p:cNvPicPr>
            <a:picLocks noChangeAspect="1"/>
          </p:cNvPicPr>
          <p:nvPr/>
        </p:nvPicPr>
        <p:blipFill>
          <a:blip r:embed="rId2"/>
          <a:stretch>
            <a:fillRect/>
          </a:stretch>
        </p:blipFill>
        <p:spPr>
          <a:xfrm>
            <a:off x="252095" y="1700530"/>
            <a:ext cx="8765540" cy="446849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pic>
        <p:nvPicPr>
          <p:cNvPr id="4" name="图片 3"/>
          <p:cNvPicPr>
            <a:picLocks noChangeAspect="1"/>
          </p:cNvPicPr>
          <p:nvPr/>
        </p:nvPicPr>
        <p:blipFill>
          <a:blip r:embed="rId1"/>
          <a:stretch>
            <a:fillRect/>
          </a:stretch>
        </p:blipFill>
        <p:spPr>
          <a:xfrm>
            <a:off x="972185" y="260350"/>
            <a:ext cx="5800725" cy="781050"/>
          </a:xfrm>
          <a:prstGeom prst="rect">
            <a:avLst/>
          </a:prstGeom>
        </p:spPr>
      </p:pic>
      <p:pic>
        <p:nvPicPr>
          <p:cNvPr id="5" name="图片 4"/>
          <p:cNvPicPr>
            <a:picLocks noChangeAspect="1"/>
          </p:cNvPicPr>
          <p:nvPr/>
        </p:nvPicPr>
        <p:blipFill>
          <a:blip r:embed="rId2"/>
          <a:stretch>
            <a:fillRect/>
          </a:stretch>
        </p:blipFill>
        <p:spPr>
          <a:xfrm>
            <a:off x="274320" y="1700530"/>
            <a:ext cx="8595360" cy="409257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pic>
        <p:nvPicPr>
          <p:cNvPr id="4" name="图片 3"/>
          <p:cNvPicPr>
            <a:picLocks noChangeAspect="1"/>
          </p:cNvPicPr>
          <p:nvPr/>
        </p:nvPicPr>
        <p:blipFill>
          <a:blip r:embed="rId1"/>
          <a:stretch>
            <a:fillRect/>
          </a:stretch>
        </p:blipFill>
        <p:spPr>
          <a:xfrm>
            <a:off x="180340" y="1700530"/>
            <a:ext cx="8783955" cy="4328160"/>
          </a:xfrm>
          <a:prstGeom prst="rect">
            <a:avLst/>
          </a:prstGeom>
        </p:spPr>
      </p:pic>
      <p:pic>
        <p:nvPicPr>
          <p:cNvPr id="5" name="图片 4"/>
          <p:cNvPicPr>
            <a:picLocks noChangeAspect="1"/>
          </p:cNvPicPr>
          <p:nvPr/>
        </p:nvPicPr>
        <p:blipFill>
          <a:blip r:embed="rId2"/>
          <a:stretch>
            <a:fillRect/>
          </a:stretch>
        </p:blipFill>
        <p:spPr>
          <a:xfrm>
            <a:off x="972185" y="260350"/>
            <a:ext cx="5800725" cy="781050"/>
          </a:xfrm>
          <a:prstGeom prst="rect">
            <a:avLst/>
          </a:prstGeom>
        </p:spPr>
      </p:pic>
      <p:sp>
        <p:nvSpPr>
          <p:cNvPr id="6" name="文本框 5"/>
          <p:cNvSpPr txBox="1"/>
          <p:nvPr/>
        </p:nvSpPr>
        <p:spPr>
          <a:xfrm>
            <a:off x="127000" y="5025390"/>
            <a:ext cx="538480" cy="1139825"/>
          </a:xfrm>
          <a:prstGeom prst="rect">
            <a:avLst/>
          </a:prstGeom>
          <a:solidFill>
            <a:schemeClr val="bg1"/>
          </a:solidFill>
          <a:ln>
            <a:solidFill>
              <a:schemeClr val="bg1"/>
            </a:solidFill>
          </a:ln>
        </p:spPr>
        <p:txBody>
          <a:bodyPr wrap="square" rtlCol="0">
            <a:noAutofit/>
          </a:bodyPr>
          <a:p>
            <a:endParaRPr lang="zh-CN" altLang="en-US" sz="18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628255" y="28575"/>
            <a:ext cx="1551940" cy="6829425"/>
          </a:xfrm>
          <a:prstGeom prst="rect">
            <a:avLst/>
          </a:prstGeom>
          <a:solidFill>
            <a:schemeClr val="bg1"/>
          </a:solidFill>
          <a:ln>
            <a:solidFill>
              <a:schemeClr val="bg1"/>
            </a:solidFill>
          </a:ln>
        </p:spPr>
        <p:txBody>
          <a:bodyPr wrap="square" rtlCol="0">
            <a:noAutofit/>
          </a:bodyPr>
          <a:p>
            <a:endParaRPr lang="zh-CN" altLang="en-US" sz="1800"/>
          </a:p>
        </p:txBody>
      </p:sp>
      <p:sp>
        <p:nvSpPr>
          <p:cNvPr id="3" name="文本框 2"/>
          <p:cNvSpPr txBox="1"/>
          <p:nvPr/>
        </p:nvSpPr>
        <p:spPr>
          <a:xfrm>
            <a:off x="0" y="4898390"/>
            <a:ext cx="2411730" cy="1931035"/>
          </a:xfrm>
          <a:prstGeom prst="rect">
            <a:avLst/>
          </a:prstGeom>
          <a:solidFill>
            <a:schemeClr val="bg1"/>
          </a:solidFill>
          <a:ln>
            <a:solidFill>
              <a:schemeClr val="bg1"/>
            </a:solidFill>
          </a:ln>
        </p:spPr>
        <p:txBody>
          <a:bodyPr wrap="square" rtlCol="0">
            <a:noAutofit/>
          </a:bodyPr>
          <a:p>
            <a:endParaRPr lang="zh-CN" altLang="en-US" sz="1800"/>
          </a:p>
        </p:txBody>
      </p:sp>
      <p:pic>
        <p:nvPicPr>
          <p:cNvPr id="4" name="图片 3"/>
          <p:cNvPicPr>
            <a:picLocks noChangeAspect="1"/>
          </p:cNvPicPr>
          <p:nvPr/>
        </p:nvPicPr>
        <p:blipFill>
          <a:blip r:embed="rId1"/>
          <a:stretch>
            <a:fillRect/>
          </a:stretch>
        </p:blipFill>
        <p:spPr>
          <a:xfrm>
            <a:off x="1619885" y="332105"/>
            <a:ext cx="5648325" cy="752475"/>
          </a:xfrm>
          <a:prstGeom prst="rect">
            <a:avLst/>
          </a:prstGeom>
        </p:spPr>
      </p:pic>
      <p:pic>
        <p:nvPicPr>
          <p:cNvPr id="5" name="图片 4"/>
          <p:cNvPicPr>
            <a:picLocks noChangeAspect="1"/>
          </p:cNvPicPr>
          <p:nvPr/>
        </p:nvPicPr>
        <p:blipFill>
          <a:blip r:embed="rId2"/>
          <a:stretch>
            <a:fillRect/>
          </a:stretch>
        </p:blipFill>
        <p:spPr>
          <a:xfrm>
            <a:off x="395605" y="1412240"/>
            <a:ext cx="8489315" cy="481266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5682.500787401575,&quot;width&quot;:7920}"/>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PP_MARK_KEY" val="501aeaa4-d200-42a5-b726-68e8e8b733bf"/>
  <p:tag name="COMMONDATA" val="eyJoZGlkIjoiODIyZGQ3MzI3NDI1MDU1N2YyZWRhMDJkZThkMjhmMDYifQ=="/>
  <p:tag name="FULLTEXTBEAUTIFYED" val="1"/>
</p:tagLst>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4094</Words>
  <Application>WPS 演示</Application>
  <PresentationFormat>全屏显示(4:3)</PresentationFormat>
  <Paragraphs>281</Paragraphs>
  <Slides>64</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64</vt:i4>
      </vt:variant>
    </vt:vector>
  </HeadingPairs>
  <TitlesOfParts>
    <vt:vector size="78" baseType="lpstr">
      <vt:lpstr>Arial</vt:lpstr>
      <vt:lpstr>宋体</vt:lpstr>
      <vt:lpstr>Wingdings</vt:lpstr>
      <vt:lpstr>Comic Sans MS</vt:lpstr>
      <vt:lpstr>Calibri</vt:lpstr>
      <vt:lpstr>微软雅黑</vt:lpstr>
      <vt:lpstr>Times New Roman</vt:lpstr>
      <vt:lpstr>Arial Unicode MS</vt:lpstr>
      <vt:lpstr>Wingdings</vt:lpstr>
      <vt:lpstr>Symbol</vt:lpstr>
      <vt:lpstr>黑体</vt:lpstr>
      <vt:lpstr>Crayons</vt:lpstr>
      <vt:lpstr>Equation.3</vt:lpstr>
      <vt:lpstr>Equation.3</vt:lpstr>
      <vt:lpstr>应用电化学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电化学研究方法及实验</dc:title>
  <dc:creator>a</dc:creator>
  <cp:lastModifiedBy>无际</cp:lastModifiedBy>
  <cp:revision>128</cp:revision>
  <dcterms:created xsi:type="dcterms:W3CDTF">2008-04-21T01:26:00Z</dcterms:created>
  <dcterms:modified xsi:type="dcterms:W3CDTF">2025-09-26T00:49:26Z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14B357D0E8084C92B5E221E751F3CBCF</vt:lpwstr>
  </property>
  <property fmtid="{D5CDD505-2E9C-101B-9397-08002B2CF9AE}" pid="3" name="KSOProductBuildVer">
    <vt:lpwstr>2052-12.1.0.22529</vt:lpwstr>
  </property>
</Properties>
</file>