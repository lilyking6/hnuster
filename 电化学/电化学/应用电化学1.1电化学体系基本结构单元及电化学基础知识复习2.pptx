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67"/>
  </p:notesMasterIdLst>
  <p:sldIdLst>
    <p:sldId id="1835" r:id="rId4"/>
    <p:sldId id="1836" r:id="rId5"/>
    <p:sldId id="1837" r:id="rId6"/>
    <p:sldId id="1838" r:id="rId7"/>
    <p:sldId id="1839" r:id="rId8"/>
    <p:sldId id="1840" r:id="rId9"/>
    <p:sldId id="1841" r:id="rId10"/>
    <p:sldId id="1842" r:id="rId11"/>
    <p:sldId id="1843" r:id="rId12"/>
    <p:sldId id="1844" r:id="rId13"/>
    <p:sldId id="1845" r:id="rId14"/>
    <p:sldId id="1846" r:id="rId15"/>
    <p:sldId id="1847" r:id="rId16"/>
    <p:sldId id="1848" r:id="rId17"/>
    <p:sldId id="1849" r:id="rId18"/>
    <p:sldId id="1850" r:id="rId19"/>
    <p:sldId id="1851" r:id="rId20"/>
    <p:sldId id="1852" r:id="rId21"/>
    <p:sldId id="1853" r:id="rId22"/>
    <p:sldId id="1854" r:id="rId23"/>
    <p:sldId id="1855" r:id="rId24"/>
    <p:sldId id="1856" r:id="rId25"/>
    <p:sldId id="1857" r:id="rId26"/>
    <p:sldId id="1858" r:id="rId27"/>
    <p:sldId id="1859" r:id="rId28"/>
    <p:sldId id="1860" r:id="rId29"/>
    <p:sldId id="1861" r:id="rId30"/>
    <p:sldId id="1862" r:id="rId31"/>
    <p:sldId id="1863" r:id="rId32"/>
    <p:sldId id="1864" r:id="rId33"/>
    <p:sldId id="1865" r:id="rId34"/>
    <p:sldId id="1866" r:id="rId35"/>
    <p:sldId id="1867" r:id="rId36"/>
    <p:sldId id="1868" r:id="rId37"/>
    <p:sldId id="1869" r:id="rId38"/>
    <p:sldId id="1870" r:id="rId39"/>
    <p:sldId id="1871" r:id="rId40"/>
    <p:sldId id="1872" r:id="rId41"/>
    <p:sldId id="1873" r:id="rId42"/>
    <p:sldId id="1874" r:id="rId43"/>
    <p:sldId id="1875" r:id="rId44"/>
    <p:sldId id="1876" r:id="rId45"/>
    <p:sldId id="1877" r:id="rId46"/>
    <p:sldId id="1878" r:id="rId47"/>
    <p:sldId id="1879" r:id="rId48"/>
    <p:sldId id="1880" r:id="rId49"/>
    <p:sldId id="1881" r:id="rId50"/>
    <p:sldId id="1882" r:id="rId51"/>
    <p:sldId id="1883" r:id="rId52"/>
    <p:sldId id="1884" r:id="rId53"/>
    <p:sldId id="1885" r:id="rId54"/>
    <p:sldId id="1886" r:id="rId55"/>
    <p:sldId id="1887" r:id="rId56"/>
    <p:sldId id="1888" r:id="rId57"/>
    <p:sldId id="1889" r:id="rId58"/>
    <p:sldId id="1890" r:id="rId59"/>
    <p:sldId id="1891" r:id="rId60"/>
    <p:sldId id="1892" r:id="rId61"/>
    <p:sldId id="1893" r:id="rId62"/>
    <p:sldId id="1894" r:id="rId63"/>
    <p:sldId id="1895" r:id="rId64"/>
    <p:sldId id="1896" r:id="rId65"/>
    <p:sldId id="1897" r:id="rId66"/>
  </p:sldIdLst>
  <p:sldSz cx="9144000" cy="6858000" type="screen4x3"/>
  <p:notesSz cx="6858000" cy="9144000"/>
  <p:custDataLst>
    <p:tags r:id="rId72"/>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6" userDrawn="1">
          <p15:clr>
            <a:srgbClr val="A4A3A4"/>
          </p15:clr>
        </p15:guide>
        <p15:guide id="2" pos="270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111"/>
    <p:restoredTop sz="94709"/>
  </p:normalViewPr>
  <p:slideViewPr>
    <p:cSldViewPr showGuides="1">
      <p:cViewPr varScale="1">
        <p:scale>
          <a:sx n="56" d="100"/>
          <a:sy n="56" d="100"/>
        </p:scale>
        <p:origin x="90" y="960"/>
      </p:cViewPr>
      <p:guideLst>
        <p:guide orient="horz" pos="2226"/>
        <p:guide pos="270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2" Type="http://schemas.openxmlformats.org/officeDocument/2006/relationships/tags" Target="tags/tag54.xml"/><Relationship Id="rId71" Type="http://schemas.openxmlformats.org/officeDocument/2006/relationships/commentAuthors" Target="commentAuthors.xml"/><Relationship Id="rId70" Type="http://schemas.openxmlformats.org/officeDocument/2006/relationships/tableStyles" Target="tableStyles.xml"/><Relationship Id="rId7" Type="http://schemas.openxmlformats.org/officeDocument/2006/relationships/slide" Target="slides/slide4.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notesMaster" Target="notesMasters/notesMaster1.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0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52716E8E-9F40-488C-B2C8-F598D235E806}" type="datetimeFigureOut">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80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880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0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4ACFD4E-E7F6-4FE1-B89A-91A679E56EB2}" type="slidenum">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Freeform 2"/>
          <p:cNvSpPr/>
          <p:nvPr/>
        </p:nvSpPr>
        <p:spPr>
          <a:xfrm>
            <a:off x="20638" y="12700"/>
            <a:ext cx="8896350" cy="6780213"/>
          </a:xfrm>
          <a:custGeom>
            <a:avLst/>
            <a:gdLst/>
            <a:ahLst/>
            <a:cxnLst>
              <a:cxn ang="0">
                <a:pos x="6300000" y="0"/>
              </a:cxn>
              <a:cxn ang="0">
                <a:pos x="0" y="1826667"/>
              </a:cxn>
              <a:cxn ang="0">
                <a:pos x="4842204" y="6780213"/>
              </a:cxn>
              <a:cxn ang="0">
                <a:pos x="8896350" y="2107693"/>
              </a:cxn>
              <a:cxn ang="0">
                <a:pos x="6300000" y="0"/>
              </a:cxn>
              <a:cxn ang="0">
                <a:pos x="6300000" y="0"/>
              </a:cxn>
            </a:cxnLst>
            <a:rect l="0" t="0" r="0" b="0"/>
            <a:pathLst>
              <a:path w="3985" h="3619">
                <a:moveTo>
                  <a:pt x="2822" y="0"/>
                </a:moveTo>
                <a:lnTo>
                  <a:pt x="0" y="975"/>
                </a:lnTo>
                <a:lnTo>
                  <a:pt x="2169" y="3619"/>
                </a:lnTo>
                <a:lnTo>
                  <a:pt x="3985" y="1125"/>
                </a:lnTo>
                <a:lnTo>
                  <a:pt x="2822" y="0"/>
                </a:lnTo>
                <a:lnTo>
                  <a:pt x="2822" y="0"/>
                </a:lnTo>
                <a:close/>
              </a:path>
            </a:pathLst>
          </a:custGeom>
          <a:solidFill>
            <a:schemeClr val="accent1">
              <a:alpha val="100000"/>
            </a:schemeClr>
          </a:solidFill>
          <a:ln w="9525">
            <a:noFill/>
          </a:ln>
        </p:spPr>
        <p:txBody>
          <a:bodyPr/>
          <a:lstStyle/>
          <a:p>
            <a:endParaRPr lang="zh-CN" altLang="en-US"/>
          </a:p>
        </p:txBody>
      </p:sp>
      <p:grpSp>
        <p:nvGrpSpPr>
          <p:cNvPr id="2051" name="Group 8"/>
          <p:cNvGrpSpPr/>
          <p:nvPr/>
        </p:nvGrpSpPr>
        <p:grpSpPr>
          <a:xfrm>
            <a:off x="195263" y="234950"/>
            <a:ext cx="3787775" cy="1778000"/>
            <a:chOff x="123" y="148"/>
            <a:chExt cx="2386" cy="1120"/>
          </a:xfrm>
        </p:grpSpPr>
        <p:sp>
          <p:nvSpPr>
            <p:cNvPr id="2069" name="Freeform 9"/>
            <p:cNvSpPr/>
            <p:nvPr userDrawn="1"/>
          </p:nvSpPr>
          <p:spPr>
            <a:xfrm>
              <a:off x="177" y="177"/>
              <a:ext cx="2250" cy="1017"/>
            </a:xfrm>
            <a:custGeom>
              <a:avLst/>
              <a:gdLst/>
              <a:ahLst/>
              <a:cxnLst>
                <a:cxn ang="0">
                  <a:pos x="2250" y="970"/>
                </a:cxn>
                <a:cxn ang="0">
                  <a:pos x="2012" y="781"/>
                </a:cxn>
                <a:cxn ang="0">
                  <a:pos x="1576" y="516"/>
                </a:cxn>
                <a:cxn ang="0">
                  <a:pos x="201" y="0"/>
                </a:cxn>
                <a:cxn ang="0">
                  <a:pos x="65" y="49"/>
                </a:cxn>
                <a:cxn ang="0">
                  <a:pos x="0" y="204"/>
                </a:cxn>
                <a:cxn ang="0">
                  <a:pos x="79" y="381"/>
                </a:cxn>
                <a:cxn ang="0">
                  <a:pos x="1615" y="1005"/>
                </a:cxn>
                <a:cxn ang="0">
                  <a:pos x="1952" y="965"/>
                </a:cxn>
                <a:cxn ang="0">
                  <a:pos x="2224" y="1017"/>
                </a:cxn>
                <a:cxn ang="0">
                  <a:pos x="2250" y="970"/>
                </a:cxn>
                <a:cxn ang="0">
                  <a:pos x="2250" y="97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a:p>
          </p:txBody>
        </p:sp>
        <p:sp>
          <p:nvSpPr>
            <p:cNvPr id="2070" name="Freeform 10"/>
            <p:cNvSpPr/>
            <p:nvPr userDrawn="1"/>
          </p:nvSpPr>
          <p:spPr>
            <a:xfrm>
              <a:off x="166" y="261"/>
              <a:ext cx="2244" cy="1007"/>
            </a:xfrm>
            <a:custGeom>
              <a:avLst/>
              <a:gdLst/>
              <a:ahLst/>
              <a:cxnLst>
                <a:cxn ang="0">
                  <a:pos x="194" y="0"/>
                </a:cxn>
                <a:cxn ang="0">
                  <a:pos x="1883" y="637"/>
                </a:cxn>
                <a:cxn ang="0">
                  <a:pos x="2020" y="783"/>
                </a:cxn>
                <a:cxn ang="0">
                  <a:pos x="2244" y="971"/>
                </a:cxn>
                <a:cxn ang="0">
                  <a:pos x="2214" y="1007"/>
                </a:cxn>
                <a:cxn ang="0">
                  <a:pos x="1910" y="965"/>
                </a:cxn>
                <a:cxn ang="0">
                  <a:pos x="1620" y="995"/>
                </a:cxn>
                <a:cxn ang="0">
                  <a:pos x="59" y="366"/>
                </a:cxn>
                <a:cxn ang="0">
                  <a:pos x="0" y="184"/>
                </a:cxn>
                <a:cxn ang="0">
                  <a:pos x="65" y="39"/>
                </a:cxn>
                <a:cxn ang="0">
                  <a:pos x="194" y="0"/>
                </a:cxn>
                <a:cxn ang="0">
                  <a:pos x="19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a:p>
          </p:txBody>
        </p:sp>
        <p:sp>
          <p:nvSpPr>
            <p:cNvPr id="2071" name="Freeform 11"/>
            <p:cNvSpPr/>
            <p:nvPr userDrawn="1"/>
          </p:nvSpPr>
          <p:spPr>
            <a:xfrm>
              <a:off x="474" y="344"/>
              <a:ext cx="1488" cy="919"/>
            </a:xfrm>
            <a:custGeom>
              <a:avLst/>
              <a:gdLst/>
              <a:ahLst/>
              <a:cxnLst>
                <a:cxn ang="0">
                  <a:pos x="0" y="400"/>
                </a:cxn>
                <a:cxn ang="0">
                  <a:pos x="1308" y="919"/>
                </a:cxn>
                <a:cxn ang="0">
                  <a:pos x="1332" y="657"/>
                </a:cxn>
                <a:cxn ang="0">
                  <a:pos x="1488" y="519"/>
                </a:cxn>
                <a:cxn ang="0">
                  <a:pos x="111" y="0"/>
                </a:cxn>
                <a:cxn ang="0">
                  <a:pos x="0" y="156"/>
                </a:cxn>
                <a:cxn ang="0">
                  <a:pos x="0" y="400"/>
                </a:cxn>
                <a:cxn ang="0">
                  <a:pos x="0" y="400"/>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a:p>
          </p:txBody>
        </p:sp>
        <p:grpSp>
          <p:nvGrpSpPr>
            <p:cNvPr id="2072" name="Group 12"/>
            <p:cNvGrpSpPr/>
            <p:nvPr userDrawn="1"/>
          </p:nvGrpSpPr>
          <p:grpSpPr>
            <a:xfrm>
              <a:off x="123" y="148"/>
              <a:ext cx="2386" cy="1081"/>
              <a:chOff x="123" y="148"/>
              <a:chExt cx="2386" cy="1081"/>
            </a:xfrm>
          </p:grpSpPr>
          <p:sp>
            <p:nvSpPr>
              <p:cNvPr id="2073" name="Freeform 13"/>
              <p:cNvSpPr/>
              <p:nvPr userDrawn="1"/>
            </p:nvSpPr>
            <p:spPr>
              <a:xfrm>
                <a:off x="2005" y="934"/>
                <a:ext cx="212" cy="214"/>
              </a:xfrm>
              <a:custGeom>
                <a:avLst/>
                <a:gdLst/>
                <a:ahLst/>
                <a:cxnLst>
                  <a:cxn ang="0">
                    <a:pos x="155" y="0"/>
                  </a:cxn>
                  <a:cxn ang="0">
                    <a:pos x="57" y="82"/>
                  </a:cxn>
                  <a:cxn ang="0">
                    <a:pos x="0" y="214"/>
                  </a:cxn>
                  <a:cxn ang="0">
                    <a:pos x="113" y="198"/>
                  </a:cxn>
                  <a:cxn ang="0">
                    <a:pos x="146" y="104"/>
                  </a:cxn>
                  <a:cxn ang="0">
                    <a:pos x="212" y="33"/>
                  </a:cxn>
                  <a:cxn ang="0">
                    <a:pos x="155" y="0"/>
                  </a:cxn>
                  <a:cxn ang="0">
                    <a:pos x="1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a:p>
            </p:txBody>
          </p:sp>
          <p:sp>
            <p:nvSpPr>
              <p:cNvPr id="2074" name="Freeform 14"/>
              <p:cNvSpPr/>
              <p:nvPr userDrawn="1"/>
            </p:nvSpPr>
            <p:spPr>
              <a:xfrm>
                <a:off x="123" y="148"/>
                <a:ext cx="2386" cy="1081"/>
              </a:xfrm>
              <a:custGeom>
                <a:avLst/>
                <a:gdLst/>
                <a:ahLst/>
                <a:cxnLst>
                  <a:cxn ang="0">
                    <a:pos x="221" y="0"/>
                  </a:cxn>
                  <a:cxn ang="0">
                    <a:pos x="89" y="64"/>
                  </a:cxn>
                  <a:cxn ang="0">
                    <a:pos x="0" y="256"/>
                  </a:cxn>
                  <a:cxn ang="0">
                    <a:pos x="95" y="440"/>
                  </a:cxn>
                  <a:cxn ang="0">
                    <a:pos x="1675" y="1065"/>
                  </a:cxn>
                  <a:cxn ang="0">
                    <a:pos x="2015" y="1026"/>
                  </a:cxn>
                  <a:cxn ang="0">
                    <a:pos x="2290" y="1081"/>
                  </a:cxn>
                  <a:cxn ang="0">
                    <a:pos x="2386" y="993"/>
                  </a:cxn>
                  <a:cxn ang="0">
                    <a:pos x="2128" y="816"/>
                  </a:cxn>
                  <a:cxn ang="0">
                    <a:pos x="2023" y="629"/>
                  </a:cxn>
                  <a:cxn ang="0">
                    <a:pos x="1940" y="647"/>
                  </a:cxn>
                  <a:cxn ang="0">
                    <a:pos x="2039" y="816"/>
                  </a:cxn>
                  <a:cxn ang="0">
                    <a:pos x="2236" y="995"/>
                  </a:cxn>
                  <a:cxn ang="0">
                    <a:pos x="2002" y="967"/>
                  </a:cxn>
                  <a:cxn ang="0">
                    <a:pos x="1727" y="1000"/>
                  </a:cxn>
                  <a:cxn ang="0">
                    <a:pos x="1778" y="798"/>
                  </a:cxn>
                  <a:cxn ang="0">
                    <a:pos x="1896" y="661"/>
                  </a:cxn>
                  <a:cxn ang="0">
                    <a:pos x="1758" y="678"/>
                  </a:cxn>
                  <a:cxn ang="0">
                    <a:pos x="1651" y="808"/>
                  </a:cxn>
                  <a:cxn ang="0">
                    <a:pos x="1614" y="972"/>
                  </a:cxn>
                  <a:cxn ang="0">
                    <a:pos x="152" y="381"/>
                  </a:cxn>
                  <a:cxn ang="0">
                    <a:pos x="113" y="264"/>
                  </a:cxn>
                  <a:cxn ang="0">
                    <a:pos x="146" y="117"/>
                  </a:cxn>
                  <a:cxn ang="0">
                    <a:pos x="307" y="0"/>
                  </a:cxn>
                  <a:cxn ang="0">
                    <a:pos x="221" y="0"/>
                  </a:cxn>
                  <a:cxn ang="0">
                    <a:pos x="221"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a:p>
            </p:txBody>
          </p:sp>
          <p:sp>
            <p:nvSpPr>
              <p:cNvPr id="2075" name="Freeform 15"/>
              <p:cNvSpPr/>
              <p:nvPr userDrawn="1"/>
            </p:nvSpPr>
            <p:spPr>
              <a:xfrm>
                <a:off x="324" y="158"/>
                <a:ext cx="1686" cy="614"/>
              </a:xfrm>
              <a:custGeom>
                <a:avLst/>
                <a:gdLst/>
                <a:ahLst/>
                <a:cxnLst>
                  <a:cxn ang="0">
                    <a:pos x="142" y="0"/>
                  </a:cxn>
                  <a:cxn ang="0">
                    <a:pos x="1686" y="602"/>
                  </a:cxn>
                  <a:cxn ang="0">
                    <a:pos x="1524" y="614"/>
                  </a:cxn>
                  <a:cxn ang="0">
                    <a:pos x="0" y="33"/>
                  </a:cxn>
                  <a:cxn ang="0">
                    <a:pos x="142" y="0"/>
                  </a:cxn>
                  <a:cxn ang="0">
                    <a:pos x="142"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a:p>
            </p:txBody>
          </p:sp>
          <p:sp>
            <p:nvSpPr>
              <p:cNvPr id="2076" name="Freeform 16"/>
              <p:cNvSpPr/>
              <p:nvPr userDrawn="1"/>
            </p:nvSpPr>
            <p:spPr>
              <a:xfrm>
                <a:off x="409" y="251"/>
                <a:ext cx="227" cy="410"/>
              </a:xfrm>
              <a:custGeom>
                <a:avLst/>
                <a:gdLst/>
                <a:ahLst/>
                <a:cxnLst>
                  <a:cxn ang="0">
                    <a:pos x="165" y="0"/>
                  </a:cxn>
                  <a:cxn ang="0">
                    <a:pos x="27" y="130"/>
                  </a:cxn>
                  <a:cxn ang="0">
                    <a:pos x="0" y="281"/>
                  </a:cxn>
                  <a:cxn ang="0">
                    <a:pos x="47" y="384"/>
                  </a:cxn>
                  <a:cxn ang="0">
                    <a:pos x="133" y="410"/>
                  </a:cxn>
                  <a:cxn ang="0">
                    <a:pos x="108" y="188"/>
                  </a:cxn>
                  <a:cxn ang="0">
                    <a:pos x="227" y="21"/>
                  </a:cxn>
                  <a:cxn ang="0">
                    <a:pos x="165" y="0"/>
                  </a:cxn>
                  <a:cxn ang="0">
                    <a:pos x="165"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a:p>
            </p:txBody>
          </p:sp>
          <p:sp>
            <p:nvSpPr>
              <p:cNvPr id="2077" name="Freeform 17"/>
              <p:cNvSpPr/>
              <p:nvPr userDrawn="1"/>
            </p:nvSpPr>
            <p:spPr>
              <a:xfrm>
                <a:off x="846" y="536"/>
                <a:ext cx="691" cy="364"/>
              </a:xfrm>
              <a:custGeom>
                <a:avLst/>
                <a:gdLst/>
                <a:ahLst/>
                <a:cxnLst>
                  <a:cxn ang="0">
                    <a:pos x="20" y="42"/>
                  </a:cxn>
                  <a:cxn ang="0">
                    <a:pos x="226" y="81"/>
                  </a:cxn>
                  <a:cxn ang="0">
                    <a:pos x="458" y="168"/>
                  </a:cxn>
                  <a:cxn ang="0">
                    <a:pos x="622" y="299"/>
                  </a:cxn>
                  <a:cxn ang="0">
                    <a:pos x="461" y="283"/>
                  </a:cxn>
                  <a:cxn ang="0">
                    <a:pos x="196" y="180"/>
                  </a:cxn>
                  <a:cxn ang="0">
                    <a:pos x="71" y="98"/>
                  </a:cxn>
                  <a:cxn ang="0">
                    <a:pos x="151" y="200"/>
                  </a:cxn>
                  <a:cxn ang="0">
                    <a:pos x="384" y="332"/>
                  </a:cxn>
                  <a:cxn ang="0">
                    <a:pos x="658" y="364"/>
                  </a:cxn>
                  <a:cxn ang="0">
                    <a:pos x="691" y="275"/>
                  </a:cxn>
                  <a:cxn ang="0">
                    <a:pos x="557" y="148"/>
                  </a:cxn>
                  <a:cxn ang="0">
                    <a:pos x="240" y="21"/>
                  </a:cxn>
                  <a:cxn ang="0">
                    <a:pos x="0" y="0"/>
                  </a:cxn>
                  <a:cxn ang="0">
                    <a:pos x="20" y="42"/>
                  </a:cxn>
                  <a:cxn ang="0">
                    <a:pos x="20" y="4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a:p>
            </p:txBody>
          </p:sp>
        </p:grpSp>
      </p:grpSp>
      <p:grpSp>
        <p:nvGrpSpPr>
          <p:cNvPr id="2052" name="Group 18"/>
          <p:cNvGrpSpPr/>
          <p:nvPr/>
        </p:nvGrpSpPr>
        <p:grpSpPr>
          <a:xfrm>
            <a:off x="7915275" y="4368800"/>
            <a:ext cx="742950" cy="1058863"/>
            <a:chOff x="4986" y="2752"/>
            <a:chExt cx="468" cy="667"/>
          </a:xfrm>
        </p:grpSpPr>
        <p:sp>
          <p:nvSpPr>
            <p:cNvPr id="2060" name="Freeform 19"/>
            <p:cNvSpPr/>
            <p:nvPr userDrawn="1"/>
          </p:nvSpPr>
          <p:spPr>
            <a:xfrm rot="7320404">
              <a:off x="4909" y="2936"/>
              <a:ext cx="629" cy="293"/>
            </a:xfrm>
            <a:custGeom>
              <a:avLst/>
              <a:gdLst/>
              <a:ahLst/>
              <a:cxnLst>
                <a:cxn ang="0">
                  <a:pos x="629" y="280"/>
                </a:cxn>
                <a:cxn ang="0">
                  <a:pos x="562" y="225"/>
                </a:cxn>
                <a:cxn ang="0">
                  <a:pos x="440" y="149"/>
                </a:cxn>
                <a:cxn ang="0">
                  <a:pos x="56" y="0"/>
                </a:cxn>
                <a:cxn ang="0">
                  <a:pos x="18" y="14"/>
                </a:cxn>
                <a:cxn ang="0">
                  <a:pos x="0" y="59"/>
                </a:cxn>
                <a:cxn ang="0">
                  <a:pos x="22" y="110"/>
                </a:cxn>
                <a:cxn ang="0">
                  <a:pos x="452" y="289"/>
                </a:cxn>
                <a:cxn ang="0">
                  <a:pos x="546" y="278"/>
                </a:cxn>
                <a:cxn ang="0">
                  <a:pos x="622" y="293"/>
                </a:cxn>
                <a:cxn ang="0">
                  <a:pos x="629" y="280"/>
                </a:cxn>
                <a:cxn ang="0">
                  <a:pos x="629" y="28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a:p>
          </p:txBody>
        </p:sp>
        <p:sp>
          <p:nvSpPr>
            <p:cNvPr id="2061" name="Freeform 20"/>
            <p:cNvSpPr/>
            <p:nvPr userDrawn="1"/>
          </p:nvSpPr>
          <p:spPr>
            <a:xfrm rot="7320404">
              <a:off x="4893" y="2922"/>
              <a:ext cx="627" cy="290"/>
            </a:xfrm>
            <a:custGeom>
              <a:avLst/>
              <a:gdLst/>
              <a:ahLst/>
              <a:cxnLst>
                <a:cxn ang="0">
                  <a:pos x="54" y="0"/>
                </a:cxn>
                <a:cxn ang="0">
                  <a:pos x="526" y="183"/>
                </a:cxn>
                <a:cxn ang="0">
                  <a:pos x="565" y="225"/>
                </a:cxn>
                <a:cxn ang="0">
                  <a:pos x="627" y="280"/>
                </a:cxn>
                <a:cxn ang="0">
                  <a:pos x="619" y="290"/>
                </a:cxn>
                <a:cxn ang="0">
                  <a:pos x="534" y="278"/>
                </a:cxn>
                <a:cxn ang="0">
                  <a:pos x="453" y="286"/>
                </a:cxn>
                <a:cxn ang="0">
                  <a:pos x="17" y="105"/>
                </a:cxn>
                <a:cxn ang="0">
                  <a:pos x="0" y="53"/>
                </a:cxn>
                <a:cxn ang="0">
                  <a:pos x="18" y="11"/>
                </a:cxn>
                <a:cxn ang="0">
                  <a:pos x="54" y="0"/>
                </a:cxn>
                <a:cxn ang="0">
                  <a:pos x="5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folHlink">
                <a:alpha val="100000"/>
              </a:schemeClr>
            </a:solidFill>
            <a:ln w="9525">
              <a:noFill/>
            </a:ln>
          </p:spPr>
          <p:txBody>
            <a:bodyPr/>
            <a:lstStyle/>
            <a:p>
              <a:endParaRPr lang="zh-CN" altLang="en-US"/>
            </a:p>
          </p:txBody>
        </p:sp>
        <p:sp>
          <p:nvSpPr>
            <p:cNvPr id="2062" name="Freeform 21"/>
            <p:cNvSpPr/>
            <p:nvPr userDrawn="1"/>
          </p:nvSpPr>
          <p:spPr>
            <a:xfrm rot="7320404">
              <a:off x="4999" y="2912"/>
              <a:ext cx="416" cy="265"/>
            </a:xfrm>
            <a:custGeom>
              <a:avLst/>
              <a:gdLst/>
              <a:ahLst/>
              <a:cxnLst>
                <a:cxn ang="0">
                  <a:pos x="0" y="115"/>
                </a:cxn>
                <a:cxn ang="0">
                  <a:pos x="366" y="265"/>
                </a:cxn>
                <a:cxn ang="0">
                  <a:pos x="372" y="189"/>
                </a:cxn>
                <a:cxn ang="0">
                  <a:pos x="416" y="150"/>
                </a:cxn>
                <a:cxn ang="0">
                  <a:pos x="31" y="0"/>
                </a:cxn>
                <a:cxn ang="0">
                  <a:pos x="0" y="45"/>
                </a:cxn>
                <a:cxn ang="0">
                  <a:pos x="0" y="115"/>
                </a:cxn>
                <a:cxn ang="0">
                  <a:pos x="0" y="115"/>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a:p>
          </p:txBody>
        </p:sp>
        <p:grpSp>
          <p:nvGrpSpPr>
            <p:cNvPr id="2063" name="Group 22"/>
            <p:cNvGrpSpPr/>
            <p:nvPr userDrawn="1"/>
          </p:nvGrpSpPr>
          <p:grpSpPr>
            <a:xfrm>
              <a:off x="4986" y="2752"/>
              <a:ext cx="468" cy="667"/>
              <a:chOff x="4986" y="2752"/>
              <a:chExt cx="468" cy="667"/>
            </a:xfrm>
          </p:grpSpPr>
          <p:sp>
            <p:nvSpPr>
              <p:cNvPr id="2064" name="Freeform 23"/>
              <p:cNvSpPr/>
              <p:nvPr userDrawn="1"/>
            </p:nvSpPr>
            <p:spPr>
              <a:xfrm rot="7320404">
                <a:off x="4987" y="3190"/>
                <a:ext cx="59" cy="61"/>
              </a:xfrm>
              <a:custGeom>
                <a:avLst/>
                <a:gdLst/>
                <a:ahLst/>
                <a:cxnLst>
                  <a:cxn ang="0">
                    <a:pos x="43" y="0"/>
                  </a:cxn>
                  <a:cxn ang="0">
                    <a:pos x="16" y="23"/>
                  </a:cxn>
                  <a:cxn ang="0">
                    <a:pos x="0" y="61"/>
                  </a:cxn>
                  <a:cxn ang="0">
                    <a:pos x="31" y="56"/>
                  </a:cxn>
                  <a:cxn ang="0">
                    <a:pos x="41" y="30"/>
                  </a:cxn>
                  <a:cxn ang="0">
                    <a:pos x="59" y="10"/>
                  </a:cxn>
                  <a:cxn ang="0">
                    <a:pos x="43" y="0"/>
                  </a:cxn>
                  <a:cxn ang="0">
                    <a:pos x="43"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a:p>
            </p:txBody>
          </p:sp>
          <p:sp>
            <p:nvSpPr>
              <p:cNvPr id="2065" name="Freeform 24"/>
              <p:cNvSpPr/>
              <p:nvPr userDrawn="1"/>
            </p:nvSpPr>
            <p:spPr>
              <a:xfrm rot="7320404">
                <a:off x="4887" y="2930"/>
                <a:ext cx="667" cy="311"/>
              </a:xfrm>
              <a:custGeom>
                <a:avLst/>
                <a:gdLst/>
                <a:ahLst/>
                <a:cxnLst>
                  <a:cxn ang="0">
                    <a:pos x="62" y="0"/>
                  </a:cxn>
                  <a:cxn ang="0">
                    <a:pos x="25" y="18"/>
                  </a:cxn>
                  <a:cxn ang="0">
                    <a:pos x="0" y="74"/>
                  </a:cxn>
                  <a:cxn ang="0">
                    <a:pos x="27" y="127"/>
                  </a:cxn>
                  <a:cxn ang="0">
                    <a:pos x="468" y="306"/>
                  </a:cxn>
                  <a:cxn ang="0">
                    <a:pos x="563" y="295"/>
                  </a:cxn>
                  <a:cxn ang="0">
                    <a:pos x="640" y="311"/>
                  </a:cxn>
                  <a:cxn ang="0">
                    <a:pos x="667" y="286"/>
                  </a:cxn>
                  <a:cxn ang="0">
                    <a:pos x="595" y="235"/>
                  </a:cxn>
                  <a:cxn ang="0">
                    <a:pos x="566" y="181"/>
                  </a:cxn>
                  <a:cxn ang="0">
                    <a:pos x="542" y="186"/>
                  </a:cxn>
                  <a:cxn ang="0">
                    <a:pos x="570" y="235"/>
                  </a:cxn>
                  <a:cxn ang="0">
                    <a:pos x="625" y="286"/>
                  </a:cxn>
                  <a:cxn ang="0">
                    <a:pos x="560" y="278"/>
                  </a:cxn>
                  <a:cxn ang="0">
                    <a:pos x="483" y="288"/>
                  </a:cxn>
                  <a:cxn ang="0">
                    <a:pos x="497" y="230"/>
                  </a:cxn>
                  <a:cxn ang="0">
                    <a:pos x="530" y="190"/>
                  </a:cxn>
                  <a:cxn ang="0">
                    <a:pos x="492" y="195"/>
                  </a:cxn>
                  <a:cxn ang="0">
                    <a:pos x="461" y="233"/>
                  </a:cxn>
                  <a:cxn ang="0">
                    <a:pos x="451" y="280"/>
                  </a:cxn>
                  <a:cxn ang="0">
                    <a:pos x="42" y="110"/>
                  </a:cxn>
                  <a:cxn ang="0">
                    <a:pos x="32" y="76"/>
                  </a:cxn>
                  <a:cxn ang="0">
                    <a:pos x="41" y="34"/>
                  </a:cxn>
                  <a:cxn ang="0">
                    <a:pos x="86" y="0"/>
                  </a:cxn>
                  <a:cxn ang="0">
                    <a:pos x="62" y="0"/>
                  </a:cxn>
                  <a:cxn ang="0">
                    <a:pos x="62"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a:p>
            </p:txBody>
          </p:sp>
          <p:sp>
            <p:nvSpPr>
              <p:cNvPr id="2066" name="Freeform 25"/>
              <p:cNvSpPr/>
              <p:nvPr userDrawn="1"/>
            </p:nvSpPr>
            <p:spPr>
              <a:xfrm rot="7320404">
                <a:off x="5062" y="2997"/>
                <a:ext cx="472" cy="176"/>
              </a:xfrm>
              <a:custGeom>
                <a:avLst/>
                <a:gdLst/>
                <a:ahLst/>
                <a:cxnLst>
                  <a:cxn ang="0">
                    <a:pos x="40" y="0"/>
                  </a:cxn>
                  <a:cxn ang="0">
                    <a:pos x="472" y="172"/>
                  </a:cxn>
                  <a:cxn ang="0">
                    <a:pos x="427" y="176"/>
                  </a:cxn>
                  <a:cxn ang="0">
                    <a:pos x="0" y="10"/>
                  </a:cxn>
                  <a:cxn ang="0">
                    <a:pos x="40" y="0"/>
                  </a:cxn>
                  <a:cxn ang="0">
                    <a:pos x="4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a:p>
            </p:txBody>
          </p:sp>
          <p:sp>
            <p:nvSpPr>
              <p:cNvPr id="2067" name="Freeform 26"/>
              <p:cNvSpPr/>
              <p:nvPr userDrawn="1"/>
            </p:nvSpPr>
            <p:spPr>
              <a:xfrm rot="7320404">
                <a:off x="5363" y="2873"/>
                <a:ext cx="63" cy="118"/>
              </a:xfrm>
              <a:custGeom>
                <a:avLst/>
                <a:gdLst/>
                <a:ahLst/>
                <a:cxnLst>
                  <a:cxn ang="0">
                    <a:pos x="46" y="0"/>
                  </a:cxn>
                  <a:cxn ang="0">
                    <a:pos x="7" y="37"/>
                  </a:cxn>
                  <a:cxn ang="0">
                    <a:pos x="0" y="81"/>
                  </a:cxn>
                  <a:cxn ang="0">
                    <a:pos x="13" y="111"/>
                  </a:cxn>
                  <a:cxn ang="0">
                    <a:pos x="37" y="118"/>
                  </a:cxn>
                  <a:cxn ang="0">
                    <a:pos x="30" y="54"/>
                  </a:cxn>
                  <a:cxn ang="0">
                    <a:pos x="63" y="6"/>
                  </a:cxn>
                  <a:cxn ang="0">
                    <a:pos x="46" y="0"/>
                  </a:cxn>
                  <a:cxn ang="0">
                    <a:pos x="46"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a:p>
            </p:txBody>
          </p:sp>
          <p:sp>
            <p:nvSpPr>
              <p:cNvPr id="2068" name="Freeform 27"/>
              <p:cNvSpPr/>
              <p:nvPr userDrawn="1"/>
            </p:nvSpPr>
            <p:spPr>
              <a:xfrm rot="7320404">
                <a:off x="5136" y="2999"/>
                <a:ext cx="193" cy="104"/>
              </a:xfrm>
              <a:custGeom>
                <a:avLst/>
                <a:gdLst/>
                <a:ahLst/>
                <a:cxnLst>
                  <a:cxn ang="0">
                    <a:pos x="6" y="12"/>
                  </a:cxn>
                  <a:cxn ang="0">
                    <a:pos x="63" y="23"/>
                  </a:cxn>
                  <a:cxn ang="0">
                    <a:pos x="128" y="48"/>
                  </a:cxn>
                  <a:cxn ang="0">
                    <a:pos x="174" y="85"/>
                  </a:cxn>
                  <a:cxn ang="0">
                    <a:pos x="129" y="81"/>
                  </a:cxn>
                  <a:cxn ang="0">
                    <a:pos x="55" y="51"/>
                  </a:cxn>
                  <a:cxn ang="0">
                    <a:pos x="20" y="28"/>
                  </a:cxn>
                  <a:cxn ang="0">
                    <a:pos x="42" y="57"/>
                  </a:cxn>
                  <a:cxn ang="0">
                    <a:pos x="107" y="95"/>
                  </a:cxn>
                  <a:cxn ang="0">
                    <a:pos x="184" y="104"/>
                  </a:cxn>
                  <a:cxn ang="0">
                    <a:pos x="193" y="79"/>
                  </a:cxn>
                  <a:cxn ang="0">
                    <a:pos x="156" y="42"/>
                  </a:cxn>
                  <a:cxn ang="0">
                    <a:pos x="67" y="6"/>
                  </a:cxn>
                  <a:cxn ang="0">
                    <a:pos x="0" y="0"/>
                  </a:cxn>
                  <a:cxn ang="0">
                    <a:pos x="6" y="12"/>
                  </a:cxn>
                  <a:cxn ang="0">
                    <a:pos x="6" y="1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a:p>
            </p:txBody>
          </p:sp>
        </p:grpSp>
      </p:grpSp>
      <p:sp>
        <p:nvSpPr>
          <p:cNvPr id="2053" name="Freeform 28"/>
          <p:cNvSpPr/>
          <p:nvPr/>
        </p:nvSpPr>
        <p:spPr>
          <a:xfrm>
            <a:off x="901700" y="5054600"/>
            <a:ext cx="6807200" cy="728663"/>
          </a:xfrm>
          <a:custGeom>
            <a:avLst/>
            <a:gdLst/>
            <a:ahLst/>
            <a:cxnLst>
              <a:cxn ang="0">
                <a:pos x="0" y="0"/>
              </a:cxn>
              <a:cxn ang="0">
                <a:pos x="1295400" y="406400"/>
              </a:cxn>
              <a:cxn ang="0">
                <a:pos x="2476500" y="228600"/>
              </a:cxn>
              <a:cxn ang="0">
                <a:pos x="2946400" y="596900"/>
              </a:cxn>
              <a:cxn ang="0">
                <a:pos x="3721100" y="241300"/>
              </a:cxn>
              <a:cxn ang="0">
                <a:pos x="5613400" y="723900"/>
              </a:cxn>
              <a:cxn ang="0">
                <a:pos x="6807200" y="215900"/>
              </a:cxn>
            </a:cxnLst>
            <a:rect l="0" t="0" r="0" b="0"/>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alpha val="100000"/>
              </a:schemeClr>
            </a:solidFill>
            <a:prstDash val="solid"/>
            <a:round/>
            <a:headEnd type="none" w="med" len="med"/>
            <a:tailEnd type="none" w="med" len="med"/>
          </a:ln>
        </p:spPr>
        <p:txBody>
          <a:bodyPr/>
          <a:lstStyle/>
          <a:p>
            <a:endParaRPr lang="zh-CN" altLang="en-US"/>
          </a:p>
        </p:txBody>
      </p:sp>
      <p:sp>
        <p:nvSpPr>
          <p:cNvPr id="2054" name="Freeform 29"/>
          <p:cNvSpPr/>
          <p:nvPr/>
        </p:nvSpPr>
        <p:spPr>
          <a:xfrm>
            <a:off x="4076700" y="1930400"/>
            <a:ext cx="889000" cy="381000"/>
          </a:xfrm>
          <a:custGeom>
            <a:avLst/>
            <a:gdLst/>
            <a:ahLst/>
            <a:cxnLst>
              <a:cxn ang="0">
                <a:pos x="0" y="50800"/>
              </a:cxn>
              <a:cxn ang="0">
                <a:pos x="444500" y="228600"/>
              </a:cxn>
              <a:cxn ang="0">
                <a:pos x="711200" y="25400"/>
              </a:cxn>
              <a:cxn ang="0">
                <a:pos x="889000" y="381000"/>
              </a:cxn>
            </a:cxnLst>
            <a:rect l="0" t="0" r="0" b="0"/>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ap="flat" cmpd="sng">
            <a:solidFill>
              <a:schemeClr val="tx2">
                <a:alpha val="100000"/>
              </a:schemeClr>
            </a:solidFill>
            <a:prstDash val="solid"/>
            <a:round/>
            <a:headEnd type="none" w="med" len="med"/>
            <a:tailEnd type="none" w="med" len="med"/>
          </a:ln>
        </p:spPr>
        <p:txBody>
          <a:bodyPr/>
          <a:lstStyle/>
          <a:p>
            <a:endParaRPr lang="zh-CN" altLang="en-US"/>
          </a:p>
        </p:txBody>
      </p:sp>
      <p:sp>
        <p:nvSpPr>
          <p:cNvPr id="819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a:extLst>
            <a:ext uri="{909E8E84-426E-40DD-AFC4-6F175D3DCCD1}">
              <a14:hiddenFill xmlns:a14="http://schemas.microsoft.com/office/drawing/2010/main">
                <a:solidFill>
                  <a:srgbClr val="FF3300"/>
                </a:solidFill>
              </a14:hiddenFill>
            </a:ext>
          </a:ex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endParaRPr lang="zh-CN" altLang="en-US" noProof="0"/>
          </a:p>
        </p:txBody>
      </p:sp>
      <p:sp>
        <p:nvSpPr>
          <p:cNvPr id="819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endParaRPr lang="zh-CN" altLang="en-US" noProof="0"/>
          </a:p>
        </p:txBody>
      </p:sp>
      <p:sp>
        <p:nvSpPr>
          <p:cNvPr id="76" name="Rectangle 5"/>
          <p:cNvSpPr>
            <a:spLocks noGrp="1" noChangeArrowheads="1"/>
          </p:cNvSpPr>
          <p:nvPr>
            <p:ph type="dt" sz="half" idx="2"/>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528C51B-6A6A-437D-802D-98EA4AC4C5E2}"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7" name="Rectangle 6"/>
          <p:cNvSpPr>
            <a:spLocks noGrp="1" noChangeArrowheads="1"/>
          </p:cNvSpPr>
          <p:nvPr>
            <p:ph type="ftr" sz="quarter" idx="3"/>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8" name="Rectangle 7"/>
          <p:cNvSpPr>
            <a:spLocks noGrp="1" noChangeArrowheads="1"/>
          </p:cNvSpPr>
          <p:nvPr>
            <p:ph type="sldNum" sz="quarter" idx="4"/>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76EED7E-F4EF-463A-BFFE-3758BF6E939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85800" y="1828800"/>
            <a:ext cx="7696200" cy="3657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Freeform 2"/>
          <p:cNvSpPr/>
          <p:nvPr/>
        </p:nvSpPr>
        <p:spPr>
          <a:xfrm>
            <a:off x="20638" y="12700"/>
            <a:ext cx="8896350" cy="6780213"/>
          </a:xfrm>
          <a:custGeom>
            <a:avLst/>
            <a:gdLst/>
            <a:ahLst/>
            <a:cxnLst>
              <a:cxn ang="0">
                <a:pos x="6300000" y="0"/>
              </a:cxn>
              <a:cxn ang="0">
                <a:pos x="0" y="1826667"/>
              </a:cxn>
              <a:cxn ang="0">
                <a:pos x="4842204" y="6780213"/>
              </a:cxn>
              <a:cxn ang="0">
                <a:pos x="8896350" y="2107693"/>
              </a:cxn>
              <a:cxn ang="0">
                <a:pos x="6300000" y="0"/>
              </a:cxn>
              <a:cxn ang="0">
                <a:pos x="6300000" y="0"/>
              </a:cxn>
            </a:cxnLst>
            <a:rect l="0" t="0" r="0" b="0"/>
            <a:pathLst>
              <a:path w="3985" h="3619">
                <a:moveTo>
                  <a:pt x="2822" y="0"/>
                </a:moveTo>
                <a:lnTo>
                  <a:pt x="0" y="975"/>
                </a:lnTo>
                <a:lnTo>
                  <a:pt x="2169" y="3619"/>
                </a:lnTo>
                <a:lnTo>
                  <a:pt x="3985" y="1125"/>
                </a:lnTo>
                <a:lnTo>
                  <a:pt x="2822" y="0"/>
                </a:lnTo>
                <a:lnTo>
                  <a:pt x="2822" y="0"/>
                </a:lnTo>
                <a:close/>
              </a:path>
            </a:pathLst>
          </a:custGeom>
          <a:solidFill>
            <a:schemeClr val="accent1">
              <a:alpha val="100000"/>
            </a:schemeClr>
          </a:solidFill>
          <a:ln w="9525">
            <a:noFill/>
          </a:ln>
        </p:spPr>
        <p:txBody>
          <a:bodyPr/>
          <a:lstStyle/>
          <a:p>
            <a:endParaRPr lang="zh-CN" altLang="en-US" sz="1800"/>
          </a:p>
        </p:txBody>
      </p:sp>
      <p:grpSp>
        <p:nvGrpSpPr>
          <p:cNvPr id="2051" name="Group 8"/>
          <p:cNvGrpSpPr/>
          <p:nvPr/>
        </p:nvGrpSpPr>
        <p:grpSpPr>
          <a:xfrm>
            <a:off x="195263" y="234950"/>
            <a:ext cx="3787775" cy="1778000"/>
            <a:chOff x="123" y="148"/>
            <a:chExt cx="2386" cy="1120"/>
          </a:xfrm>
        </p:grpSpPr>
        <p:sp>
          <p:nvSpPr>
            <p:cNvPr id="2069" name="Freeform 9"/>
            <p:cNvSpPr/>
            <p:nvPr userDrawn="1"/>
          </p:nvSpPr>
          <p:spPr>
            <a:xfrm>
              <a:off x="177" y="177"/>
              <a:ext cx="2250" cy="1017"/>
            </a:xfrm>
            <a:custGeom>
              <a:avLst/>
              <a:gdLst/>
              <a:ahLst/>
              <a:cxnLst>
                <a:cxn ang="0">
                  <a:pos x="2250" y="970"/>
                </a:cxn>
                <a:cxn ang="0">
                  <a:pos x="2012" y="781"/>
                </a:cxn>
                <a:cxn ang="0">
                  <a:pos x="1576" y="516"/>
                </a:cxn>
                <a:cxn ang="0">
                  <a:pos x="201" y="0"/>
                </a:cxn>
                <a:cxn ang="0">
                  <a:pos x="65" y="49"/>
                </a:cxn>
                <a:cxn ang="0">
                  <a:pos x="0" y="204"/>
                </a:cxn>
                <a:cxn ang="0">
                  <a:pos x="79" y="381"/>
                </a:cxn>
                <a:cxn ang="0">
                  <a:pos x="1615" y="1005"/>
                </a:cxn>
                <a:cxn ang="0">
                  <a:pos x="1952" y="965"/>
                </a:cxn>
                <a:cxn ang="0">
                  <a:pos x="2224" y="1017"/>
                </a:cxn>
                <a:cxn ang="0">
                  <a:pos x="2250" y="970"/>
                </a:cxn>
                <a:cxn ang="0">
                  <a:pos x="2250" y="97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sz="1800"/>
            </a:p>
          </p:txBody>
        </p:sp>
        <p:sp>
          <p:nvSpPr>
            <p:cNvPr id="2070" name="Freeform 10"/>
            <p:cNvSpPr/>
            <p:nvPr userDrawn="1"/>
          </p:nvSpPr>
          <p:spPr>
            <a:xfrm>
              <a:off x="166" y="261"/>
              <a:ext cx="2244" cy="1007"/>
            </a:xfrm>
            <a:custGeom>
              <a:avLst/>
              <a:gdLst/>
              <a:ahLst/>
              <a:cxnLst>
                <a:cxn ang="0">
                  <a:pos x="194" y="0"/>
                </a:cxn>
                <a:cxn ang="0">
                  <a:pos x="1883" y="637"/>
                </a:cxn>
                <a:cxn ang="0">
                  <a:pos x="2020" y="783"/>
                </a:cxn>
                <a:cxn ang="0">
                  <a:pos x="2244" y="971"/>
                </a:cxn>
                <a:cxn ang="0">
                  <a:pos x="2214" y="1007"/>
                </a:cxn>
                <a:cxn ang="0">
                  <a:pos x="1910" y="965"/>
                </a:cxn>
                <a:cxn ang="0">
                  <a:pos x="1620" y="995"/>
                </a:cxn>
                <a:cxn ang="0">
                  <a:pos x="59" y="366"/>
                </a:cxn>
                <a:cxn ang="0">
                  <a:pos x="0" y="184"/>
                </a:cxn>
                <a:cxn ang="0">
                  <a:pos x="65" y="39"/>
                </a:cxn>
                <a:cxn ang="0">
                  <a:pos x="194" y="0"/>
                </a:cxn>
                <a:cxn ang="0">
                  <a:pos x="19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sz="1800"/>
            </a:p>
          </p:txBody>
        </p:sp>
        <p:sp>
          <p:nvSpPr>
            <p:cNvPr id="2071" name="Freeform 11"/>
            <p:cNvSpPr/>
            <p:nvPr userDrawn="1"/>
          </p:nvSpPr>
          <p:spPr>
            <a:xfrm>
              <a:off x="474" y="344"/>
              <a:ext cx="1488" cy="919"/>
            </a:xfrm>
            <a:custGeom>
              <a:avLst/>
              <a:gdLst/>
              <a:ahLst/>
              <a:cxnLst>
                <a:cxn ang="0">
                  <a:pos x="0" y="400"/>
                </a:cxn>
                <a:cxn ang="0">
                  <a:pos x="1308" y="919"/>
                </a:cxn>
                <a:cxn ang="0">
                  <a:pos x="1332" y="657"/>
                </a:cxn>
                <a:cxn ang="0">
                  <a:pos x="1488" y="519"/>
                </a:cxn>
                <a:cxn ang="0">
                  <a:pos x="111" y="0"/>
                </a:cxn>
                <a:cxn ang="0">
                  <a:pos x="0" y="156"/>
                </a:cxn>
                <a:cxn ang="0">
                  <a:pos x="0" y="400"/>
                </a:cxn>
                <a:cxn ang="0">
                  <a:pos x="0" y="400"/>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sz="1800"/>
            </a:p>
          </p:txBody>
        </p:sp>
        <p:grpSp>
          <p:nvGrpSpPr>
            <p:cNvPr id="2072" name="Group 12"/>
            <p:cNvGrpSpPr/>
            <p:nvPr userDrawn="1"/>
          </p:nvGrpSpPr>
          <p:grpSpPr>
            <a:xfrm>
              <a:off x="123" y="148"/>
              <a:ext cx="2386" cy="1081"/>
              <a:chOff x="123" y="148"/>
              <a:chExt cx="2386" cy="1081"/>
            </a:xfrm>
          </p:grpSpPr>
          <p:sp>
            <p:nvSpPr>
              <p:cNvPr id="2073" name="Freeform 13"/>
              <p:cNvSpPr/>
              <p:nvPr userDrawn="1"/>
            </p:nvSpPr>
            <p:spPr>
              <a:xfrm>
                <a:off x="2005" y="934"/>
                <a:ext cx="212" cy="214"/>
              </a:xfrm>
              <a:custGeom>
                <a:avLst/>
                <a:gdLst/>
                <a:ahLst/>
                <a:cxnLst>
                  <a:cxn ang="0">
                    <a:pos x="155" y="0"/>
                  </a:cxn>
                  <a:cxn ang="0">
                    <a:pos x="57" y="82"/>
                  </a:cxn>
                  <a:cxn ang="0">
                    <a:pos x="0" y="214"/>
                  </a:cxn>
                  <a:cxn ang="0">
                    <a:pos x="113" y="198"/>
                  </a:cxn>
                  <a:cxn ang="0">
                    <a:pos x="146" y="104"/>
                  </a:cxn>
                  <a:cxn ang="0">
                    <a:pos x="212" y="33"/>
                  </a:cxn>
                  <a:cxn ang="0">
                    <a:pos x="155" y="0"/>
                  </a:cxn>
                  <a:cxn ang="0">
                    <a:pos x="1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sz="1800"/>
              </a:p>
            </p:txBody>
          </p:sp>
          <p:sp>
            <p:nvSpPr>
              <p:cNvPr id="2074" name="Freeform 14"/>
              <p:cNvSpPr/>
              <p:nvPr userDrawn="1"/>
            </p:nvSpPr>
            <p:spPr>
              <a:xfrm>
                <a:off x="123" y="148"/>
                <a:ext cx="2386" cy="1081"/>
              </a:xfrm>
              <a:custGeom>
                <a:avLst/>
                <a:gdLst/>
                <a:ahLst/>
                <a:cxnLst>
                  <a:cxn ang="0">
                    <a:pos x="221" y="0"/>
                  </a:cxn>
                  <a:cxn ang="0">
                    <a:pos x="89" y="64"/>
                  </a:cxn>
                  <a:cxn ang="0">
                    <a:pos x="0" y="256"/>
                  </a:cxn>
                  <a:cxn ang="0">
                    <a:pos x="95" y="440"/>
                  </a:cxn>
                  <a:cxn ang="0">
                    <a:pos x="1675" y="1065"/>
                  </a:cxn>
                  <a:cxn ang="0">
                    <a:pos x="2015" y="1026"/>
                  </a:cxn>
                  <a:cxn ang="0">
                    <a:pos x="2290" y="1081"/>
                  </a:cxn>
                  <a:cxn ang="0">
                    <a:pos x="2386" y="993"/>
                  </a:cxn>
                  <a:cxn ang="0">
                    <a:pos x="2128" y="816"/>
                  </a:cxn>
                  <a:cxn ang="0">
                    <a:pos x="2023" y="629"/>
                  </a:cxn>
                  <a:cxn ang="0">
                    <a:pos x="1940" y="647"/>
                  </a:cxn>
                  <a:cxn ang="0">
                    <a:pos x="2039" y="816"/>
                  </a:cxn>
                  <a:cxn ang="0">
                    <a:pos x="2236" y="995"/>
                  </a:cxn>
                  <a:cxn ang="0">
                    <a:pos x="2002" y="967"/>
                  </a:cxn>
                  <a:cxn ang="0">
                    <a:pos x="1727" y="1000"/>
                  </a:cxn>
                  <a:cxn ang="0">
                    <a:pos x="1778" y="798"/>
                  </a:cxn>
                  <a:cxn ang="0">
                    <a:pos x="1896" y="661"/>
                  </a:cxn>
                  <a:cxn ang="0">
                    <a:pos x="1758" y="678"/>
                  </a:cxn>
                  <a:cxn ang="0">
                    <a:pos x="1651" y="808"/>
                  </a:cxn>
                  <a:cxn ang="0">
                    <a:pos x="1614" y="972"/>
                  </a:cxn>
                  <a:cxn ang="0">
                    <a:pos x="152" y="381"/>
                  </a:cxn>
                  <a:cxn ang="0">
                    <a:pos x="113" y="264"/>
                  </a:cxn>
                  <a:cxn ang="0">
                    <a:pos x="146" y="117"/>
                  </a:cxn>
                  <a:cxn ang="0">
                    <a:pos x="307" y="0"/>
                  </a:cxn>
                  <a:cxn ang="0">
                    <a:pos x="221" y="0"/>
                  </a:cxn>
                  <a:cxn ang="0">
                    <a:pos x="221"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sz="1800"/>
              </a:p>
            </p:txBody>
          </p:sp>
          <p:sp>
            <p:nvSpPr>
              <p:cNvPr id="2075" name="Freeform 15"/>
              <p:cNvSpPr/>
              <p:nvPr userDrawn="1"/>
            </p:nvSpPr>
            <p:spPr>
              <a:xfrm>
                <a:off x="324" y="158"/>
                <a:ext cx="1686" cy="614"/>
              </a:xfrm>
              <a:custGeom>
                <a:avLst/>
                <a:gdLst/>
                <a:ahLst/>
                <a:cxnLst>
                  <a:cxn ang="0">
                    <a:pos x="142" y="0"/>
                  </a:cxn>
                  <a:cxn ang="0">
                    <a:pos x="1686" y="602"/>
                  </a:cxn>
                  <a:cxn ang="0">
                    <a:pos x="1524" y="614"/>
                  </a:cxn>
                  <a:cxn ang="0">
                    <a:pos x="0" y="33"/>
                  </a:cxn>
                  <a:cxn ang="0">
                    <a:pos x="142" y="0"/>
                  </a:cxn>
                  <a:cxn ang="0">
                    <a:pos x="142"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sz="1800"/>
              </a:p>
            </p:txBody>
          </p:sp>
          <p:sp>
            <p:nvSpPr>
              <p:cNvPr id="2076" name="Freeform 16"/>
              <p:cNvSpPr/>
              <p:nvPr userDrawn="1"/>
            </p:nvSpPr>
            <p:spPr>
              <a:xfrm>
                <a:off x="409" y="251"/>
                <a:ext cx="227" cy="410"/>
              </a:xfrm>
              <a:custGeom>
                <a:avLst/>
                <a:gdLst/>
                <a:ahLst/>
                <a:cxnLst>
                  <a:cxn ang="0">
                    <a:pos x="165" y="0"/>
                  </a:cxn>
                  <a:cxn ang="0">
                    <a:pos x="27" y="130"/>
                  </a:cxn>
                  <a:cxn ang="0">
                    <a:pos x="0" y="281"/>
                  </a:cxn>
                  <a:cxn ang="0">
                    <a:pos x="47" y="384"/>
                  </a:cxn>
                  <a:cxn ang="0">
                    <a:pos x="133" y="410"/>
                  </a:cxn>
                  <a:cxn ang="0">
                    <a:pos x="108" y="188"/>
                  </a:cxn>
                  <a:cxn ang="0">
                    <a:pos x="227" y="21"/>
                  </a:cxn>
                  <a:cxn ang="0">
                    <a:pos x="165" y="0"/>
                  </a:cxn>
                  <a:cxn ang="0">
                    <a:pos x="165"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sz="1800"/>
              </a:p>
            </p:txBody>
          </p:sp>
          <p:sp>
            <p:nvSpPr>
              <p:cNvPr id="2077" name="Freeform 17"/>
              <p:cNvSpPr/>
              <p:nvPr userDrawn="1"/>
            </p:nvSpPr>
            <p:spPr>
              <a:xfrm>
                <a:off x="846" y="536"/>
                <a:ext cx="691" cy="364"/>
              </a:xfrm>
              <a:custGeom>
                <a:avLst/>
                <a:gdLst/>
                <a:ahLst/>
                <a:cxnLst>
                  <a:cxn ang="0">
                    <a:pos x="20" y="42"/>
                  </a:cxn>
                  <a:cxn ang="0">
                    <a:pos x="226" y="81"/>
                  </a:cxn>
                  <a:cxn ang="0">
                    <a:pos x="458" y="168"/>
                  </a:cxn>
                  <a:cxn ang="0">
                    <a:pos x="622" y="299"/>
                  </a:cxn>
                  <a:cxn ang="0">
                    <a:pos x="461" y="283"/>
                  </a:cxn>
                  <a:cxn ang="0">
                    <a:pos x="196" y="180"/>
                  </a:cxn>
                  <a:cxn ang="0">
                    <a:pos x="71" y="98"/>
                  </a:cxn>
                  <a:cxn ang="0">
                    <a:pos x="151" y="200"/>
                  </a:cxn>
                  <a:cxn ang="0">
                    <a:pos x="384" y="332"/>
                  </a:cxn>
                  <a:cxn ang="0">
                    <a:pos x="658" y="364"/>
                  </a:cxn>
                  <a:cxn ang="0">
                    <a:pos x="691" y="275"/>
                  </a:cxn>
                  <a:cxn ang="0">
                    <a:pos x="557" y="148"/>
                  </a:cxn>
                  <a:cxn ang="0">
                    <a:pos x="240" y="21"/>
                  </a:cxn>
                  <a:cxn ang="0">
                    <a:pos x="0" y="0"/>
                  </a:cxn>
                  <a:cxn ang="0">
                    <a:pos x="20" y="42"/>
                  </a:cxn>
                  <a:cxn ang="0">
                    <a:pos x="20" y="4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sz="1800"/>
              </a:p>
            </p:txBody>
          </p:sp>
        </p:grpSp>
      </p:grpSp>
      <p:grpSp>
        <p:nvGrpSpPr>
          <p:cNvPr id="2052" name="Group 18"/>
          <p:cNvGrpSpPr/>
          <p:nvPr/>
        </p:nvGrpSpPr>
        <p:grpSpPr>
          <a:xfrm>
            <a:off x="7915275" y="4368800"/>
            <a:ext cx="742950" cy="1058863"/>
            <a:chOff x="4986" y="2752"/>
            <a:chExt cx="468" cy="667"/>
          </a:xfrm>
        </p:grpSpPr>
        <p:sp>
          <p:nvSpPr>
            <p:cNvPr id="2060" name="Freeform 19"/>
            <p:cNvSpPr/>
            <p:nvPr userDrawn="1"/>
          </p:nvSpPr>
          <p:spPr>
            <a:xfrm rot="7320404">
              <a:off x="4909" y="2936"/>
              <a:ext cx="629" cy="293"/>
            </a:xfrm>
            <a:custGeom>
              <a:avLst/>
              <a:gdLst/>
              <a:ahLst/>
              <a:cxnLst>
                <a:cxn ang="0">
                  <a:pos x="629" y="280"/>
                </a:cxn>
                <a:cxn ang="0">
                  <a:pos x="562" y="225"/>
                </a:cxn>
                <a:cxn ang="0">
                  <a:pos x="440" y="149"/>
                </a:cxn>
                <a:cxn ang="0">
                  <a:pos x="56" y="0"/>
                </a:cxn>
                <a:cxn ang="0">
                  <a:pos x="18" y="14"/>
                </a:cxn>
                <a:cxn ang="0">
                  <a:pos x="0" y="59"/>
                </a:cxn>
                <a:cxn ang="0">
                  <a:pos x="22" y="110"/>
                </a:cxn>
                <a:cxn ang="0">
                  <a:pos x="452" y="289"/>
                </a:cxn>
                <a:cxn ang="0">
                  <a:pos x="546" y="278"/>
                </a:cxn>
                <a:cxn ang="0">
                  <a:pos x="622" y="293"/>
                </a:cxn>
                <a:cxn ang="0">
                  <a:pos x="629" y="280"/>
                </a:cxn>
                <a:cxn ang="0">
                  <a:pos x="629" y="28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sz="1800"/>
            </a:p>
          </p:txBody>
        </p:sp>
        <p:sp>
          <p:nvSpPr>
            <p:cNvPr id="2061" name="Freeform 20"/>
            <p:cNvSpPr/>
            <p:nvPr userDrawn="1"/>
          </p:nvSpPr>
          <p:spPr>
            <a:xfrm rot="7320404">
              <a:off x="4893" y="2922"/>
              <a:ext cx="627" cy="290"/>
            </a:xfrm>
            <a:custGeom>
              <a:avLst/>
              <a:gdLst/>
              <a:ahLst/>
              <a:cxnLst>
                <a:cxn ang="0">
                  <a:pos x="54" y="0"/>
                </a:cxn>
                <a:cxn ang="0">
                  <a:pos x="526" y="183"/>
                </a:cxn>
                <a:cxn ang="0">
                  <a:pos x="565" y="225"/>
                </a:cxn>
                <a:cxn ang="0">
                  <a:pos x="627" y="280"/>
                </a:cxn>
                <a:cxn ang="0">
                  <a:pos x="619" y="290"/>
                </a:cxn>
                <a:cxn ang="0">
                  <a:pos x="534" y="278"/>
                </a:cxn>
                <a:cxn ang="0">
                  <a:pos x="453" y="286"/>
                </a:cxn>
                <a:cxn ang="0">
                  <a:pos x="17" y="105"/>
                </a:cxn>
                <a:cxn ang="0">
                  <a:pos x="0" y="53"/>
                </a:cxn>
                <a:cxn ang="0">
                  <a:pos x="18" y="11"/>
                </a:cxn>
                <a:cxn ang="0">
                  <a:pos x="54" y="0"/>
                </a:cxn>
                <a:cxn ang="0">
                  <a:pos x="5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folHlink">
                <a:alpha val="100000"/>
              </a:schemeClr>
            </a:solidFill>
            <a:ln w="9525">
              <a:noFill/>
            </a:ln>
          </p:spPr>
          <p:txBody>
            <a:bodyPr/>
            <a:lstStyle/>
            <a:p>
              <a:endParaRPr lang="zh-CN" altLang="en-US" sz="1800"/>
            </a:p>
          </p:txBody>
        </p:sp>
        <p:sp>
          <p:nvSpPr>
            <p:cNvPr id="2062" name="Freeform 21"/>
            <p:cNvSpPr/>
            <p:nvPr userDrawn="1"/>
          </p:nvSpPr>
          <p:spPr>
            <a:xfrm rot="7320404">
              <a:off x="4999" y="2912"/>
              <a:ext cx="416" cy="265"/>
            </a:xfrm>
            <a:custGeom>
              <a:avLst/>
              <a:gdLst/>
              <a:ahLst/>
              <a:cxnLst>
                <a:cxn ang="0">
                  <a:pos x="0" y="115"/>
                </a:cxn>
                <a:cxn ang="0">
                  <a:pos x="366" y="265"/>
                </a:cxn>
                <a:cxn ang="0">
                  <a:pos x="372" y="189"/>
                </a:cxn>
                <a:cxn ang="0">
                  <a:pos x="416" y="150"/>
                </a:cxn>
                <a:cxn ang="0">
                  <a:pos x="31" y="0"/>
                </a:cxn>
                <a:cxn ang="0">
                  <a:pos x="0" y="45"/>
                </a:cxn>
                <a:cxn ang="0">
                  <a:pos x="0" y="115"/>
                </a:cxn>
                <a:cxn ang="0">
                  <a:pos x="0" y="115"/>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sz="1800"/>
            </a:p>
          </p:txBody>
        </p:sp>
        <p:grpSp>
          <p:nvGrpSpPr>
            <p:cNvPr id="2063" name="Group 22"/>
            <p:cNvGrpSpPr/>
            <p:nvPr userDrawn="1"/>
          </p:nvGrpSpPr>
          <p:grpSpPr>
            <a:xfrm>
              <a:off x="4986" y="2752"/>
              <a:ext cx="468" cy="667"/>
              <a:chOff x="4986" y="2752"/>
              <a:chExt cx="468" cy="667"/>
            </a:xfrm>
          </p:grpSpPr>
          <p:sp>
            <p:nvSpPr>
              <p:cNvPr id="2064" name="Freeform 23"/>
              <p:cNvSpPr/>
              <p:nvPr userDrawn="1"/>
            </p:nvSpPr>
            <p:spPr>
              <a:xfrm rot="7320404">
                <a:off x="4987" y="3190"/>
                <a:ext cx="59" cy="61"/>
              </a:xfrm>
              <a:custGeom>
                <a:avLst/>
                <a:gdLst/>
                <a:ahLst/>
                <a:cxnLst>
                  <a:cxn ang="0">
                    <a:pos x="43" y="0"/>
                  </a:cxn>
                  <a:cxn ang="0">
                    <a:pos x="16" y="23"/>
                  </a:cxn>
                  <a:cxn ang="0">
                    <a:pos x="0" y="61"/>
                  </a:cxn>
                  <a:cxn ang="0">
                    <a:pos x="31" y="56"/>
                  </a:cxn>
                  <a:cxn ang="0">
                    <a:pos x="41" y="30"/>
                  </a:cxn>
                  <a:cxn ang="0">
                    <a:pos x="59" y="10"/>
                  </a:cxn>
                  <a:cxn ang="0">
                    <a:pos x="43" y="0"/>
                  </a:cxn>
                  <a:cxn ang="0">
                    <a:pos x="43"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sz="1800"/>
              </a:p>
            </p:txBody>
          </p:sp>
          <p:sp>
            <p:nvSpPr>
              <p:cNvPr id="2065" name="Freeform 24"/>
              <p:cNvSpPr/>
              <p:nvPr userDrawn="1"/>
            </p:nvSpPr>
            <p:spPr>
              <a:xfrm rot="7320404">
                <a:off x="4887" y="2930"/>
                <a:ext cx="667" cy="311"/>
              </a:xfrm>
              <a:custGeom>
                <a:avLst/>
                <a:gdLst/>
                <a:ahLst/>
                <a:cxnLst>
                  <a:cxn ang="0">
                    <a:pos x="62" y="0"/>
                  </a:cxn>
                  <a:cxn ang="0">
                    <a:pos x="25" y="18"/>
                  </a:cxn>
                  <a:cxn ang="0">
                    <a:pos x="0" y="74"/>
                  </a:cxn>
                  <a:cxn ang="0">
                    <a:pos x="27" y="127"/>
                  </a:cxn>
                  <a:cxn ang="0">
                    <a:pos x="468" y="306"/>
                  </a:cxn>
                  <a:cxn ang="0">
                    <a:pos x="563" y="295"/>
                  </a:cxn>
                  <a:cxn ang="0">
                    <a:pos x="640" y="311"/>
                  </a:cxn>
                  <a:cxn ang="0">
                    <a:pos x="667" y="286"/>
                  </a:cxn>
                  <a:cxn ang="0">
                    <a:pos x="595" y="235"/>
                  </a:cxn>
                  <a:cxn ang="0">
                    <a:pos x="566" y="181"/>
                  </a:cxn>
                  <a:cxn ang="0">
                    <a:pos x="542" y="186"/>
                  </a:cxn>
                  <a:cxn ang="0">
                    <a:pos x="570" y="235"/>
                  </a:cxn>
                  <a:cxn ang="0">
                    <a:pos x="625" y="286"/>
                  </a:cxn>
                  <a:cxn ang="0">
                    <a:pos x="560" y="278"/>
                  </a:cxn>
                  <a:cxn ang="0">
                    <a:pos x="483" y="288"/>
                  </a:cxn>
                  <a:cxn ang="0">
                    <a:pos x="497" y="230"/>
                  </a:cxn>
                  <a:cxn ang="0">
                    <a:pos x="530" y="190"/>
                  </a:cxn>
                  <a:cxn ang="0">
                    <a:pos x="492" y="195"/>
                  </a:cxn>
                  <a:cxn ang="0">
                    <a:pos x="461" y="233"/>
                  </a:cxn>
                  <a:cxn ang="0">
                    <a:pos x="451" y="280"/>
                  </a:cxn>
                  <a:cxn ang="0">
                    <a:pos x="42" y="110"/>
                  </a:cxn>
                  <a:cxn ang="0">
                    <a:pos x="32" y="76"/>
                  </a:cxn>
                  <a:cxn ang="0">
                    <a:pos x="41" y="34"/>
                  </a:cxn>
                  <a:cxn ang="0">
                    <a:pos x="86" y="0"/>
                  </a:cxn>
                  <a:cxn ang="0">
                    <a:pos x="62" y="0"/>
                  </a:cxn>
                  <a:cxn ang="0">
                    <a:pos x="62"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sz="1800"/>
              </a:p>
            </p:txBody>
          </p:sp>
          <p:sp>
            <p:nvSpPr>
              <p:cNvPr id="2066" name="Freeform 25"/>
              <p:cNvSpPr/>
              <p:nvPr userDrawn="1"/>
            </p:nvSpPr>
            <p:spPr>
              <a:xfrm rot="7320404">
                <a:off x="5062" y="2997"/>
                <a:ext cx="472" cy="176"/>
              </a:xfrm>
              <a:custGeom>
                <a:avLst/>
                <a:gdLst/>
                <a:ahLst/>
                <a:cxnLst>
                  <a:cxn ang="0">
                    <a:pos x="40" y="0"/>
                  </a:cxn>
                  <a:cxn ang="0">
                    <a:pos x="472" y="172"/>
                  </a:cxn>
                  <a:cxn ang="0">
                    <a:pos x="427" y="176"/>
                  </a:cxn>
                  <a:cxn ang="0">
                    <a:pos x="0" y="10"/>
                  </a:cxn>
                  <a:cxn ang="0">
                    <a:pos x="40" y="0"/>
                  </a:cxn>
                  <a:cxn ang="0">
                    <a:pos x="4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sz="1800"/>
              </a:p>
            </p:txBody>
          </p:sp>
          <p:sp>
            <p:nvSpPr>
              <p:cNvPr id="2067" name="Freeform 26"/>
              <p:cNvSpPr/>
              <p:nvPr userDrawn="1"/>
            </p:nvSpPr>
            <p:spPr>
              <a:xfrm rot="7320404">
                <a:off x="5363" y="2873"/>
                <a:ext cx="63" cy="118"/>
              </a:xfrm>
              <a:custGeom>
                <a:avLst/>
                <a:gdLst/>
                <a:ahLst/>
                <a:cxnLst>
                  <a:cxn ang="0">
                    <a:pos x="46" y="0"/>
                  </a:cxn>
                  <a:cxn ang="0">
                    <a:pos x="7" y="37"/>
                  </a:cxn>
                  <a:cxn ang="0">
                    <a:pos x="0" y="81"/>
                  </a:cxn>
                  <a:cxn ang="0">
                    <a:pos x="13" y="111"/>
                  </a:cxn>
                  <a:cxn ang="0">
                    <a:pos x="37" y="118"/>
                  </a:cxn>
                  <a:cxn ang="0">
                    <a:pos x="30" y="54"/>
                  </a:cxn>
                  <a:cxn ang="0">
                    <a:pos x="63" y="6"/>
                  </a:cxn>
                  <a:cxn ang="0">
                    <a:pos x="46" y="0"/>
                  </a:cxn>
                  <a:cxn ang="0">
                    <a:pos x="46"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sz="1800"/>
              </a:p>
            </p:txBody>
          </p:sp>
          <p:sp>
            <p:nvSpPr>
              <p:cNvPr id="2068" name="Freeform 27"/>
              <p:cNvSpPr/>
              <p:nvPr userDrawn="1"/>
            </p:nvSpPr>
            <p:spPr>
              <a:xfrm rot="7320404">
                <a:off x="5136" y="2999"/>
                <a:ext cx="193" cy="104"/>
              </a:xfrm>
              <a:custGeom>
                <a:avLst/>
                <a:gdLst/>
                <a:ahLst/>
                <a:cxnLst>
                  <a:cxn ang="0">
                    <a:pos x="6" y="12"/>
                  </a:cxn>
                  <a:cxn ang="0">
                    <a:pos x="63" y="23"/>
                  </a:cxn>
                  <a:cxn ang="0">
                    <a:pos x="128" y="48"/>
                  </a:cxn>
                  <a:cxn ang="0">
                    <a:pos x="174" y="85"/>
                  </a:cxn>
                  <a:cxn ang="0">
                    <a:pos x="129" y="81"/>
                  </a:cxn>
                  <a:cxn ang="0">
                    <a:pos x="55" y="51"/>
                  </a:cxn>
                  <a:cxn ang="0">
                    <a:pos x="20" y="28"/>
                  </a:cxn>
                  <a:cxn ang="0">
                    <a:pos x="42" y="57"/>
                  </a:cxn>
                  <a:cxn ang="0">
                    <a:pos x="107" y="95"/>
                  </a:cxn>
                  <a:cxn ang="0">
                    <a:pos x="184" y="104"/>
                  </a:cxn>
                  <a:cxn ang="0">
                    <a:pos x="193" y="79"/>
                  </a:cxn>
                  <a:cxn ang="0">
                    <a:pos x="156" y="42"/>
                  </a:cxn>
                  <a:cxn ang="0">
                    <a:pos x="67" y="6"/>
                  </a:cxn>
                  <a:cxn ang="0">
                    <a:pos x="0" y="0"/>
                  </a:cxn>
                  <a:cxn ang="0">
                    <a:pos x="6" y="12"/>
                  </a:cxn>
                  <a:cxn ang="0">
                    <a:pos x="6" y="1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sz="1800"/>
              </a:p>
            </p:txBody>
          </p:sp>
        </p:grpSp>
      </p:grpSp>
      <p:sp>
        <p:nvSpPr>
          <p:cNvPr id="2053" name="Freeform 28"/>
          <p:cNvSpPr/>
          <p:nvPr/>
        </p:nvSpPr>
        <p:spPr>
          <a:xfrm>
            <a:off x="901700" y="5054600"/>
            <a:ext cx="6807200" cy="728663"/>
          </a:xfrm>
          <a:custGeom>
            <a:avLst/>
            <a:gdLst/>
            <a:ahLst/>
            <a:cxnLst>
              <a:cxn ang="0">
                <a:pos x="0" y="0"/>
              </a:cxn>
              <a:cxn ang="0">
                <a:pos x="1295400" y="406400"/>
              </a:cxn>
              <a:cxn ang="0">
                <a:pos x="2476500" y="228600"/>
              </a:cxn>
              <a:cxn ang="0">
                <a:pos x="2946400" y="596900"/>
              </a:cxn>
              <a:cxn ang="0">
                <a:pos x="3721100" y="241300"/>
              </a:cxn>
              <a:cxn ang="0">
                <a:pos x="5613400" y="723900"/>
              </a:cxn>
              <a:cxn ang="0">
                <a:pos x="6807200" y="215900"/>
              </a:cxn>
            </a:cxnLst>
            <a:rect l="0" t="0" r="0" b="0"/>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alpha val="100000"/>
              </a:schemeClr>
            </a:solidFill>
            <a:prstDash val="solid"/>
            <a:round/>
            <a:headEnd type="none" w="med" len="med"/>
            <a:tailEnd type="none" w="med" len="med"/>
          </a:ln>
        </p:spPr>
        <p:txBody>
          <a:bodyPr/>
          <a:lstStyle/>
          <a:p>
            <a:endParaRPr lang="zh-CN" altLang="en-US" sz="1800"/>
          </a:p>
        </p:txBody>
      </p:sp>
      <p:sp>
        <p:nvSpPr>
          <p:cNvPr id="2054" name="Freeform 29"/>
          <p:cNvSpPr/>
          <p:nvPr/>
        </p:nvSpPr>
        <p:spPr>
          <a:xfrm>
            <a:off x="4076700" y="1930400"/>
            <a:ext cx="889000" cy="381000"/>
          </a:xfrm>
          <a:custGeom>
            <a:avLst/>
            <a:gdLst/>
            <a:ahLst/>
            <a:cxnLst>
              <a:cxn ang="0">
                <a:pos x="0" y="50800"/>
              </a:cxn>
              <a:cxn ang="0">
                <a:pos x="444500" y="228600"/>
              </a:cxn>
              <a:cxn ang="0">
                <a:pos x="711200" y="25400"/>
              </a:cxn>
              <a:cxn ang="0">
                <a:pos x="889000" y="381000"/>
              </a:cxn>
            </a:cxnLst>
            <a:rect l="0" t="0" r="0" b="0"/>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ap="flat" cmpd="sng">
            <a:solidFill>
              <a:schemeClr val="tx2">
                <a:alpha val="100000"/>
              </a:schemeClr>
            </a:solidFill>
            <a:prstDash val="solid"/>
            <a:round/>
            <a:headEnd type="none" w="med" len="med"/>
            <a:tailEnd type="none" w="med" len="med"/>
          </a:ln>
        </p:spPr>
        <p:txBody>
          <a:bodyPr/>
          <a:lstStyle/>
          <a:p>
            <a:endParaRPr lang="zh-CN" altLang="en-US" sz="1800"/>
          </a:p>
        </p:txBody>
      </p:sp>
      <p:sp>
        <p:nvSpPr>
          <p:cNvPr id="819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a:extLst>
            <a:ext uri="{909E8E84-426E-40DD-AFC4-6F175D3DCCD1}">
              <a14:hiddenFill xmlns:a14="http://schemas.microsoft.com/office/drawing/2010/main">
                <a:solidFill>
                  <a:srgbClr val="FF3300"/>
                </a:solidFill>
              </a14:hiddenFill>
            </a:ext>
          </a:ex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endParaRPr lang="zh-CN" altLang="en-US" noProof="0"/>
          </a:p>
        </p:txBody>
      </p:sp>
      <p:sp>
        <p:nvSpPr>
          <p:cNvPr id="819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endParaRPr lang="zh-CN" altLang="en-US" noProof="0"/>
          </a:p>
        </p:txBody>
      </p:sp>
      <p:sp>
        <p:nvSpPr>
          <p:cNvPr id="76" name="Rectangle 5"/>
          <p:cNvSpPr>
            <a:spLocks noGrp="1" noChangeArrowheads="1"/>
          </p:cNvSpPr>
          <p:nvPr>
            <p:ph type="dt" sz="half" idx="2"/>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528C51B-6A6A-437D-802D-98EA4AC4C5E2}"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7" name="Rectangle 6"/>
          <p:cNvSpPr>
            <a:spLocks noGrp="1" noChangeArrowheads="1"/>
          </p:cNvSpPr>
          <p:nvPr>
            <p:ph type="ftr" sz="quarter" idx="3"/>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8" name="Rectangle 7"/>
          <p:cNvSpPr>
            <a:spLocks noGrp="1" noChangeArrowheads="1"/>
          </p:cNvSpPr>
          <p:nvPr>
            <p:ph type="sldNum" sz="quarter" idx="4"/>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76EED7E-F4EF-463A-BFFE-3758BF6E939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85800" y="1828800"/>
            <a:ext cx="7696200" cy="3657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6" Type="http://schemas.openxmlformats.org/officeDocument/2006/relationships/theme" Target="../theme/theme2.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Freeform 2"/>
          <p:cNvSpPr/>
          <p:nvPr/>
        </p:nvSpPr>
        <p:spPr>
          <a:xfrm rot="-3172564">
            <a:off x="7777163" y="-14287"/>
            <a:ext cx="1162050" cy="2084387"/>
          </a:xfrm>
          <a:custGeom>
            <a:avLst/>
            <a:gdLst/>
            <a:ahLst/>
            <a:cxnLst>
              <a:cxn ang="0">
                <a:pos x="1162050" y="244856"/>
              </a:cxn>
              <a:cxn ang="0">
                <a:pos x="1026751" y="45239"/>
              </a:cxn>
              <a:cxn ang="0">
                <a:pos x="897056" y="0"/>
              </a:cxn>
              <a:cxn ang="0">
                <a:pos x="44032" y="1589585"/>
              </a:cxn>
              <a:cxn ang="0">
                <a:pos x="44032" y="1825394"/>
              </a:cxn>
              <a:cxn ang="0">
                <a:pos x="0" y="2053285"/>
              </a:cxn>
              <a:cxn ang="0">
                <a:pos x="28821" y="2084387"/>
              </a:cxn>
              <a:cxn ang="0">
                <a:pos x="176529" y="1897211"/>
              </a:cxn>
              <a:cxn ang="0">
                <a:pos x="296217" y="1825394"/>
              </a:cxn>
              <a:cxn ang="0">
                <a:pos x="1162050" y="244856"/>
              </a:cxn>
              <a:cxn ang="0">
                <a:pos x="1162050" y="244856"/>
              </a:cxn>
            </a:cxnLst>
            <a:rect l="0" t="0" r="0" b="0"/>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alpha val="100000"/>
            </a:srgbClr>
          </a:solidFill>
          <a:ln w="9525">
            <a:noFill/>
          </a:ln>
        </p:spPr>
        <p:txBody>
          <a:bodyPr/>
          <a:lstStyle/>
          <a:p>
            <a:endParaRPr lang="zh-CN" altLang="en-US"/>
          </a:p>
        </p:txBody>
      </p:sp>
      <p:sp>
        <p:nvSpPr>
          <p:cNvPr id="1027" name="Rectangle 3"/>
          <p:cNvSpPr>
            <a:spLocks noGrp="1"/>
          </p:cNvSpPr>
          <p:nvPr>
            <p:ph type="title"/>
          </p:nvPr>
        </p:nvSpPr>
        <p:spPr>
          <a:xfrm>
            <a:off x="685800" y="152400"/>
            <a:ext cx="6870700" cy="1600200"/>
          </a:xfrm>
          <a:prstGeom prst="rect">
            <a:avLst/>
          </a:prstGeom>
          <a:noFill/>
          <a:ln w="9525">
            <a:noFill/>
          </a:ln>
        </p:spPr>
        <p:txBody>
          <a:bodyPr anchor="b" anchorCtr="0"/>
          <a:lstStyle/>
          <a:p>
            <a:pPr lvl="0"/>
            <a:r>
              <a:rPr lang="zh-CN" altLang="en-US" dirty="0"/>
              <a:t>单击此处编辑母版标题样式</a:t>
            </a:r>
            <a:endParaRPr lang="zh-CN" altLang="en-US" dirty="0"/>
          </a:p>
        </p:txBody>
      </p:sp>
      <p:sp>
        <p:nvSpPr>
          <p:cNvPr id="1028" name="Rectangle 4"/>
          <p:cNvSpPr>
            <a:spLocks noGrp="1"/>
          </p:cNvSpPr>
          <p:nvPr>
            <p:ph type="body" idx="1"/>
          </p:nvPr>
        </p:nvSpPr>
        <p:spPr>
          <a:xfrm>
            <a:off x="685800" y="1828800"/>
            <a:ext cx="7696200" cy="36576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0901" name="Rectangle 5"/>
          <p:cNvSpPr>
            <a:spLocks noGrp="1" noChangeArrowheads="1"/>
          </p:cNvSpPr>
          <p:nvPr>
            <p:ph type="dt" sz="half" idx="2"/>
          </p:nvPr>
        </p:nvSpPr>
        <p:spPr bwMode="auto">
          <a:xfrm>
            <a:off x="13716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2" name="Rectangle 6"/>
          <p:cNvSpPr>
            <a:spLocks noGrp="1" noChangeArrowheads="1"/>
          </p:cNvSpPr>
          <p:nvPr>
            <p:ph type="ftr" sz="quarter" idx="3"/>
          </p:nvPr>
        </p:nvSpPr>
        <p:spPr bwMode="auto">
          <a:xfrm>
            <a:off x="35560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3" name="Rectangle 7"/>
          <p:cNvSpPr>
            <a:spLocks noGrp="1" noChangeArrowheads="1"/>
          </p:cNvSpPr>
          <p:nvPr>
            <p:ph type="sldNum" sz="quarter" idx="4"/>
          </p:nvPr>
        </p:nvSpPr>
        <p:spPr bwMode="auto">
          <a:xfrm>
            <a:off x="67183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032" name="Freeform 8"/>
          <p:cNvSpPr/>
          <p:nvPr/>
        </p:nvSpPr>
        <p:spPr>
          <a:xfrm rot="-3172564">
            <a:off x="7864475" y="23813"/>
            <a:ext cx="1165225" cy="2097087"/>
          </a:xfrm>
          <a:custGeom>
            <a:avLst/>
            <a:gdLst/>
            <a:ahLst/>
            <a:cxnLst>
              <a:cxn ang="0">
                <a:pos x="917850" y="0"/>
              </a:cxn>
              <a:cxn ang="0">
                <a:pos x="52037" y="1605520"/>
              </a:cxn>
              <a:cxn ang="0">
                <a:pos x="52437" y="1812794"/>
              </a:cxn>
              <a:cxn ang="0">
                <a:pos x="0" y="2057445"/>
              </a:cxn>
              <a:cxn ang="0">
                <a:pos x="20014" y="2097087"/>
              </a:cxn>
              <a:cxn ang="0">
                <a:pos x="168920" y="1898308"/>
              </a:cxn>
              <a:cxn ang="0">
                <a:pos x="305416" y="1823554"/>
              </a:cxn>
              <a:cxn ang="0">
                <a:pos x="1165225" y="242385"/>
              </a:cxn>
              <a:cxn ang="0">
                <a:pos x="1036334" y="54367"/>
              </a:cxn>
              <a:cxn ang="0">
                <a:pos x="917850" y="0"/>
              </a:cxn>
              <a:cxn ang="0">
                <a:pos x="917850" y="0"/>
              </a:cxn>
            </a:cxnLst>
            <a:rect l="0" t="0" r="0" b="0"/>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chemeClr val="folHlink">
              <a:alpha val="100000"/>
            </a:schemeClr>
          </a:solidFill>
          <a:ln w="9525">
            <a:noFill/>
          </a:ln>
        </p:spPr>
        <p:txBody>
          <a:bodyPr/>
          <a:lstStyle/>
          <a:p>
            <a:endParaRPr lang="zh-CN" altLang="en-US"/>
          </a:p>
        </p:txBody>
      </p:sp>
      <p:sp>
        <p:nvSpPr>
          <p:cNvPr id="1033" name="Freeform 9"/>
          <p:cNvSpPr/>
          <p:nvPr/>
        </p:nvSpPr>
        <p:spPr>
          <a:xfrm rot="-3172564">
            <a:off x="7831138" y="192088"/>
            <a:ext cx="1025525" cy="1571625"/>
          </a:xfrm>
          <a:custGeom>
            <a:avLst/>
            <a:gdLst/>
            <a:ahLst/>
            <a:cxnLst>
              <a:cxn ang="0">
                <a:pos x="0" y="1406370"/>
              </a:cxn>
              <a:cxn ang="0">
                <a:pos x="172990" y="1444854"/>
              </a:cxn>
              <a:cxn ang="0">
                <a:pos x="294723" y="1571625"/>
              </a:cxn>
              <a:cxn ang="0">
                <a:pos x="1025525" y="225811"/>
              </a:cxn>
              <a:cxn ang="0">
                <a:pos x="848130" y="46407"/>
              </a:cxn>
              <a:cxn ang="0">
                <a:pos x="760034" y="0"/>
              </a:cxn>
              <a:cxn ang="0">
                <a:pos x="0" y="1406370"/>
              </a:cxn>
              <a:cxn ang="0">
                <a:pos x="0" y="1406370"/>
              </a:cxn>
            </a:cxnLst>
            <a:rect l="0" t="0" r="0" b="0"/>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chemeClr val="bg2">
              <a:alpha val="100000"/>
            </a:schemeClr>
          </a:solidFill>
          <a:ln w="9525">
            <a:noFill/>
          </a:ln>
        </p:spPr>
        <p:txBody>
          <a:bodyPr/>
          <a:lstStyle/>
          <a:p>
            <a:endParaRPr lang="zh-CN" altLang="en-US"/>
          </a:p>
        </p:txBody>
      </p:sp>
      <p:grpSp>
        <p:nvGrpSpPr>
          <p:cNvPr id="1034" name="Group 10"/>
          <p:cNvGrpSpPr/>
          <p:nvPr/>
        </p:nvGrpSpPr>
        <p:grpSpPr>
          <a:xfrm>
            <a:off x="7938" y="5540375"/>
            <a:ext cx="1784350" cy="1246188"/>
            <a:chOff x="5" y="3490"/>
            <a:chExt cx="1124" cy="785"/>
          </a:xfrm>
        </p:grpSpPr>
        <p:sp>
          <p:nvSpPr>
            <p:cNvPr id="1051" name="Freeform 11"/>
            <p:cNvSpPr/>
            <p:nvPr userDrawn="1"/>
          </p:nvSpPr>
          <p:spPr>
            <a:xfrm>
              <a:off x="24" y="3505"/>
              <a:ext cx="1089" cy="649"/>
            </a:xfrm>
            <a:custGeom>
              <a:avLst/>
              <a:gdLst/>
              <a:ahLst/>
              <a:cxnLst>
                <a:cxn ang="0">
                  <a:pos x="794" y="630"/>
                </a:cxn>
                <a:cxn ang="0">
                  <a:pos x="710" y="553"/>
                </a:cxn>
                <a:cxn ang="0">
                  <a:pos x="666" y="239"/>
                </a:cxn>
                <a:cxn ang="0">
                  <a:pos x="1070" y="165"/>
                </a:cxn>
                <a:cxn ang="0">
                  <a:pos x="1089" y="102"/>
                </a:cxn>
                <a:cxn ang="0">
                  <a:pos x="1050" y="50"/>
                </a:cxn>
                <a:cxn ang="0">
                  <a:pos x="638" y="106"/>
                </a:cxn>
                <a:cxn ang="0">
                  <a:pos x="610" y="16"/>
                </a:cxn>
                <a:cxn ang="0">
                  <a:pos x="543" y="0"/>
                </a:cxn>
                <a:cxn ang="0">
                  <a:pos x="479" y="14"/>
                </a:cxn>
                <a:cxn ang="0">
                  <a:pos x="444" y="53"/>
                </a:cxn>
                <a:cxn ang="0">
                  <a:pos x="469" y="143"/>
                </a:cxn>
                <a:cxn ang="0">
                  <a:pos x="330" y="221"/>
                </a:cxn>
                <a:cxn ang="0">
                  <a:pos x="492" y="237"/>
                </a:cxn>
                <a:cxn ang="0">
                  <a:pos x="556" y="445"/>
                </a:cxn>
                <a:cxn ang="0">
                  <a:pos x="71" y="235"/>
                </a:cxn>
                <a:cxn ang="0">
                  <a:pos x="23" y="255"/>
                </a:cxn>
                <a:cxn ang="0">
                  <a:pos x="0" y="318"/>
                </a:cxn>
                <a:cxn ang="0">
                  <a:pos x="28" y="390"/>
                </a:cxn>
                <a:cxn ang="0">
                  <a:pos x="570" y="644"/>
                </a:cxn>
                <a:cxn ang="0">
                  <a:pos x="689" y="628"/>
                </a:cxn>
                <a:cxn ang="0">
                  <a:pos x="785" y="649"/>
                </a:cxn>
                <a:cxn ang="0">
                  <a:pos x="794" y="630"/>
                </a:cxn>
                <a:cxn ang="0">
                  <a:pos x="794" y="630"/>
                </a:cxn>
              </a:cxnLst>
              <a:rect l="0" t="0" r="0" b="0"/>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alpha val="100000"/>
              </a:srgbClr>
            </a:solidFill>
            <a:ln w="9525">
              <a:noFill/>
            </a:ln>
          </p:spPr>
          <p:txBody>
            <a:bodyPr/>
            <a:lstStyle/>
            <a:p>
              <a:endParaRPr lang="zh-CN" altLang="en-US"/>
            </a:p>
          </p:txBody>
        </p:sp>
        <p:sp>
          <p:nvSpPr>
            <p:cNvPr id="1052" name="Freeform 12"/>
            <p:cNvSpPr/>
            <p:nvPr userDrawn="1"/>
          </p:nvSpPr>
          <p:spPr>
            <a:xfrm>
              <a:off x="1022" y="3582"/>
              <a:ext cx="71" cy="129"/>
            </a:xfrm>
            <a:custGeom>
              <a:avLst/>
              <a:gdLst/>
              <a:ahLst/>
              <a:cxnLst>
                <a:cxn ang="0">
                  <a:pos x="0" y="4"/>
                </a:cxn>
                <a:cxn ang="0">
                  <a:pos x="60" y="0"/>
                </a:cxn>
                <a:cxn ang="0">
                  <a:pos x="71" y="117"/>
                </a:cxn>
                <a:cxn ang="0">
                  <a:pos x="4" y="129"/>
                </a:cxn>
                <a:cxn ang="0">
                  <a:pos x="0" y="4"/>
                </a:cxn>
                <a:cxn ang="0">
                  <a:pos x="0" y="4"/>
                </a:cxn>
              </a:cxnLst>
              <a:rect l="0" t="0" r="0" b="0"/>
              <a:pathLst>
                <a:path w="143" h="258">
                  <a:moveTo>
                    <a:pt x="0" y="7"/>
                  </a:moveTo>
                  <a:lnTo>
                    <a:pt x="120" y="0"/>
                  </a:lnTo>
                  <a:lnTo>
                    <a:pt x="143" y="233"/>
                  </a:lnTo>
                  <a:lnTo>
                    <a:pt x="8" y="258"/>
                  </a:lnTo>
                  <a:lnTo>
                    <a:pt x="0" y="7"/>
                  </a:lnTo>
                  <a:lnTo>
                    <a:pt x="0" y="7"/>
                  </a:lnTo>
                  <a:close/>
                </a:path>
              </a:pathLst>
            </a:custGeom>
            <a:solidFill>
              <a:schemeClr val="accent1">
                <a:alpha val="100000"/>
              </a:schemeClr>
            </a:solidFill>
            <a:ln w="9525">
              <a:noFill/>
            </a:ln>
          </p:spPr>
          <p:txBody>
            <a:bodyPr/>
            <a:lstStyle/>
            <a:p>
              <a:endParaRPr lang="zh-CN" altLang="en-US"/>
            </a:p>
          </p:txBody>
        </p:sp>
        <p:sp>
          <p:nvSpPr>
            <p:cNvPr id="1053" name="Freeform 13"/>
            <p:cNvSpPr/>
            <p:nvPr userDrawn="1"/>
          </p:nvSpPr>
          <p:spPr>
            <a:xfrm>
              <a:off x="20" y="3774"/>
              <a:ext cx="792" cy="410"/>
            </a:xfrm>
            <a:custGeom>
              <a:avLst/>
              <a:gdLst/>
              <a:ahLst/>
              <a:cxnLst>
                <a:cxn ang="0">
                  <a:pos x="68" y="0"/>
                </a:cxn>
                <a:cxn ang="0">
                  <a:pos x="665" y="259"/>
                </a:cxn>
                <a:cxn ang="0">
                  <a:pos x="713" y="319"/>
                </a:cxn>
                <a:cxn ang="0">
                  <a:pos x="792" y="396"/>
                </a:cxn>
                <a:cxn ang="0">
                  <a:pos x="782" y="410"/>
                </a:cxn>
                <a:cxn ang="0">
                  <a:pos x="674" y="393"/>
                </a:cxn>
                <a:cxn ang="0">
                  <a:pos x="572" y="405"/>
                </a:cxn>
                <a:cxn ang="0">
                  <a:pos x="21" y="149"/>
                </a:cxn>
                <a:cxn ang="0">
                  <a:pos x="0" y="75"/>
                </a:cxn>
                <a:cxn ang="0">
                  <a:pos x="23" y="16"/>
                </a:cxn>
                <a:cxn ang="0">
                  <a:pos x="68" y="0"/>
                </a:cxn>
                <a:cxn ang="0">
                  <a:pos x="68"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a:p>
          </p:txBody>
        </p:sp>
        <p:sp>
          <p:nvSpPr>
            <p:cNvPr id="1054" name="Freeform 14"/>
            <p:cNvSpPr/>
            <p:nvPr userDrawn="1"/>
          </p:nvSpPr>
          <p:spPr>
            <a:xfrm>
              <a:off x="129" y="3808"/>
              <a:ext cx="525" cy="374"/>
            </a:xfrm>
            <a:custGeom>
              <a:avLst/>
              <a:gdLst/>
              <a:ahLst/>
              <a:cxnLst>
                <a:cxn ang="0">
                  <a:pos x="0" y="163"/>
                </a:cxn>
                <a:cxn ang="0">
                  <a:pos x="461" y="374"/>
                </a:cxn>
                <a:cxn ang="0">
                  <a:pos x="470" y="267"/>
                </a:cxn>
                <a:cxn ang="0">
                  <a:pos x="525" y="211"/>
                </a:cxn>
                <a:cxn ang="0">
                  <a:pos x="39" y="0"/>
                </a:cxn>
                <a:cxn ang="0">
                  <a:pos x="0" y="64"/>
                </a:cxn>
                <a:cxn ang="0">
                  <a:pos x="0" y="163"/>
                </a:cxn>
                <a:cxn ang="0">
                  <a:pos x="0" y="163"/>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a:p>
          </p:txBody>
        </p:sp>
        <p:sp>
          <p:nvSpPr>
            <p:cNvPr id="1055" name="Freeform 15"/>
            <p:cNvSpPr/>
            <p:nvPr userDrawn="1"/>
          </p:nvSpPr>
          <p:spPr>
            <a:xfrm>
              <a:off x="485" y="3532"/>
              <a:ext cx="135" cy="121"/>
            </a:xfrm>
            <a:custGeom>
              <a:avLst/>
              <a:gdLst/>
              <a:ahLst/>
              <a:cxnLst>
                <a:cxn ang="0">
                  <a:pos x="0" y="14"/>
                </a:cxn>
                <a:cxn ang="0">
                  <a:pos x="79" y="0"/>
                </a:cxn>
                <a:cxn ang="0">
                  <a:pos x="125" y="18"/>
                </a:cxn>
                <a:cxn ang="0">
                  <a:pos x="135" y="70"/>
                </a:cxn>
                <a:cxn ang="0">
                  <a:pos x="81" y="73"/>
                </a:cxn>
                <a:cxn ang="0">
                  <a:pos x="16" y="121"/>
                </a:cxn>
                <a:cxn ang="0">
                  <a:pos x="0" y="14"/>
                </a:cxn>
                <a:cxn ang="0">
                  <a:pos x="0" y="14"/>
                </a:cxn>
              </a:cxnLst>
              <a:rect l="0" t="0" r="0" b="0"/>
              <a:pathLst>
                <a:path w="272" h="241">
                  <a:moveTo>
                    <a:pt x="0" y="28"/>
                  </a:moveTo>
                  <a:lnTo>
                    <a:pt x="160" y="0"/>
                  </a:lnTo>
                  <a:lnTo>
                    <a:pt x="251" y="36"/>
                  </a:lnTo>
                  <a:lnTo>
                    <a:pt x="272" y="139"/>
                  </a:lnTo>
                  <a:lnTo>
                    <a:pt x="164" y="146"/>
                  </a:lnTo>
                  <a:lnTo>
                    <a:pt x="32" y="241"/>
                  </a:lnTo>
                  <a:lnTo>
                    <a:pt x="0" y="28"/>
                  </a:lnTo>
                  <a:lnTo>
                    <a:pt x="0" y="28"/>
                  </a:lnTo>
                  <a:close/>
                </a:path>
              </a:pathLst>
            </a:custGeom>
            <a:solidFill>
              <a:schemeClr val="hlink">
                <a:alpha val="100000"/>
              </a:schemeClr>
            </a:solidFill>
            <a:ln w="9525">
              <a:noFill/>
            </a:ln>
          </p:spPr>
          <p:txBody>
            <a:bodyPr/>
            <a:lstStyle/>
            <a:p>
              <a:endParaRPr lang="zh-CN" altLang="en-US"/>
            </a:p>
          </p:txBody>
        </p:sp>
        <p:sp>
          <p:nvSpPr>
            <p:cNvPr id="1056" name="Freeform 16"/>
            <p:cNvSpPr/>
            <p:nvPr userDrawn="1"/>
          </p:nvSpPr>
          <p:spPr>
            <a:xfrm>
              <a:off x="641" y="4163"/>
              <a:ext cx="76" cy="112"/>
            </a:xfrm>
            <a:custGeom>
              <a:avLst/>
              <a:gdLst/>
              <a:ahLst/>
              <a:cxnLst>
                <a:cxn ang="0">
                  <a:pos x="76" y="2"/>
                </a:cxn>
                <a:cxn ang="0">
                  <a:pos x="76" y="112"/>
                </a:cxn>
                <a:cxn ang="0">
                  <a:pos x="0" y="4"/>
                </a:cxn>
                <a:cxn ang="0">
                  <a:pos x="36" y="0"/>
                </a:cxn>
                <a:cxn ang="0">
                  <a:pos x="76" y="2"/>
                </a:cxn>
                <a:cxn ang="0">
                  <a:pos x="76" y="2"/>
                </a:cxn>
              </a:cxnLst>
              <a:rect l="0" t="0" r="0" b="0"/>
              <a:pathLst>
                <a:path w="152" h="224">
                  <a:moveTo>
                    <a:pt x="152" y="4"/>
                  </a:moveTo>
                  <a:lnTo>
                    <a:pt x="152" y="224"/>
                  </a:lnTo>
                  <a:lnTo>
                    <a:pt x="0" y="8"/>
                  </a:lnTo>
                  <a:lnTo>
                    <a:pt x="72" y="0"/>
                  </a:lnTo>
                  <a:lnTo>
                    <a:pt x="152" y="4"/>
                  </a:lnTo>
                  <a:lnTo>
                    <a:pt x="152" y="4"/>
                  </a:lnTo>
                  <a:close/>
                </a:path>
              </a:pathLst>
            </a:custGeom>
            <a:solidFill>
              <a:schemeClr val="hlink">
                <a:alpha val="100000"/>
              </a:schemeClr>
            </a:solidFill>
            <a:ln w="9525">
              <a:noFill/>
            </a:ln>
          </p:spPr>
          <p:txBody>
            <a:bodyPr/>
            <a:lstStyle/>
            <a:p>
              <a:endParaRPr lang="zh-CN" altLang="en-US"/>
            </a:p>
          </p:txBody>
        </p:sp>
        <p:sp>
          <p:nvSpPr>
            <p:cNvPr id="1057" name="Freeform 17"/>
            <p:cNvSpPr/>
            <p:nvPr userDrawn="1"/>
          </p:nvSpPr>
          <p:spPr>
            <a:xfrm>
              <a:off x="504" y="3607"/>
              <a:ext cx="193" cy="383"/>
            </a:xfrm>
            <a:custGeom>
              <a:avLst/>
              <a:gdLst/>
              <a:ahLst/>
              <a:cxnLst>
                <a:cxn ang="0">
                  <a:pos x="0" y="40"/>
                </a:cxn>
                <a:cxn ang="0">
                  <a:pos x="44" y="0"/>
                </a:cxn>
                <a:cxn ang="0">
                  <a:pos x="116" y="3"/>
                </a:cxn>
                <a:cxn ang="0">
                  <a:pos x="193" y="383"/>
                </a:cxn>
                <a:cxn ang="0">
                  <a:pos x="140" y="361"/>
                </a:cxn>
                <a:cxn ang="0">
                  <a:pos x="76" y="339"/>
                </a:cxn>
                <a:cxn ang="0">
                  <a:pos x="0" y="40"/>
                </a:cxn>
                <a:cxn ang="0">
                  <a:pos x="0" y="40"/>
                </a:cxn>
              </a:cxnLst>
              <a:rect l="0" t="0" r="0" b="0"/>
              <a:pathLst>
                <a:path w="386" h="764">
                  <a:moveTo>
                    <a:pt x="0" y="80"/>
                  </a:moveTo>
                  <a:lnTo>
                    <a:pt x="87" y="0"/>
                  </a:lnTo>
                  <a:lnTo>
                    <a:pt x="232" y="6"/>
                  </a:lnTo>
                  <a:lnTo>
                    <a:pt x="386" y="764"/>
                  </a:lnTo>
                  <a:lnTo>
                    <a:pt x="279" y="720"/>
                  </a:lnTo>
                  <a:lnTo>
                    <a:pt x="152" y="677"/>
                  </a:lnTo>
                  <a:lnTo>
                    <a:pt x="0" y="80"/>
                  </a:lnTo>
                  <a:lnTo>
                    <a:pt x="0" y="80"/>
                  </a:lnTo>
                  <a:close/>
                </a:path>
              </a:pathLst>
            </a:custGeom>
            <a:solidFill>
              <a:schemeClr val="bg2">
                <a:alpha val="100000"/>
              </a:schemeClr>
            </a:solidFill>
            <a:ln w="9525">
              <a:noFill/>
            </a:ln>
          </p:spPr>
          <p:txBody>
            <a:bodyPr/>
            <a:lstStyle/>
            <a:p>
              <a:endParaRPr lang="zh-CN" altLang="en-US"/>
            </a:p>
          </p:txBody>
        </p:sp>
        <p:sp>
          <p:nvSpPr>
            <p:cNvPr id="1058" name="Freeform 18"/>
            <p:cNvSpPr/>
            <p:nvPr userDrawn="1"/>
          </p:nvSpPr>
          <p:spPr>
            <a:xfrm>
              <a:off x="668" y="3590"/>
              <a:ext cx="364" cy="174"/>
            </a:xfrm>
            <a:custGeom>
              <a:avLst/>
              <a:gdLst/>
              <a:ahLst/>
              <a:cxnLst>
                <a:cxn ang="0">
                  <a:pos x="346" y="0"/>
                </a:cxn>
                <a:cxn ang="0">
                  <a:pos x="0" y="53"/>
                </a:cxn>
                <a:cxn ang="0">
                  <a:pos x="14" y="174"/>
                </a:cxn>
                <a:cxn ang="0">
                  <a:pos x="358" y="119"/>
                </a:cxn>
                <a:cxn ang="0">
                  <a:pos x="364" y="22"/>
                </a:cxn>
                <a:cxn ang="0">
                  <a:pos x="346" y="0"/>
                </a:cxn>
                <a:cxn ang="0">
                  <a:pos x="346" y="0"/>
                </a:cxn>
              </a:cxnLst>
              <a:rect l="0" t="0" r="0" b="0"/>
              <a:pathLst>
                <a:path w="728" h="348">
                  <a:moveTo>
                    <a:pt x="692" y="0"/>
                  </a:moveTo>
                  <a:lnTo>
                    <a:pt x="0" y="106"/>
                  </a:lnTo>
                  <a:lnTo>
                    <a:pt x="28" y="348"/>
                  </a:lnTo>
                  <a:lnTo>
                    <a:pt x="715" y="237"/>
                  </a:lnTo>
                  <a:lnTo>
                    <a:pt x="728" y="43"/>
                  </a:lnTo>
                  <a:lnTo>
                    <a:pt x="692" y="0"/>
                  </a:lnTo>
                  <a:lnTo>
                    <a:pt x="692" y="0"/>
                  </a:lnTo>
                  <a:close/>
                </a:path>
              </a:pathLst>
            </a:custGeom>
            <a:solidFill>
              <a:schemeClr val="bg2">
                <a:alpha val="100000"/>
              </a:schemeClr>
            </a:solidFill>
            <a:ln w="9525">
              <a:noFill/>
            </a:ln>
          </p:spPr>
          <p:txBody>
            <a:bodyPr/>
            <a:lstStyle/>
            <a:p>
              <a:endParaRPr lang="zh-CN" altLang="en-US"/>
            </a:p>
          </p:txBody>
        </p:sp>
        <p:sp>
          <p:nvSpPr>
            <p:cNvPr id="1059" name="Freeform 19"/>
            <p:cNvSpPr/>
            <p:nvPr userDrawn="1"/>
          </p:nvSpPr>
          <p:spPr>
            <a:xfrm>
              <a:off x="347" y="3693"/>
              <a:ext cx="156" cy="67"/>
            </a:xfrm>
            <a:custGeom>
              <a:avLst/>
              <a:gdLst/>
              <a:ahLst/>
              <a:cxnLst>
                <a:cxn ang="0">
                  <a:pos x="136" y="0"/>
                </a:cxn>
                <a:cxn ang="0">
                  <a:pos x="0" y="39"/>
                </a:cxn>
                <a:cxn ang="0">
                  <a:pos x="156" y="67"/>
                </a:cxn>
                <a:cxn ang="0">
                  <a:pos x="136" y="0"/>
                </a:cxn>
                <a:cxn ang="0">
                  <a:pos x="136" y="0"/>
                </a:cxn>
              </a:cxnLst>
              <a:rect l="0" t="0" r="0" b="0"/>
              <a:pathLst>
                <a:path w="312" h="135">
                  <a:moveTo>
                    <a:pt x="272" y="0"/>
                  </a:moveTo>
                  <a:lnTo>
                    <a:pt x="0" y="78"/>
                  </a:lnTo>
                  <a:lnTo>
                    <a:pt x="312" y="135"/>
                  </a:lnTo>
                  <a:lnTo>
                    <a:pt x="272" y="0"/>
                  </a:lnTo>
                  <a:lnTo>
                    <a:pt x="272" y="0"/>
                  </a:lnTo>
                  <a:close/>
                </a:path>
              </a:pathLst>
            </a:custGeom>
            <a:solidFill>
              <a:schemeClr val="accent1">
                <a:alpha val="100000"/>
              </a:schemeClr>
            </a:solidFill>
            <a:ln w="9525">
              <a:noFill/>
            </a:ln>
          </p:spPr>
          <p:txBody>
            <a:bodyPr/>
            <a:lstStyle/>
            <a:p>
              <a:endParaRPr lang="zh-CN" altLang="en-US"/>
            </a:p>
          </p:txBody>
        </p:sp>
        <p:grpSp>
          <p:nvGrpSpPr>
            <p:cNvPr id="1060" name="Group 20"/>
            <p:cNvGrpSpPr/>
            <p:nvPr userDrawn="1"/>
          </p:nvGrpSpPr>
          <p:grpSpPr>
            <a:xfrm>
              <a:off x="5" y="3490"/>
              <a:ext cx="1124" cy="780"/>
              <a:chOff x="5" y="3490"/>
              <a:chExt cx="1124" cy="780"/>
            </a:xfrm>
          </p:grpSpPr>
          <p:grpSp>
            <p:nvGrpSpPr>
              <p:cNvPr id="1061" name="Group 21"/>
              <p:cNvGrpSpPr/>
              <p:nvPr userDrawn="1"/>
            </p:nvGrpSpPr>
            <p:grpSpPr>
              <a:xfrm>
                <a:off x="499" y="3562"/>
                <a:ext cx="548" cy="708"/>
                <a:chOff x="499" y="3562"/>
                <a:chExt cx="548" cy="708"/>
              </a:xfrm>
            </p:grpSpPr>
            <p:sp>
              <p:nvSpPr>
                <p:cNvPr id="1074" name="Freeform 22"/>
                <p:cNvSpPr/>
                <p:nvPr userDrawn="1"/>
              </p:nvSpPr>
              <p:spPr>
                <a:xfrm>
                  <a:off x="499" y="3587"/>
                  <a:ext cx="157" cy="87"/>
                </a:xfrm>
                <a:custGeom>
                  <a:avLst/>
                  <a:gdLst/>
                  <a:ahLst/>
                  <a:cxnLst>
                    <a:cxn ang="0">
                      <a:pos x="0" y="53"/>
                    </a:cxn>
                    <a:cxn ang="0">
                      <a:pos x="57" y="5"/>
                    </a:cxn>
                    <a:cxn ang="0">
                      <a:pos x="107" y="0"/>
                    </a:cxn>
                    <a:cxn ang="0">
                      <a:pos x="146" y="13"/>
                    </a:cxn>
                    <a:cxn ang="0">
                      <a:pos x="157" y="45"/>
                    </a:cxn>
                    <a:cxn ang="0">
                      <a:pos x="84" y="33"/>
                    </a:cxn>
                    <a:cxn ang="0">
                      <a:pos x="37" y="50"/>
                    </a:cxn>
                    <a:cxn ang="0">
                      <a:pos x="7" y="87"/>
                    </a:cxn>
                    <a:cxn ang="0">
                      <a:pos x="0" y="53"/>
                    </a:cxn>
                    <a:cxn ang="0">
                      <a:pos x="0" y="53"/>
                    </a:cxn>
                  </a:cxnLst>
                  <a:rect l="0" t="0" r="0" b="0"/>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chemeClr val="accent2">
                    <a:alpha val="100000"/>
                  </a:schemeClr>
                </a:solidFill>
                <a:ln w="9525">
                  <a:noFill/>
                </a:ln>
              </p:spPr>
              <p:txBody>
                <a:bodyPr/>
                <a:lstStyle/>
                <a:p>
                  <a:endParaRPr lang="zh-CN" altLang="en-US"/>
                </a:p>
              </p:txBody>
            </p:sp>
            <p:sp>
              <p:nvSpPr>
                <p:cNvPr id="1075" name="Freeform 23"/>
                <p:cNvSpPr/>
                <p:nvPr userDrawn="1"/>
              </p:nvSpPr>
              <p:spPr>
                <a:xfrm>
                  <a:off x="636" y="4137"/>
                  <a:ext cx="115" cy="133"/>
                </a:xfrm>
                <a:custGeom>
                  <a:avLst/>
                  <a:gdLst/>
                  <a:ahLst/>
                  <a:cxnLst>
                    <a:cxn ang="0">
                      <a:pos x="0" y="20"/>
                    </a:cxn>
                    <a:cxn ang="0">
                      <a:pos x="80" y="133"/>
                    </a:cxn>
                    <a:cxn ang="0">
                      <a:pos x="115" y="126"/>
                    </a:cxn>
                    <a:cxn ang="0">
                      <a:pos x="112" y="9"/>
                    </a:cxn>
                    <a:cxn ang="0">
                      <a:pos x="83" y="0"/>
                    </a:cxn>
                    <a:cxn ang="0">
                      <a:pos x="90" y="99"/>
                    </a:cxn>
                    <a:cxn ang="0">
                      <a:pos x="36" y="2"/>
                    </a:cxn>
                    <a:cxn ang="0">
                      <a:pos x="0" y="20"/>
                    </a:cxn>
                    <a:cxn ang="0">
                      <a:pos x="0" y="20"/>
                    </a:cxn>
                  </a:cxnLst>
                  <a:rect l="0" t="0" r="0" b="0"/>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chemeClr val="accent2">
                    <a:alpha val="100000"/>
                  </a:schemeClr>
                </a:solidFill>
                <a:ln w="9525">
                  <a:noFill/>
                </a:ln>
              </p:spPr>
              <p:txBody>
                <a:bodyPr/>
                <a:lstStyle/>
                <a:p>
                  <a:endParaRPr lang="zh-CN" altLang="en-US"/>
                </a:p>
              </p:txBody>
            </p:sp>
            <p:sp>
              <p:nvSpPr>
                <p:cNvPr id="1076" name="Freeform 24"/>
                <p:cNvSpPr/>
                <p:nvPr userDrawn="1"/>
              </p:nvSpPr>
              <p:spPr>
                <a:xfrm>
                  <a:off x="1004" y="3562"/>
                  <a:ext cx="43" cy="117"/>
                </a:xfrm>
                <a:custGeom>
                  <a:avLst/>
                  <a:gdLst/>
                  <a:ahLst/>
                  <a:cxnLst>
                    <a:cxn ang="0">
                      <a:pos x="0" y="10"/>
                    </a:cxn>
                    <a:cxn ang="0">
                      <a:pos x="18" y="47"/>
                    </a:cxn>
                    <a:cxn ang="0">
                      <a:pos x="22" y="77"/>
                    </a:cxn>
                    <a:cxn ang="0">
                      <a:pos x="13" y="117"/>
                    </a:cxn>
                    <a:cxn ang="0">
                      <a:pos x="40" y="110"/>
                    </a:cxn>
                    <a:cxn ang="0">
                      <a:pos x="43" y="58"/>
                    </a:cxn>
                    <a:cxn ang="0">
                      <a:pos x="23" y="0"/>
                    </a:cxn>
                    <a:cxn ang="0">
                      <a:pos x="0" y="10"/>
                    </a:cxn>
                    <a:cxn ang="0">
                      <a:pos x="0" y="10"/>
                    </a:cxn>
                  </a:cxnLst>
                  <a:rect l="0" t="0" r="0" b="0"/>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chemeClr val="accent2">
                    <a:alpha val="100000"/>
                  </a:schemeClr>
                </a:solidFill>
                <a:ln w="9525">
                  <a:noFill/>
                </a:ln>
              </p:spPr>
              <p:txBody>
                <a:bodyPr/>
                <a:lstStyle/>
                <a:p>
                  <a:endParaRPr lang="zh-CN" altLang="en-US"/>
                </a:p>
              </p:txBody>
            </p:sp>
          </p:grpSp>
          <p:sp>
            <p:nvSpPr>
              <p:cNvPr id="1062" name="Freeform 25"/>
              <p:cNvSpPr/>
              <p:nvPr userDrawn="1"/>
            </p:nvSpPr>
            <p:spPr>
              <a:xfrm>
                <a:off x="76" y="3732"/>
                <a:ext cx="595" cy="250"/>
              </a:xfrm>
              <a:custGeom>
                <a:avLst/>
                <a:gdLst/>
                <a:ahLst/>
                <a:cxnLst>
                  <a:cxn ang="0">
                    <a:pos x="50" y="0"/>
                  </a:cxn>
                  <a:cxn ang="0">
                    <a:pos x="595" y="245"/>
                  </a:cxn>
                  <a:cxn ang="0">
                    <a:pos x="538" y="250"/>
                  </a:cxn>
                  <a:cxn ang="0">
                    <a:pos x="0" y="14"/>
                  </a:cxn>
                  <a:cxn ang="0">
                    <a:pos x="50" y="0"/>
                  </a:cxn>
                  <a:cxn ang="0">
                    <a:pos x="5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a:p>
            </p:txBody>
          </p:sp>
          <p:sp>
            <p:nvSpPr>
              <p:cNvPr id="1063" name="Freeform 26"/>
              <p:cNvSpPr/>
              <p:nvPr userDrawn="1"/>
            </p:nvSpPr>
            <p:spPr>
              <a:xfrm>
                <a:off x="260" y="3886"/>
                <a:ext cx="244" cy="148"/>
              </a:xfrm>
              <a:custGeom>
                <a:avLst/>
                <a:gdLst/>
                <a:ahLst/>
                <a:cxnLst>
                  <a:cxn ang="0">
                    <a:pos x="7" y="17"/>
                  </a:cxn>
                  <a:cxn ang="0">
                    <a:pos x="80" y="33"/>
                  </a:cxn>
                  <a:cxn ang="0">
                    <a:pos x="162" y="69"/>
                  </a:cxn>
                  <a:cxn ang="0">
                    <a:pos x="220" y="122"/>
                  </a:cxn>
                  <a:cxn ang="0">
                    <a:pos x="163" y="115"/>
                  </a:cxn>
                  <a:cxn ang="0">
                    <a:pos x="69" y="73"/>
                  </a:cxn>
                  <a:cxn ang="0">
                    <a:pos x="25" y="40"/>
                  </a:cxn>
                  <a:cxn ang="0">
                    <a:pos x="53" y="82"/>
                  </a:cxn>
                  <a:cxn ang="0">
                    <a:pos x="136" y="135"/>
                  </a:cxn>
                  <a:cxn ang="0">
                    <a:pos x="233" y="148"/>
                  </a:cxn>
                  <a:cxn ang="0">
                    <a:pos x="244" y="112"/>
                  </a:cxn>
                  <a:cxn ang="0">
                    <a:pos x="197" y="60"/>
                  </a:cxn>
                  <a:cxn ang="0">
                    <a:pos x="85" y="9"/>
                  </a:cxn>
                  <a:cxn ang="0">
                    <a:pos x="0" y="0"/>
                  </a:cxn>
                  <a:cxn ang="0">
                    <a:pos x="7" y="17"/>
                  </a:cxn>
                  <a:cxn ang="0">
                    <a:pos x="7" y="17"/>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a:p>
            </p:txBody>
          </p:sp>
          <p:sp>
            <p:nvSpPr>
              <p:cNvPr id="1064" name="Freeform 27"/>
              <p:cNvSpPr/>
              <p:nvPr userDrawn="1"/>
            </p:nvSpPr>
            <p:spPr>
              <a:xfrm>
                <a:off x="565" y="3680"/>
                <a:ext cx="107" cy="238"/>
              </a:xfrm>
              <a:custGeom>
                <a:avLst/>
                <a:gdLst/>
                <a:ahLst/>
                <a:cxnLst>
                  <a:cxn ang="0">
                    <a:pos x="12" y="0"/>
                  </a:cxn>
                  <a:cxn ang="0">
                    <a:pos x="46" y="12"/>
                  </a:cxn>
                  <a:cxn ang="0">
                    <a:pos x="40" y="96"/>
                  </a:cxn>
                  <a:cxn ang="0">
                    <a:pos x="53" y="163"/>
                  </a:cxn>
                  <a:cxn ang="0">
                    <a:pos x="107" y="225"/>
                  </a:cxn>
                  <a:cxn ang="0">
                    <a:pos x="49" y="238"/>
                  </a:cxn>
                  <a:cxn ang="0">
                    <a:pos x="15" y="171"/>
                  </a:cxn>
                  <a:cxn ang="0">
                    <a:pos x="0" y="28"/>
                  </a:cxn>
                  <a:cxn ang="0">
                    <a:pos x="12" y="0"/>
                  </a:cxn>
                  <a:cxn ang="0">
                    <a:pos x="12" y="0"/>
                  </a:cxn>
                </a:cxnLst>
                <a:rect l="0" t="0" r="0" b="0"/>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chemeClr val="accent2">
                  <a:alpha val="100000"/>
                </a:schemeClr>
              </a:solidFill>
              <a:ln w="9525">
                <a:noFill/>
              </a:ln>
            </p:spPr>
            <p:txBody>
              <a:bodyPr/>
              <a:lstStyle/>
              <a:p>
                <a:endParaRPr lang="zh-CN" altLang="en-US"/>
              </a:p>
            </p:txBody>
          </p:sp>
          <p:grpSp>
            <p:nvGrpSpPr>
              <p:cNvPr id="1065" name="Group 28"/>
              <p:cNvGrpSpPr/>
              <p:nvPr userDrawn="1"/>
            </p:nvGrpSpPr>
            <p:grpSpPr>
              <a:xfrm>
                <a:off x="5" y="3490"/>
                <a:ext cx="1124" cy="678"/>
                <a:chOff x="5" y="3490"/>
                <a:chExt cx="1124" cy="678"/>
              </a:xfrm>
            </p:grpSpPr>
            <p:sp>
              <p:nvSpPr>
                <p:cNvPr id="1066" name="Freeform 29"/>
                <p:cNvSpPr/>
                <p:nvPr userDrawn="1"/>
              </p:nvSpPr>
              <p:spPr>
                <a:xfrm>
                  <a:off x="669" y="4048"/>
                  <a:ext cx="75" cy="87"/>
                </a:xfrm>
                <a:custGeom>
                  <a:avLst/>
                  <a:gdLst/>
                  <a:ahLst/>
                  <a:cxnLst>
                    <a:cxn ang="0">
                      <a:pos x="55" y="0"/>
                    </a:cxn>
                    <a:cxn ang="0">
                      <a:pos x="20" y="33"/>
                    </a:cxn>
                    <a:cxn ang="0">
                      <a:pos x="0" y="87"/>
                    </a:cxn>
                    <a:cxn ang="0">
                      <a:pos x="40" y="80"/>
                    </a:cxn>
                    <a:cxn ang="0">
                      <a:pos x="52" y="42"/>
                    </a:cxn>
                    <a:cxn ang="0">
                      <a:pos x="75" y="14"/>
                    </a:cxn>
                    <a:cxn ang="0">
                      <a:pos x="55" y="0"/>
                    </a:cxn>
                    <a:cxn ang="0">
                      <a:pos x="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a:p>
              </p:txBody>
            </p:sp>
            <p:sp>
              <p:nvSpPr>
                <p:cNvPr id="1067" name="Freeform 30"/>
                <p:cNvSpPr/>
                <p:nvPr userDrawn="1"/>
              </p:nvSpPr>
              <p:spPr>
                <a:xfrm>
                  <a:off x="5" y="3728"/>
                  <a:ext cx="842" cy="440"/>
                </a:xfrm>
                <a:custGeom>
                  <a:avLst/>
                  <a:gdLst/>
                  <a:ahLst/>
                  <a:cxnLst>
                    <a:cxn ang="0">
                      <a:pos x="78" y="0"/>
                    </a:cxn>
                    <a:cxn ang="0">
                      <a:pos x="32" y="26"/>
                    </a:cxn>
                    <a:cxn ang="0">
                      <a:pos x="0" y="104"/>
                    </a:cxn>
                    <a:cxn ang="0">
                      <a:pos x="34" y="179"/>
                    </a:cxn>
                    <a:cxn ang="0">
                      <a:pos x="591" y="434"/>
                    </a:cxn>
                    <a:cxn ang="0">
                      <a:pos x="711" y="418"/>
                    </a:cxn>
                    <a:cxn ang="0">
                      <a:pos x="808" y="440"/>
                    </a:cxn>
                    <a:cxn ang="0">
                      <a:pos x="842" y="404"/>
                    </a:cxn>
                    <a:cxn ang="0">
                      <a:pos x="751" y="332"/>
                    </a:cxn>
                    <a:cxn ang="0">
                      <a:pos x="714" y="256"/>
                    </a:cxn>
                    <a:cxn ang="0">
                      <a:pos x="685" y="264"/>
                    </a:cxn>
                    <a:cxn ang="0">
                      <a:pos x="720" y="332"/>
                    </a:cxn>
                    <a:cxn ang="0">
                      <a:pos x="789" y="405"/>
                    </a:cxn>
                    <a:cxn ang="0">
                      <a:pos x="707" y="394"/>
                    </a:cxn>
                    <a:cxn ang="0">
                      <a:pos x="610" y="407"/>
                    </a:cxn>
                    <a:cxn ang="0">
                      <a:pos x="628" y="325"/>
                    </a:cxn>
                    <a:cxn ang="0">
                      <a:pos x="669" y="269"/>
                    </a:cxn>
                    <a:cxn ang="0">
                      <a:pos x="621" y="276"/>
                    </a:cxn>
                    <a:cxn ang="0">
                      <a:pos x="583" y="329"/>
                    </a:cxn>
                    <a:cxn ang="0">
                      <a:pos x="570" y="396"/>
                    </a:cxn>
                    <a:cxn ang="0">
                      <a:pos x="54" y="155"/>
                    </a:cxn>
                    <a:cxn ang="0">
                      <a:pos x="40" y="108"/>
                    </a:cxn>
                    <a:cxn ang="0">
                      <a:pos x="52" y="48"/>
                    </a:cxn>
                    <a:cxn ang="0">
                      <a:pos x="109" y="0"/>
                    </a:cxn>
                    <a:cxn ang="0">
                      <a:pos x="78" y="0"/>
                    </a:cxn>
                    <a:cxn ang="0">
                      <a:pos x="78"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a:p>
              </p:txBody>
            </p:sp>
            <p:sp>
              <p:nvSpPr>
                <p:cNvPr id="1068" name="Freeform 31"/>
                <p:cNvSpPr/>
                <p:nvPr userDrawn="1"/>
              </p:nvSpPr>
              <p:spPr>
                <a:xfrm>
                  <a:off x="106" y="3770"/>
                  <a:ext cx="80" cy="167"/>
                </a:xfrm>
                <a:custGeom>
                  <a:avLst/>
                  <a:gdLst/>
                  <a:ahLst/>
                  <a:cxnLst>
                    <a:cxn ang="0">
                      <a:pos x="58" y="0"/>
                    </a:cxn>
                    <a:cxn ang="0">
                      <a:pos x="10" y="53"/>
                    </a:cxn>
                    <a:cxn ang="0">
                      <a:pos x="0" y="115"/>
                    </a:cxn>
                    <a:cxn ang="0">
                      <a:pos x="17" y="157"/>
                    </a:cxn>
                    <a:cxn ang="0">
                      <a:pos x="47" y="167"/>
                    </a:cxn>
                    <a:cxn ang="0">
                      <a:pos x="38" y="77"/>
                    </a:cxn>
                    <a:cxn ang="0">
                      <a:pos x="80" y="8"/>
                    </a:cxn>
                    <a:cxn ang="0">
                      <a:pos x="58" y="0"/>
                    </a:cxn>
                    <a:cxn ang="0">
                      <a:pos x="58"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a:p>
              </p:txBody>
            </p:sp>
            <p:sp>
              <p:nvSpPr>
                <p:cNvPr id="1069" name="Freeform 32"/>
                <p:cNvSpPr/>
                <p:nvPr userDrawn="1"/>
              </p:nvSpPr>
              <p:spPr>
                <a:xfrm>
                  <a:off x="449" y="3490"/>
                  <a:ext cx="322" cy="594"/>
                </a:xfrm>
                <a:custGeom>
                  <a:avLst/>
                  <a:gdLst/>
                  <a:ahLst/>
                  <a:cxnLst>
                    <a:cxn ang="0">
                      <a:pos x="109" y="448"/>
                    </a:cxn>
                    <a:cxn ang="0">
                      <a:pos x="0" y="62"/>
                    </a:cxn>
                    <a:cxn ang="0">
                      <a:pos x="41" y="19"/>
                    </a:cxn>
                    <a:cxn ang="0">
                      <a:pos x="129" y="0"/>
                    </a:cxn>
                    <a:cxn ang="0">
                      <a:pos x="200" y="29"/>
                    </a:cxn>
                    <a:cxn ang="0">
                      <a:pos x="322" y="594"/>
                    </a:cxn>
                    <a:cxn ang="0">
                      <a:pos x="278" y="546"/>
                    </a:cxn>
                    <a:cxn ang="0">
                      <a:pos x="178" y="49"/>
                    </a:cxn>
                    <a:cxn ang="0">
                      <a:pos x="113" y="31"/>
                    </a:cxn>
                    <a:cxn ang="0">
                      <a:pos x="60" y="37"/>
                    </a:cxn>
                    <a:cxn ang="0">
                      <a:pos x="38" y="71"/>
                    </a:cxn>
                    <a:cxn ang="0">
                      <a:pos x="153" y="462"/>
                    </a:cxn>
                    <a:cxn ang="0">
                      <a:pos x="109" y="448"/>
                    </a:cxn>
                    <a:cxn ang="0">
                      <a:pos x="109" y="448"/>
                    </a:cxn>
                  </a:cxnLst>
                  <a:rect l="0" t="0" r="0" b="0"/>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chemeClr val="accent2">
                    <a:alpha val="100000"/>
                  </a:schemeClr>
                </a:solidFill>
                <a:ln w="9525">
                  <a:noFill/>
                </a:ln>
              </p:spPr>
              <p:txBody>
                <a:bodyPr/>
                <a:lstStyle/>
                <a:p>
                  <a:endParaRPr lang="zh-CN" altLang="en-US"/>
                </a:p>
              </p:txBody>
            </p:sp>
            <p:sp>
              <p:nvSpPr>
                <p:cNvPr id="1070" name="Freeform 33"/>
                <p:cNvSpPr/>
                <p:nvPr userDrawn="1"/>
              </p:nvSpPr>
              <p:spPr>
                <a:xfrm>
                  <a:off x="578" y="3650"/>
                  <a:ext cx="96" cy="252"/>
                </a:xfrm>
                <a:custGeom>
                  <a:avLst/>
                  <a:gdLst/>
                  <a:ahLst/>
                  <a:cxnLst>
                    <a:cxn ang="0">
                      <a:pos x="0" y="14"/>
                    </a:cxn>
                    <a:cxn ang="0">
                      <a:pos x="38" y="97"/>
                    </a:cxn>
                    <a:cxn ang="0">
                      <a:pos x="57" y="159"/>
                    </a:cxn>
                    <a:cxn ang="0">
                      <a:pos x="58" y="252"/>
                    </a:cxn>
                    <a:cxn ang="0">
                      <a:pos x="96" y="252"/>
                    </a:cxn>
                    <a:cxn ang="0">
                      <a:pos x="94" y="180"/>
                    </a:cxn>
                    <a:cxn ang="0">
                      <a:pos x="81" y="104"/>
                    </a:cxn>
                    <a:cxn ang="0">
                      <a:pos x="50" y="30"/>
                    </a:cxn>
                    <a:cxn ang="0">
                      <a:pos x="32" y="0"/>
                    </a:cxn>
                    <a:cxn ang="0">
                      <a:pos x="0" y="14"/>
                    </a:cxn>
                    <a:cxn ang="0">
                      <a:pos x="0" y="14"/>
                    </a:cxn>
                  </a:cxnLst>
                  <a:rect l="0" t="0" r="0" b="0"/>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chemeClr val="accent2">
                    <a:alpha val="100000"/>
                  </a:schemeClr>
                </a:solidFill>
                <a:ln w="9525">
                  <a:noFill/>
                </a:ln>
              </p:spPr>
              <p:txBody>
                <a:bodyPr/>
                <a:lstStyle/>
                <a:p>
                  <a:endParaRPr lang="zh-CN" altLang="en-US"/>
                </a:p>
              </p:txBody>
            </p:sp>
            <p:sp>
              <p:nvSpPr>
                <p:cNvPr id="1071" name="Freeform 34"/>
                <p:cNvSpPr/>
                <p:nvPr userDrawn="1"/>
              </p:nvSpPr>
              <p:spPr>
                <a:xfrm>
                  <a:off x="328" y="3630"/>
                  <a:ext cx="195" cy="135"/>
                </a:xfrm>
                <a:custGeom>
                  <a:avLst/>
                  <a:gdLst/>
                  <a:ahLst/>
                  <a:cxnLst>
                    <a:cxn ang="0">
                      <a:pos x="149" y="0"/>
                    </a:cxn>
                    <a:cxn ang="0">
                      <a:pos x="129" y="9"/>
                    </a:cxn>
                    <a:cxn ang="0">
                      <a:pos x="127" y="33"/>
                    </a:cxn>
                    <a:cxn ang="0">
                      <a:pos x="0" y="85"/>
                    </a:cxn>
                    <a:cxn ang="0">
                      <a:pos x="0" y="111"/>
                    </a:cxn>
                    <a:cxn ang="0">
                      <a:pos x="142" y="113"/>
                    </a:cxn>
                    <a:cxn ang="0">
                      <a:pos x="160" y="135"/>
                    </a:cxn>
                    <a:cxn ang="0">
                      <a:pos x="195" y="133"/>
                    </a:cxn>
                    <a:cxn ang="0">
                      <a:pos x="192" y="95"/>
                    </a:cxn>
                    <a:cxn ang="0">
                      <a:pos x="58" y="88"/>
                    </a:cxn>
                    <a:cxn ang="0">
                      <a:pos x="167" y="45"/>
                    </a:cxn>
                    <a:cxn ang="0">
                      <a:pos x="149" y="0"/>
                    </a:cxn>
                    <a:cxn ang="0">
                      <a:pos x="149" y="0"/>
                    </a:cxn>
                  </a:cxnLst>
                  <a:rect l="0" t="0" r="0" b="0"/>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chemeClr val="accent2">
                    <a:alpha val="100000"/>
                  </a:schemeClr>
                </a:solidFill>
                <a:ln w="9525">
                  <a:noFill/>
                </a:ln>
              </p:spPr>
              <p:txBody>
                <a:bodyPr/>
                <a:lstStyle/>
                <a:p>
                  <a:endParaRPr lang="zh-CN" altLang="en-US"/>
                </a:p>
              </p:txBody>
            </p:sp>
            <p:sp>
              <p:nvSpPr>
                <p:cNvPr id="1072" name="Freeform 35"/>
                <p:cNvSpPr/>
                <p:nvPr userDrawn="1"/>
              </p:nvSpPr>
              <p:spPr>
                <a:xfrm>
                  <a:off x="658" y="3538"/>
                  <a:ext cx="471" cy="212"/>
                </a:xfrm>
                <a:custGeom>
                  <a:avLst/>
                  <a:gdLst/>
                  <a:ahLst/>
                  <a:cxnLst>
                    <a:cxn ang="0">
                      <a:pos x="0" y="66"/>
                    </a:cxn>
                    <a:cxn ang="0">
                      <a:pos x="432" y="0"/>
                    </a:cxn>
                    <a:cxn ang="0">
                      <a:pos x="463" y="39"/>
                    </a:cxn>
                    <a:cxn ang="0">
                      <a:pos x="471" y="91"/>
                    </a:cxn>
                    <a:cxn ang="0">
                      <a:pos x="452" y="141"/>
                    </a:cxn>
                    <a:cxn ang="0">
                      <a:pos x="29" y="212"/>
                    </a:cxn>
                    <a:cxn ang="0">
                      <a:pos x="27" y="192"/>
                    </a:cxn>
                    <a:cxn ang="0">
                      <a:pos x="432" y="121"/>
                    </a:cxn>
                    <a:cxn ang="0">
                      <a:pos x="447" y="73"/>
                    </a:cxn>
                    <a:cxn ang="0">
                      <a:pos x="420" y="29"/>
                    </a:cxn>
                    <a:cxn ang="0">
                      <a:pos x="0" y="93"/>
                    </a:cxn>
                    <a:cxn ang="0">
                      <a:pos x="0" y="66"/>
                    </a:cxn>
                    <a:cxn ang="0">
                      <a:pos x="0" y="66"/>
                    </a:cxn>
                  </a:cxnLst>
                  <a:rect l="0" t="0" r="0" b="0"/>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chemeClr val="accent2">
                    <a:alpha val="100000"/>
                  </a:schemeClr>
                </a:solidFill>
                <a:ln w="9525">
                  <a:noFill/>
                </a:ln>
              </p:spPr>
              <p:txBody>
                <a:bodyPr/>
                <a:lstStyle/>
                <a:p>
                  <a:endParaRPr lang="zh-CN" altLang="en-US"/>
                </a:p>
              </p:txBody>
            </p:sp>
            <p:sp>
              <p:nvSpPr>
                <p:cNvPr id="1073" name="Freeform 36"/>
                <p:cNvSpPr/>
                <p:nvPr userDrawn="1"/>
              </p:nvSpPr>
              <p:spPr>
                <a:xfrm>
                  <a:off x="717" y="3606"/>
                  <a:ext cx="245" cy="86"/>
                </a:xfrm>
                <a:custGeom>
                  <a:avLst/>
                  <a:gdLst/>
                  <a:ahLst/>
                  <a:cxnLst>
                    <a:cxn ang="0">
                      <a:pos x="0" y="63"/>
                    </a:cxn>
                    <a:cxn ang="0">
                      <a:pos x="33" y="86"/>
                    </a:cxn>
                    <a:cxn ang="0">
                      <a:pos x="111" y="83"/>
                    </a:cxn>
                    <a:cxn ang="0">
                      <a:pos x="210" y="58"/>
                    </a:cxn>
                    <a:cxn ang="0">
                      <a:pos x="245" y="21"/>
                    </a:cxn>
                    <a:cxn ang="0">
                      <a:pos x="222" y="1"/>
                    </a:cxn>
                    <a:cxn ang="0">
                      <a:pos x="127" y="0"/>
                    </a:cxn>
                    <a:cxn ang="0">
                      <a:pos x="55" y="6"/>
                    </a:cxn>
                    <a:cxn ang="0">
                      <a:pos x="8" y="38"/>
                    </a:cxn>
                    <a:cxn ang="0">
                      <a:pos x="56" y="47"/>
                    </a:cxn>
                    <a:cxn ang="0">
                      <a:pos x="138" y="26"/>
                    </a:cxn>
                    <a:cxn ang="0">
                      <a:pos x="209" y="26"/>
                    </a:cxn>
                    <a:cxn ang="0">
                      <a:pos x="135" y="55"/>
                    </a:cxn>
                    <a:cxn ang="0">
                      <a:pos x="71" y="63"/>
                    </a:cxn>
                    <a:cxn ang="0">
                      <a:pos x="0" y="63"/>
                    </a:cxn>
                    <a:cxn ang="0">
                      <a:pos x="0" y="63"/>
                    </a:cxn>
                  </a:cxnLst>
                  <a:rect l="0" t="0" r="0" b="0"/>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chemeClr val="accent2">
                    <a:alpha val="100000"/>
                  </a:schemeClr>
                </a:solidFill>
                <a:ln w="9525">
                  <a:noFill/>
                </a:ln>
              </p:spPr>
              <p:txBody>
                <a:bodyPr/>
                <a:lstStyle/>
                <a:p>
                  <a:endParaRPr lang="zh-CN" altLang="en-US"/>
                </a:p>
              </p:txBody>
            </p:sp>
          </p:grpSp>
        </p:grpSp>
      </p:grpSp>
      <p:grpSp>
        <p:nvGrpSpPr>
          <p:cNvPr id="1035" name="Group 37"/>
          <p:cNvGrpSpPr/>
          <p:nvPr/>
        </p:nvGrpSpPr>
        <p:grpSpPr>
          <a:xfrm>
            <a:off x="8680450" y="2116138"/>
            <a:ext cx="385763" cy="4308475"/>
            <a:chOff x="5468" y="1333"/>
            <a:chExt cx="243" cy="2714"/>
          </a:xfrm>
        </p:grpSpPr>
        <p:sp>
          <p:nvSpPr>
            <p:cNvPr id="1049" name="Freeform 38"/>
            <p:cNvSpPr/>
            <p:nvPr userDrawn="1"/>
          </p:nvSpPr>
          <p:spPr>
            <a:xfrm flipH="1">
              <a:off x="5468" y="2620"/>
              <a:ext cx="205" cy="1427"/>
            </a:xfrm>
            <a:custGeom>
              <a:avLst/>
              <a:gdLst/>
              <a:ahLst/>
              <a:cxnLst>
                <a:cxn ang="0">
                  <a:pos x="184" y="1379"/>
                </a:cxn>
                <a:cxn ang="0">
                  <a:pos x="101" y="1287"/>
                </a:cxn>
                <a:cxn ang="0">
                  <a:pos x="85" y="1216"/>
                </a:cxn>
                <a:cxn ang="0">
                  <a:pos x="99" y="1111"/>
                </a:cxn>
                <a:cxn ang="0">
                  <a:pos x="157" y="984"/>
                </a:cxn>
                <a:cxn ang="0">
                  <a:pos x="170" y="904"/>
                </a:cxn>
                <a:cxn ang="0">
                  <a:pos x="157" y="851"/>
                </a:cxn>
                <a:cxn ang="0">
                  <a:pos x="106" y="812"/>
                </a:cxn>
                <a:cxn ang="0">
                  <a:pos x="96" y="763"/>
                </a:cxn>
                <a:cxn ang="0">
                  <a:pos x="114" y="693"/>
                </a:cxn>
                <a:cxn ang="0">
                  <a:pos x="197" y="505"/>
                </a:cxn>
                <a:cxn ang="0">
                  <a:pos x="205" y="413"/>
                </a:cxn>
                <a:cxn ang="0">
                  <a:pos x="184" y="312"/>
                </a:cxn>
                <a:cxn ang="0">
                  <a:pos x="114" y="263"/>
                </a:cxn>
                <a:cxn ang="0">
                  <a:pos x="53" y="184"/>
                </a:cxn>
                <a:cxn ang="0">
                  <a:pos x="0" y="0"/>
                </a:cxn>
                <a:cxn ang="0">
                  <a:pos x="8" y="167"/>
                </a:cxn>
                <a:cxn ang="0">
                  <a:pos x="48" y="267"/>
                </a:cxn>
                <a:cxn ang="0">
                  <a:pos x="101" y="329"/>
                </a:cxn>
                <a:cxn ang="0">
                  <a:pos x="160" y="364"/>
                </a:cxn>
                <a:cxn ang="0">
                  <a:pos x="163" y="456"/>
                </a:cxn>
                <a:cxn ang="0">
                  <a:pos x="133" y="553"/>
                </a:cxn>
                <a:cxn ang="0">
                  <a:pos x="64" y="724"/>
                </a:cxn>
                <a:cxn ang="0">
                  <a:pos x="61" y="834"/>
                </a:cxn>
                <a:cxn ang="0">
                  <a:pos x="125" y="895"/>
                </a:cxn>
                <a:cxn ang="0">
                  <a:pos x="122" y="952"/>
                </a:cxn>
                <a:cxn ang="0">
                  <a:pos x="66" y="1071"/>
                </a:cxn>
                <a:cxn ang="0">
                  <a:pos x="42" y="1185"/>
                </a:cxn>
                <a:cxn ang="0">
                  <a:pos x="64" y="1308"/>
                </a:cxn>
                <a:cxn ang="0">
                  <a:pos x="114" y="1374"/>
                </a:cxn>
                <a:cxn ang="0">
                  <a:pos x="178" y="1427"/>
                </a:cxn>
                <a:cxn ang="0">
                  <a:pos x="184" y="1379"/>
                </a:cxn>
                <a:cxn ang="0">
                  <a:pos x="184" y="1379"/>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a:p>
          </p:txBody>
        </p:sp>
        <p:sp>
          <p:nvSpPr>
            <p:cNvPr id="1050" name="Freeform 39"/>
            <p:cNvSpPr/>
            <p:nvPr userDrawn="1"/>
          </p:nvSpPr>
          <p:spPr>
            <a:xfrm flipH="1">
              <a:off x="5506" y="1333"/>
              <a:ext cx="205" cy="1633"/>
            </a:xfrm>
            <a:custGeom>
              <a:avLst/>
              <a:gdLst/>
              <a:ahLst/>
              <a:cxnLst>
                <a:cxn ang="0">
                  <a:pos x="184" y="1578"/>
                </a:cxn>
                <a:cxn ang="0">
                  <a:pos x="101" y="1473"/>
                </a:cxn>
                <a:cxn ang="0">
                  <a:pos x="85" y="1392"/>
                </a:cxn>
                <a:cxn ang="0">
                  <a:pos x="99" y="1271"/>
                </a:cxn>
                <a:cxn ang="0">
                  <a:pos x="157" y="1126"/>
                </a:cxn>
                <a:cxn ang="0">
                  <a:pos x="170" y="1035"/>
                </a:cxn>
                <a:cxn ang="0">
                  <a:pos x="157" y="974"/>
                </a:cxn>
                <a:cxn ang="0">
                  <a:pos x="106" y="930"/>
                </a:cxn>
                <a:cxn ang="0">
                  <a:pos x="96" y="874"/>
                </a:cxn>
                <a:cxn ang="0">
                  <a:pos x="114" y="794"/>
                </a:cxn>
                <a:cxn ang="0">
                  <a:pos x="197" y="578"/>
                </a:cxn>
                <a:cxn ang="0">
                  <a:pos x="205" y="473"/>
                </a:cxn>
                <a:cxn ang="0">
                  <a:pos x="184" y="357"/>
                </a:cxn>
                <a:cxn ang="0">
                  <a:pos x="114" y="302"/>
                </a:cxn>
                <a:cxn ang="0">
                  <a:pos x="53" y="211"/>
                </a:cxn>
                <a:cxn ang="0">
                  <a:pos x="0" y="0"/>
                </a:cxn>
                <a:cxn ang="0">
                  <a:pos x="8" y="191"/>
                </a:cxn>
                <a:cxn ang="0">
                  <a:pos x="48" y="306"/>
                </a:cxn>
                <a:cxn ang="0">
                  <a:pos x="101" y="377"/>
                </a:cxn>
                <a:cxn ang="0">
                  <a:pos x="160" y="417"/>
                </a:cxn>
                <a:cxn ang="0">
                  <a:pos x="163" y="522"/>
                </a:cxn>
                <a:cxn ang="0">
                  <a:pos x="133" y="633"/>
                </a:cxn>
                <a:cxn ang="0">
                  <a:pos x="64" y="829"/>
                </a:cxn>
                <a:cxn ang="0">
                  <a:pos x="61" y="955"/>
                </a:cxn>
                <a:cxn ang="0">
                  <a:pos x="125" y="1025"/>
                </a:cxn>
                <a:cxn ang="0">
                  <a:pos x="122" y="1090"/>
                </a:cxn>
                <a:cxn ang="0">
                  <a:pos x="66" y="1226"/>
                </a:cxn>
                <a:cxn ang="0">
                  <a:pos x="42" y="1357"/>
                </a:cxn>
                <a:cxn ang="0">
                  <a:pos x="64" y="1497"/>
                </a:cxn>
                <a:cxn ang="0">
                  <a:pos x="114" y="1572"/>
                </a:cxn>
                <a:cxn ang="0">
                  <a:pos x="178" y="1633"/>
                </a:cxn>
                <a:cxn ang="0">
                  <a:pos x="184" y="1578"/>
                </a:cxn>
                <a:cxn ang="0">
                  <a:pos x="184" y="1578"/>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a:p>
          </p:txBody>
        </p:sp>
      </p:grpSp>
      <p:grpSp>
        <p:nvGrpSpPr>
          <p:cNvPr id="1036" name="Group 40"/>
          <p:cNvGrpSpPr/>
          <p:nvPr/>
        </p:nvGrpSpPr>
        <p:grpSpPr>
          <a:xfrm>
            <a:off x="7318375" y="90488"/>
            <a:ext cx="2133600" cy="1911350"/>
            <a:chOff x="4610" y="57"/>
            <a:chExt cx="1344" cy="1204"/>
          </a:xfrm>
        </p:grpSpPr>
        <p:grpSp>
          <p:nvGrpSpPr>
            <p:cNvPr id="1037" name="Group 41"/>
            <p:cNvGrpSpPr/>
            <p:nvPr userDrawn="1"/>
          </p:nvGrpSpPr>
          <p:grpSpPr>
            <a:xfrm>
              <a:off x="4610" y="57"/>
              <a:ext cx="1344" cy="1204"/>
              <a:chOff x="4610" y="57"/>
              <a:chExt cx="1344" cy="1204"/>
            </a:xfrm>
          </p:grpSpPr>
          <p:sp>
            <p:nvSpPr>
              <p:cNvPr id="1039" name="Freeform 42"/>
              <p:cNvSpPr/>
              <p:nvPr userDrawn="1"/>
            </p:nvSpPr>
            <p:spPr>
              <a:xfrm rot="-3172564">
                <a:off x="5430" y="1086"/>
                <a:ext cx="62" cy="288"/>
              </a:xfrm>
              <a:custGeom>
                <a:avLst/>
                <a:gdLst/>
                <a:ahLst/>
                <a:cxnLst>
                  <a:cxn ang="0">
                    <a:pos x="31" y="3"/>
                  </a:cxn>
                  <a:cxn ang="0">
                    <a:pos x="33" y="122"/>
                  </a:cxn>
                  <a:cxn ang="0">
                    <a:pos x="0" y="288"/>
                  </a:cxn>
                  <a:cxn ang="0">
                    <a:pos x="20" y="282"/>
                  </a:cxn>
                  <a:cxn ang="0">
                    <a:pos x="55" y="134"/>
                  </a:cxn>
                  <a:cxn ang="0">
                    <a:pos x="62" y="0"/>
                  </a:cxn>
                  <a:cxn ang="0">
                    <a:pos x="31" y="3"/>
                  </a:cxn>
                  <a:cxn ang="0">
                    <a:pos x="31" y="3"/>
                  </a:cxn>
                </a:cxnLst>
                <a:rect l="0" t="0" r="0" b="0"/>
                <a:pathLst>
                  <a:path w="245" h="806">
                    <a:moveTo>
                      <a:pt x="123" y="9"/>
                    </a:moveTo>
                    <a:lnTo>
                      <a:pt x="131" y="342"/>
                    </a:lnTo>
                    <a:lnTo>
                      <a:pt x="0" y="806"/>
                    </a:lnTo>
                    <a:lnTo>
                      <a:pt x="79" y="789"/>
                    </a:lnTo>
                    <a:lnTo>
                      <a:pt x="218" y="376"/>
                    </a:lnTo>
                    <a:lnTo>
                      <a:pt x="245" y="0"/>
                    </a:lnTo>
                    <a:lnTo>
                      <a:pt x="123" y="9"/>
                    </a:lnTo>
                    <a:lnTo>
                      <a:pt x="123" y="9"/>
                    </a:lnTo>
                    <a:close/>
                  </a:path>
                </a:pathLst>
              </a:custGeom>
              <a:solidFill>
                <a:schemeClr val="accent2">
                  <a:alpha val="100000"/>
                </a:schemeClr>
              </a:solidFill>
              <a:ln w="9525">
                <a:noFill/>
              </a:ln>
            </p:spPr>
            <p:txBody>
              <a:bodyPr/>
              <a:lstStyle/>
              <a:p>
                <a:endParaRPr lang="zh-CN" altLang="en-US"/>
              </a:p>
            </p:txBody>
          </p:sp>
          <p:grpSp>
            <p:nvGrpSpPr>
              <p:cNvPr id="1040" name="Group 43"/>
              <p:cNvGrpSpPr/>
              <p:nvPr userDrawn="1"/>
            </p:nvGrpSpPr>
            <p:grpSpPr>
              <a:xfrm>
                <a:off x="4610" y="57"/>
                <a:ext cx="1344" cy="985"/>
                <a:chOff x="4610" y="57"/>
                <a:chExt cx="1344" cy="985"/>
              </a:xfrm>
            </p:grpSpPr>
            <p:sp>
              <p:nvSpPr>
                <p:cNvPr id="1041" name="Freeform 44"/>
                <p:cNvSpPr/>
                <p:nvPr userDrawn="1"/>
              </p:nvSpPr>
              <p:spPr>
                <a:xfrm rot="-3172564">
                  <a:off x="4966" y="71"/>
                  <a:ext cx="153" cy="125"/>
                </a:xfrm>
                <a:custGeom>
                  <a:avLst/>
                  <a:gdLst/>
                  <a:ahLst/>
                  <a:cxnLst>
                    <a:cxn ang="0">
                      <a:pos x="0" y="0"/>
                    </a:cxn>
                    <a:cxn ang="0">
                      <a:pos x="75" y="66"/>
                    </a:cxn>
                    <a:cxn ang="0">
                      <a:pos x="127" y="125"/>
                    </a:cxn>
                    <a:cxn ang="0">
                      <a:pos x="153" y="50"/>
                    </a:cxn>
                    <a:cxn ang="0">
                      <a:pos x="91" y="3"/>
                    </a:cxn>
                    <a:cxn ang="0">
                      <a:pos x="118" y="66"/>
                    </a:cxn>
                    <a:cxn ang="0">
                      <a:pos x="33" y="6"/>
                    </a:cxn>
                    <a:cxn ang="0">
                      <a:pos x="0" y="0"/>
                    </a:cxn>
                    <a:cxn ang="0">
                      <a:pos x="0" y="0"/>
                    </a:cxn>
                  </a:cxnLst>
                  <a:rect l="0" t="0" r="0" b="0"/>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chemeClr val="accent2">
                    <a:alpha val="100000"/>
                  </a:schemeClr>
                </a:solidFill>
                <a:ln w="9525">
                  <a:noFill/>
                </a:ln>
              </p:spPr>
              <p:txBody>
                <a:bodyPr/>
                <a:lstStyle/>
                <a:p>
                  <a:endParaRPr lang="zh-CN" altLang="en-US"/>
                </a:p>
              </p:txBody>
            </p:sp>
            <p:sp>
              <p:nvSpPr>
                <p:cNvPr id="1042" name="Freeform 45"/>
                <p:cNvSpPr/>
                <p:nvPr userDrawn="1"/>
              </p:nvSpPr>
              <p:spPr>
                <a:xfrm rot="-3172564">
                  <a:off x="5048" y="331"/>
                  <a:ext cx="269" cy="438"/>
                </a:xfrm>
                <a:custGeom>
                  <a:avLst/>
                  <a:gdLst/>
                  <a:ahLst/>
                  <a:cxnLst>
                    <a:cxn ang="0">
                      <a:pos x="187" y="46"/>
                    </a:cxn>
                    <a:cxn ang="0">
                      <a:pos x="123" y="125"/>
                    </a:cxn>
                    <a:cxn ang="0">
                      <a:pos x="41" y="271"/>
                    </a:cxn>
                    <a:cxn ang="0">
                      <a:pos x="0" y="392"/>
                    </a:cxn>
                    <a:cxn ang="0">
                      <a:pos x="15" y="438"/>
                    </a:cxn>
                    <a:cxn ang="0">
                      <a:pos x="66" y="428"/>
                    </a:cxn>
                    <a:cxn ang="0">
                      <a:pos x="146" y="325"/>
                    </a:cxn>
                    <a:cxn ang="0">
                      <a:pos x="221" y="190"/>
                    </a:cxn>
                    <a:cxn ang="0">
                      <a:pos x="261" y="96"/>
                    </a:cxn>
                    <a:cxn ang="0">
                      <a:pos x="269" y="30"/>
                    </a:cxn>
                    <a:cxn ang="0">
                      <a:pos x="247" y="0"/>
                    </a:cxn>
                    <a:cxn ang="0">
                      <a:pos x="211" y="23"/>
                    </a:cxn>
                    <a:cxn ang="0">
                      <a:pos x="245" y="38"/>
                    </a:cxn>
                    <a:cxn ang="0">
                      <a:pos x="221" y="125"/>
                    </a:cxn>
                    <a:cxn ang="0">
                      <a:pos x="174" y="234"/>
                    </a:cxn>
                    <a:cxn ang="0">
                      <a:pos x="88" y="359"/>
                    </a:cxn>
                    <a:cxn ang="0">
                      <a:pos x="29" y="397"/>
                    </a:cxn>
                    <a:cxn ang="0">
                      <a:pos x="34" y="336"/>
                    </a:cxn>
                    <a:cxn ang="0">
                      <a:pos x="110" y="179"/>
                    </a:cxn>
                    <a:cxn ang="0">
                      <a:pos x="210" y="42"/>
                    </a:cxn>
                    <a:cxn ang="0">
                      <a:pos x="187" y="46"/>
                    </a:cxn>
                    <a:cxn ang="0">
                      <a:pos x="187" y="46"/>
                    </a:cxn>
                  </a:cxnLst>
                  <a:rect l="0" t="0" r="0" b="0"/>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chemeClr val="accent2">
                    <a:alpha val="100000"/>
                  </a:schemeClr>
                </a:solidFill>
                <a:ln w="9525">
                  <a:noFill/>
                </a:ln>
              </p:spPr>
              <p:txBody>
                <a:bodyPr/>
                <a:lstStyle/>
                <a:p>
                  <a:endParaRPr lang="zh-CN" altLang="en-US"/>
                </a:p>
              </p:txBody>
            </p:sp>
            <p:sp>
              <p:nvSpPr>
                <p:cNvPr id="1043" name="Freeform 46"/>
                <p:cNvSpPr/>
                <p:nvPr userDrawn="1"/>
              </p:nvSpPr>
              <p:spPr>
                <a:xfrm rot="-3172564">
                  <a:off x="4858" y="181"/>
                  <a:ext cx="505" cy="898"/>
                </a:xfrm>
                <a:custGeom>
                  <a:avLst/>
                  <a:gdLst/>
                  <a:ahLst/>
                  <a:cxnLst>
                    <a:cxn ang="0">
                      <a:pos x="490" y="0"/>
                    </a:cxn>
                    <a:cxn ang="0">
                      <a:pos x="0" y="898"/>
                    </a:cxn>
                    <a:cxn ang="0">
                      <a:pos x="48" y="873"/>
                    </a:cxn>
                    <a:cxn ang="0">
                      <a:pos x="505" y="22"/>
                    </a:cxn>
                    <a:cxn ang="0">
                      <a:pos x="490" y="0"/>
                    </a:cxn>
                    <a:cxn ang="0">
                      <a:pos x="490" y="0"/>
                    </a:cxn>
                  </a:cxnLst>
                  <a:rect l="0" t="0" r="0" b="0"/>
                  <a:pathLst>
                    <a:path w="2002" h="2521">
                      <a:moveTo>
                        <a:pt x="1941" y="0"/>
                      </a:moveTo>
                      <a:lnTo>
                        <a:pt x="0" y="2521"/>
                      </a:lnTo>
                      <a:lnTo>
                        <a:pt x="192" y="2450"/>
                      </a:lnTo>
                      <a:lnTo>
                        <a:pt x="2002" y="61"/>
                      </a:lnTo>
                      <a:lnTo>
                        <a:pt x="1941" y="0"/>
                      </a:lnTo>
                      <a:lnTo>
                        <a:pt x="1941" y="0"/>
                      </a:lnTo>
                      <a:close/>
                    </a:path>
                  </a:pathLst>
                </a:custGeom>
                <a:solidFill>
                  <a:schemeClr val="accent2">
                    <a:alpha val="100000"/>
                  </a:schemeClr>
                </a:solidFill>
                <a:ln w="9525">
                  <a:noFill/>
                </a:ln>
              </p:spPr>
              <p:txBody>
                <a:bodyPr/>
                <a:lstStyle/>
                <a:p>
                  <a:endParaRPr lang="zh-CN" altLang="en-US"/>
                </a:p>
              </p:txBody>
            </p:sp>
            <p:sp>
              <p:nvSpPr>
                <p:cNvPr id="1044" name="Freeform 47"/>
                <p:cNvSpPr/>
                <p:nvPr userDrawn="1"/>
              </p:nvSpPr>
              <p:spPr>
                <a:xfrm rot="-3172564">
                  <a:off x="4903" y="-19"/>
                  <a:ext cx="758" cy="1344"/>
                </a:xfrm>
                <a:custGeom>
                  <a:avLst/>
                  <a:gdLst/>
                  <a:ahLst/>
                  <a:cxnLst>
                    <a:cxn ang="0">
                      <a:pos x="24" y="1014"/>
                    </a:cxn>
                    <a:cxn ang="0">
                      <a:pos x="99" y="1010"/>
                    </a:cxn>
                    <a:cxn ang="0">
                      <a:pos x="207" y="1072"/>
                    </a:cxn>
                    <a:cxn ang="0">
                      <a:pos x="172" y="1004"/>
                    </a:cxn>
                    <a:cxn ang="0">
                      <a:pos x="93" y="963"/>
                    </a:cxn>
                    <a:cxn ang="0">
                      <a:pos x="161" y="969"/>
                    </a:cxn>
                    <a:cxn ang="0">
                      <a:pos x="247" y="1023"/>
                    </a:cxn>
                    <a:cxn ang="0">
                      <a:pos x="721" y="150"/>
                    </a:cxn>
                    <a:cxn ang="0">
                      <a:pos x="650" y="53"/>
                    </a:cxn>
                    <a:cxn ang="0">
                      <a:pos x="582" y="0"/>
                    </a:cxn>
                    <a:cxn ang="0">
                      <a:pos x="679" y="28"/>
                    </a:cxn>
                    <a:cxn ang="0">
                      <a:pos x="758" y="153"/>
                    </a:cxn>
                    <a:cxn ang="0">
                      <a:pos x="209" y="1167"/>
                    </a:cxn>
                    <a:cxn ang="0">
                      <a:pos x="121" y="1216"/>
                    </a:cxn>
                    <a:cxn ang="0">
                      <a:pos x="26" y="1344"/>
                    </a:cxn>
                    <a:cxn ang="0">
                      <a:pos x="0" y="1307"/>
                    </a:cxn>
                    <a:cxn ang="0">
                      <a:pos x="33" y="1294"/>
                    </a:cxn>
                    <a:cxn ang="0">
                      <a:pos x="95" y="1206"/>
                    </a:cxn>
                    <a:cxn ang="0">
                      <a:pos x="42" y="1167"/>
                    </a:cxn>
                    <a:cxn ang="0">
                      <a:pos x="42" y="1132"/>
                    </a:cxn>
                    <a:cxn ang="0">
                      <a:pos x="104" y="1175"/>
                    </a:cxn>
                    <a:cxn ang="0">
                      <a:pos x="104" y="1136"/>
                    </a:cxn>
                    <a:cxn ang="0">
                      <a:pos x="152" y="1148"/>
                    </a:cxn>
                    <a:cxn ang="0">
                      <a:pos x="108" y="1097"/>
                    </a:cxn>
                    <a:cxn ang="0">
                      <a:pos x="159" y="1091"/>
                    </a:cxn>
                    <a:cxn ang="0">
                      <a:pos x="24" y="1014"/>
                    </a:cxn>
                    <a:cxn ang="0">
                      <a:pos x="24" y="1014"/>
                    </a:cxn>
                  </a:cxnLst>
                  <a:rect l="0" t="0" r="0" b="0"/>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chemeClr val="accent2">
                    <a:alpha val="100000"/>
                  </a:schemeClr>
                </a:solidFill>
                <a:ln w="9525">
                  <a:noFill/>
                </a:ln>
              </p:spPr>
              <p:txBody>
                <a:bodyPr/>
                <a:lstStyle/>
                <a:p>
                  <a:endParaRPr lang="zh-CN" altLang="en-US"/>
                </a:p>
              </p:txBody>
            </p:sp>
            <p:sp>
              <p:nvSpPr>
                <p:cNvPr id="1045" name="Freeform 48"/>
                <p:cNvSpPr/>
                <p:nvPr userDrawn="1"/>
              </p:nvSpPr>
              <p:spPr>
                <a:xfrm rot="-3172564">
                  <a:off x="5297" y="896"/>
                  <a:ext cx="169" cy="122"/>
                </a:xfrm>
                <a:custGeom>
                  <a:avLst/>
                  <a:gdLst/>
                  <a:ahLst/>
                  <a:cxnLst>
                    <a:cxn ang="0">
                      <a:pos x="0" y="29"/>
                    </a:cxn>
                    <a:cxn ang="0">
                      <a:pos x="64" y="38"/>
                    </a:cxn>
                    <a:cxn ang="0">
                      <a:pos x="160" y="122"/>
                    </a:cxn>
                    <a:cxn ang="0">
                      <a:pos x="169" y="103"/>
                    </a:cxn>
                    <a:cxn ang="0">
                      <a:pos x="112" y="41"/>
                    </a:cxn>
                    <a:cxn ang="0">
                      <a:pos x="7" y="0"/>
                    </a:cxn>
                    <a:cxn ang="0">
                      <a:pos x="0" y="29"/>
                    </a:cxn>
                    <a:cxn ang="0">
                      <a:pos x="0" y="29"/>
                    </a:cxn>
                  </a:cxnLst>
                  <a:rect l="0" t="0" r="0" b="0"/>
                  <a:pathLst>
                    <a:path w="673" h="342">
                      <a:moveTo>
                        <a:pt x="0" y="80"/>
                      </a:moveTo>
                      <a:lnTo>
                        <a:pt x="255" y="106"/>
                      </a:lnTo>
                      <a:lnTo>
                        <a:pt x="639" y="342"/>
                      </a:lnTo>
                      <a:lnTo>
                        <a:pt x="673" y="289"/>
                      </a:lnTo>
                      <a:lnTo>
                        <a:pt x="447" y="114"/>
                      </a:lnTo>
                      <a:lnTo>
                        <a:pt x="26" y="0"/>
                      </a:lnTo>
                      <a:lnTo>
                        <a:pt x="0" y="80"/>
                      </a:lnTo>
                      <a:lnTo>
                        <a:pt x="0" y="80"/>
                      </a:lnTo>
                      <a:close/>
                    </a:path>
                  </a:pathLst>
                </a:custGeom>
                <a:solidFill>
                  <a:schemeClr val="accent2">
                    <a:alpha val="100000"/>
                  </a:schemeClr>
                </a:solidFill>
                <a:ln w="9525">
                  <a:noFill/>
                </a:ln>
              </p:spPr>
              <p:txBody>
                <a:bodyPr/>
                <a:lstStyle/>
                <a:p>
                  <a:endParaRPr lang="zh-CN" altLang="en-US"/>
                </a:p>
              </p:txBody>
            </p:sp>
            <p:sp>
              <p:nvSpPr>
                <p:cNvPr id="1046" name="Freeform 49"/>
                <p:cNvSpPr/>
                <p:nvPr userDrawn="1"/>
              </p:nvSpPr>
              <p:spPr>
                <a:xfrm rot="-3172564">
                  <a:off x="5253" y="805"/>
                  <a:ext cx="181" cy="144"/>
                </a:xfrm>
                <a:custGeom>
                  <a:avLst/>
                  <a:gdLst/>
                  <a:ahLst/>
                  <a:cxnLst>
                    <a:cxn ang="0">
                      <a:pos x="0" y="28"/>
                    </a:cxn>
                    <a:cxn ang="0">
                      <a:pos x="86" y="53"/>
                    </a:cxn>
                    <a:cxn ang="0">
                      <a:pos x="161" y="144"/>
                    </a:cxn>
                    <a:cxn ang="0">
                      <a:pos x="181" y="106"/>
                    </a:cxn>
                    <a:cxn ang="0">
                      <a:pos x="106" y="41"/>
                    </a:cxn>
                    <a:cxn ang="0">
                      <a:pos x="18" y="0"/>
                    </a:cxn>
                    <a:cxn ang="0">
                      <a:pos x="0" y="28"/>
                    </a:cxn>
                    <a:cxn ang="0">
                      <a:pos x="0" y="28"/>
                    </a:cxn>
                  </a:cxnLst>
                  <a:rect l="0" t="0" r="0" b="0"/>
                  <a:pathLst>
                    <a:path w="716" h="403">
                      <a:moveTo>
                        <a:pt x="0" y="78"/>
                      </a:moveTo>
                      <a:lnTo>
                        <a:pt x="340" y="148"/>
                      </a:lnTo>
                      <a:lnTo>
                        <a:pt x="638" y="403"/>
                      </a:lnTo>
                      <a:lnTo>
                        <a:pt x="716" y="296"/>
                      </a:lnTo>
                      <a:lnTo>
                        <a:pt x="420" y="114"/>
                      </a:lnTo>
                      <a:lnTo>
                        <a:pt x="70" y="0"/>
                      </a:lnTo>
                      <a:lnTo>
                        <a:pt x="0" y="78"/>
                      </a:lnTo>
                      <a:lnTo>
                        <a:pt x="0" y="78"/>
                      </a:lnTo>
                      <a:close/>
                    </a:path>
                  </a:pathLst>
                </a:custGeom>
                <a:solidFill>
                  <a:schemeClr val="accent2">
                    <a:alpha val="100000"/>
                  </a:schemeClr>
                </a:solidFill>
                <a:ln w="9525">
                  <a:noFill/>
                </a:ln>
              </p:spPr>
              <p:txBody>
                <a:bodyPr/>
                <a:lstStyle/>
                <a:p>
                  <a:endParaRPr lang="zh-CN" altLang="en-US"/>
                </a:p>
              </p:txBody>
            </p:sp>
            <p:sp>
              <p:nvSpPr>
                <p:cNvPr id="1047" name="Freeform 50"/>
                <p:cNvSpPr/>
                <p:nvPr userDrawn="1"/>
              </p:nvSpPr>
              <p:spPr>
                <a:xfrm rot="-3172564">
                  <a:off x="4985" y="210"/>
                  <a:ext cx="181" cy="147"/>
                </a:xfrm>
                <a:custGeom>
                  <a:avLst/>
                  <a:gdLst/>
                  <a:ahLst/>
                  <a:cxnLst>
                    <a:cxn ang="0">
                      <a:pos x="0" y="28"/>
                    </a:cxn>
                    <a:cxn ang="0">
                      <a:pos x="80" y="50"/>
                    </a:cxn>
                    <a:cxn ang="0">
                      <a:pos x="164" y="147"/>
                    </a:cxn>
                    <a:cxn ang="0">
                      <a:pos x="181" y="112"/>
                    </a:cxn>
                    <a:cxn ang="0">
                      <a:pos x="99" y="31"/>
                    </a:cxn>
                    <a:cxn ang="0">
                      <a:pos x="14" y="0"/>
                    </a:cxn>
                    <a:cxn ang="0">
                      <a:pos x="0" y="28"/>
                    </a:cxn>
                    <a:cxn ang="0">
                      <a:pos x="0" y="28"/>
                    </a:cxn>
                  </a:cxnLst>
                  <a:rect l="0" t="0" r="0" b="0"/>
                  <a:pathLst>
                    <a:path w="717" h="411">
                      <a:moveTo>
                        <a:pt x="0" y="78"/>
                      </a:moveTo>
                      <a:lnTo>
                        <a:pt x="316" y="139"/>
                      </a:lnTo>
                      <a:lnTo>
                        <a:pt x="649" y="411"/>
                      </a:lnTo>
                      <a:lnTo>
                        <a:pt x="717" y="314"/>
                      </a:lnTo>
                      <a:lnTo>
                        <a:pt x="394" y="87"/>
                      </a:lnTo>
                      <a:lnTo>
                        <a:pt x="54" y="0"/>
                      </a:lnTo>
                      <a:lnTo>
                        <a:pt x="0" y="78"/>
                      </a:lnTo>
                      <a:lnTo>
                        <a:pt x="0" y="78"/>
                      </a:lnTo>
                      <a:close/>
                    </a:path>
                  </a:pathLst>
                </a:custGeom>
                <a:solidFill>
                  <a:schemeClr val="accent2">
                    <a:alpha val="100000"/>
                  </a:schemeClr>
                </a:solidFill>
                <a:ln w="9525">
                  <a:noFill/>
                </a:ln>
              </p:spPr>
              <p:txBody>
                <a:bodyPr/>
                <a:lstStyle/>
                <a:p>
                  <a:endParaRPr lang="zh-CN" altLang="en-US"/>
                </a:p>
              </p:txBody>
            </p:sp>
            <p:sp>
              <p:nvSpPr>
                <p:cNvPr id="1048" name="Freeform 51"/>
                <p:cNvSpPr/>
                <p:nvPr userDrawn="1"/>
              </p:nvSpPr>
              <p:spPr>
                <a:xfrm rot="-3172564">
                  <a:off x="4948" y="141"/>
                  <a:ext cx="179" cy="138"/>
                </a:xfrm>
                <a:custGeom>
                  <a:avLst/>
                  <a:gdLst/>
                  <a:ahLst/>
                  <a:cxnLst>
                    <a:cxn ang="0">
                      <a:pos x="0" y="31"/>
                    </a:cxn>
                    <a:cxn ang="0">
                      <a:pos x="69" y="47"/>
                    </a:cxn>
                    <a:cxn ang="0">
                      <a:pos x="168" y="138"/>
                    </a:cxn>
                    <a:cxn ang="0">
                      <a:pos x="179" y="110"/>
                    </a:cxn>
                    <a:cxn ang="0">
                      <a:pos x="77" y="19"/>
                    </a:cxn>
                    <a:cxn ang="0">
                      <a:pos x="11" y="0"/>
                    </a:cxn>
                    <a:cxn ang="0">
                      <a:pos x="0" y="31"/>
                    </a:cxn>
                    <a:cxn ang="0">
                      <a:pos x="0" y="31"/>
                    </a:cxn>
                  </a:cxnLst>
                  <a:rect l="0" t="0" r="0" b="0"/>
                  <a:pathLst>
                    <a:path w="709" h="386">
                      <a:moveTo>
                        <a:pt x="0" y="88"/>
                      </a:moveTo>
                      <a:lnTo>
                        <a:pt x="272" y="131"/>
                      </a:lnTo>
                      <a:lnTo>
                        <a:pt x="665" y="386"/>
                      </a:lnTo>
                      <a:lnTo>
                        <a:pt x="709" y="308"/>
                      </a:lnTo>
                      <a:lnTo>
                        <a:pt x="306" y="53"/>
                      </a:lnTo>
                      <a:lnTo>
                        <a:pt x="43" y="0"/>
                      </a:lnTo>
                      <a:lnTo>
                        <a:pt x="0" y="88"/>
                      </a:lnTo>
                      <a:lnTo>
                        <a:pt x="0" y="88"/>
                      </a:lnTo>
                      <a:close/>
                    </a:path>
                  </a:pathLst>
                </a:custGeom>
                <a:solidFill>
                  <a:schemeClr val="accent2">
                    <a:alpha val="100000"/>
                  </a:schemeClr>
                </a:solidFill>
                <a:ln w="9525">
                  <a:noFill/>
                </a:ln>
              </p:spPr>
              <p:txBody>
                <a:bodyPr/>
                <a:lstStyle/>
                <a:p>
                  <a:endParaRPr lang="zh-CN" altLang="en-US"/>
                </a:p>
              </p:txBody>
            </p:sp>
          </p:grpSp>
        </p:grpSp>
        <p:sp>
          <p:nvSpPr>
            <p:cNvPr id="1038" name="Line 52"/>
            <p:cNvSpPr/>
            <p:nvPr userDrawn="1"/>
          </p:nvSpPr>
          <p:spPr>
            <a:xfrm>
              <a:off x="4870" y="84"/>
              <a:ext cx="42" cy="96"/>
            </a:xfrm>
            <a:prstGeom prst="line">
              <a:avLst/>
            </a:prstGeom>
            <a:ln w="38100" cap="flat" cmpd="sng">
              <a:solidFill>
                <a:schemeClr val="accent2"/>
              </a:solid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Freeform 2"/>
          <p:cNvSpPr/>
          <p:nvPr/>
        </p:nvSpPr>
        <p:spPr>
          <a:xfrm rot="-3172564">
            <a:off x="7777163" y="-14287"/>
            <a:ext cx="1162050" cy="2084387"/>
          </a:xfrm>
          <a:custGeom>
            <a:avLst/>
            <a:gdLst/>
            <a:ahLst/>
            <a:cxnLst>
              <a:cxn ang="0">
                <a:pos x="1162050" y="244856"/>
              </a:cxn>
              <a:cxn ang="0">
                <a:pos x="1026751" y="45239"/>
              </a:cxn>
              <a:cxn ang="0">
                <a:pos x="897056" y="0"/>
              </a:cxn>
              <a:cxn ang="0">
                <a:pos x="44032" y="1589585"/>
              </a:cxn>
              <a:cxn ang="0">
                <a:pos x="44032" y="1825394"/>
              </a:cxn>
              <a:cxn ang="0">
                <a:pos x="0" y="2053285"/>
              </a:cxn>
              <a:cxn ang="0">
                <a:pos x="28821" y="2084387"/>
              </a:cxn>
              <a:cxn ang="0">
                <a:pos x="176529" y="1897211"/>
              </a:cxn>
              <a:cxn ang="0">
                <a:pos x="296217" y="1825394"/>
              </a:cxn>
              <a:cxn ang="0">
                <a:pos x="1162050" y="244856"/>
              </a:cxn>
              <a:cxn ang="0">
                <a:pos x="1162050" y="244856"/>
              </a:cxn>
            </a:cxnLst>
            <a:rect l="0" t="0" r="0" b="0"/>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alpha val="100000"/>
            </a:srgbClr>
          </a:solidFill>
          <a:ln w="9525">
            <a:noFill/>
          </a:ln>
        </p:spPr>
        <p:txBody>
          <a:bodyPr/>
          <a:lstStyle/>
          <a:p>
            <a:endParaRPr lang="zh-CN" altLang="en-US" sz="1800"/>
          </a:p>
        </p:txBody>
      </p:sp>
      <p:sp>
        <p:nvSpPr>
          <p:cNvPr id="1027" name="Rectangle 3"/>
          <p:cNvSpPr>
            <a:spLocks noGrp="1"/>
          </p:cNvSpPr>
          <p:nvPr>
            <p:ph type="title"/>
          </p:nvPr>
        </p:nvSpPr>
        <p:spPr>
          <a:xfrm>
            <a:off x="685800" y="152400"/>
            <a:ext cx="6870700" cy="1600200"/>
          </a:xfrm>
          <a:prstGeom prst="rect">
            <a:avLst/>
          </a:prstGeom>
          <a:noFill/>
          <a:ln w="9525">
            <a:noFill/>
          </a:ln>
        </p:spPr>
        <p:txBody>
          <a:bodyPr anchor="b" anchorCtr="0"/>
          <a:lstStyle/>
          <a:p>
            <a:pPr lvl="0"/>
            <a:r>
              <a:rPr lang="zh-CN" altLang="en-US" dirty="0"/>
              <a:t>单击此处编辑母版标题样式</a:t>
            </a:r>
            <a:endParaRPr lang="zh-CN" altLang="en-US" dirty="0"/>
          </a:p>
        </p:txBody>
      </p:sp>
      <p:sp>
        <p:nvSpPr>
          <p:cNvPr id="1028" name="Rectangle 4"/>
          <p:cNvSpPr>
            <a:spLocks noGrp="1"/>
          </p:cNvSpPr>
          <p:nvPr>
            <p:ph type="body" idx="1"/>
          </p:nvPr>
        </p:nvSpPr>
        <p:spPr>
          <a:xfrm>
            <a:off x="685800" y="1828800"/>
            <a:ext cx="7696200" cy="36576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0901" name="Rectangle 5"/>
          <p:cNvSpPr>
            <a:spLocks noGrp="1" noChangeArrowheads="1"/>
          </p:cNvSpPr>
          <p:nvPr>
            <p:ph type="dt" sz="half" idx="2"/>
          </p:nvPr>
        </p:nvSpPr>
        <p:spPr bwMode="auto">
          <a:xfrm>
            <a:off x="13716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2" name="Rectangle 6"/>
          <p:cNvSpPr>
            <a:spLocks noGrp="1" noChangeArrowheads="1"/>
          </p:cNvSpPr>
          <p:nvPr>
            <p:ph type="ftr" sz="quarter" idx="3"/>
          </p:nvPr>
        </p:nvSpPr>
        <p:spPr bwMode="auto">
          <a:xfrm>
            <a:off x="35560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3" name="Rectangle 7"/>
          <p:cNvSpPr>
            <a:spLocks noGrp="1" noChangeArrowheads="1"/>
          </p:cNvSpPr>
          <p:nvPr>
            <p:ph type="sldNum" sz="quarter" idx="4"/>
          </p:nvPr>
        </p:nvSpPr>
        <p:spPr bwMode="auto">
          <a:xfrm>
            <a:off x="67183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032" name="Freeform 8"/>
          <p:cNvSpPr/>
          <p:nvPr/>
        </p:nvSpPr>
        <p:spPr>
          <a:xfrm rot="-3172564">
            <a:off x="7864475" y="23813"/>
            <a:ext cx="1165225" cy="2097087"/>
          </a:xfrm>
          <a:custGeom>
            <a:avLst/>
            <a:gdLst/>
            <a:ahLst/>
            <a:cxnLst>
              <a:cxn ang="0">
                <a:pos x="917850" y="0"/>
              </a:cxn>
              <a:cxn ang="0">
                <a:pos x="52037" y="1605520"/>
              </a:cxn>
              <a:cxn ang="0">
                <a:pos x="52437" y="1812794"/>
              </a:cxn>
              <a:cxn ang="0">
                <a:pos x="0" y="2057445"/>
              </a:cxn>
              <a:cxn ang="0">
                <a:pos x="20014" y="2097087"/>
              </a:cxn>
              <a:cxn ang="0">
                <a:pos x="168920" y="1898308"/>
              </a:cxn>
              <a:cxn ang="0">
                <a:pos x="305416" y="1823554"/>
              </a:cxn>
              <a:cxn ang="0">
                <a:pos x="1165225" y="242385"/>
              </a:cxn>
              <a:cxn ang="0">
                <a:pos x="1036334" y="54367"/>
              </a:cxn>
              <a:cxn ang="0">
                <a:pos x="917850" y="0"/>
              </a:cxn>
              <a:cxn ang="0">
                <a:pos x="917850" y="0"/>
              </a:cxn>
            </a:cxnLst>
            <a:rect l="0" t="0" r="0" b="0"/>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chemeClr val="folHlink">
              <a:alpha val="100000"/>
            </a:schemeClr>
          </a:solidFill>
          <a:ln w="9525">
            <a:noFill/>
          </a:ln>
        </p:spPr>
        <p:txBody>
          <a:bodyPr/>
          <a:lstStyle/>
          <a:p>
            <a:endParaRPr lang="zh-CN" altLang="en-US" sz="1800"/>
          </a:p>
        </p:txBody>
      </p:sp>
      <p:sp>
        <p:nvSpPr>
          <p:cNvPr id="1033" name="Freeform 9"/>
          <p:cNvSpPr/>
          <p:nvPr/>
        </p:nvSpPr>
        <p:spPr>
          <a:xfrm rot="-3172564">
            <a:off x="7831138" y="192088"/>
            <a:ext cx="1025525" cy="1571625"/>
          </a:xfrm>
          <a:custGeom>
            <a:avLst/>
            <a:gdLst/>
            <a:ahLst/>
            <a:cxnLst>
              <a:cxn ang="0">
                <a:pos x="0" y="1406370"/>
              </a:cxn>
              <a:cxn ang="0">
                <a:pos x="172990" y="1444854"/>
              </a:cxn>
              <a:cxn ang="0">
                <a:pos x="294723" y="1571625"/>
              </a:cxn>
              <a:cxn ang="0">
                <a:pos x="1025525" y="225811"/>
              </a:cxn>
              <a:cxn ang="0">
                <a:pos x="848130" y="46407"/>
              </a:cxn>
              <a:cxn ang="0">
                <a:pos x="760034" y="0"/>
              </a:cxn>
              <a:cxn ang="0">
                <a:pos x="0" y="1406370"/>
              </a:cxn>
              <a:cxn ang="0">
                <a:pos x="0" y="1406370"/>
              </a:cxn>
            </a:cxnLst>
            <a:rect l="0" t="0" r="0" b="0"/>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chemeClr val="bg2">
              <a:alpha val="100000"/>
            </a:schemeClr>
          </a:solidFill>
          <a:ln w="9525">
            <a:noFill/>
          </a:ln>
        </p:spPr>
        <p:txBody>
          <a:bodyPr/>
          <a:lstStyle/>
          <a:p>
            <a:endParaRPr lang="zh-CN" altLang="en-US" sz="1800"/>
          </a:p>
        </p:txBody>
      </p:sp>
      <p:grpSp>
        <p:nvGrpSpPr>
          <p:cNvPr id="1034" name="Group 10"/>
          <p:cNvGrpSpPr/>
          <p:nvPr/>
        </p:nvGrpSpPr>
        <p:grpSpPr>
          <a:xfrm>
            <a:off x="7938" y="5540375"/>
            <a:ext cx="1784350" cy="1246188"/>
            <a:chOff x="5" y="3490"/>
            <a:chExt cx="1124" cy="785"/>
          </a:xfrm>
        </p:grpSpPr>
        <p:sp>
          <p:nvSpPr>
            <p:cNvPr id="1051" name="Freeform 11"/>
            <p:cNvSpPr/>
            <p:nvPr userDrawn="1"/>
          </p:nvSpPr>
          <p:spPr>
            <a:xfrm>
              <a:off x="24" y="3505"/>
              <a:ext cx="1089" cy="649"/>
            </a:xfrm>
            <a:custGeom>
              <a:avLst/>
              <a:gdLst/>
              <a:ahLst/>
              <a:cxnLst>
                <a:cxn ang="0">
                  <a:pos x="794" y="630"/>
                </a:cxn>
                <a:cxn ang="0">
                  <a:pos x="710" y="553"/>
                </a:cxn>
                <a:cxn ang="0">
                  <a:pos x="666" y="239"/>
                </a:cxn>
                <a:cxn ang="0">
                  <a:pos x="1070" y="165"/>
                </a:cxn>
                <a:cxn ang="0">
                  <a:pos x="1089" y="102"/>
                </a:cxn>
                <a:cxn ang="0">
                  <a:pos x="1050" y="50"/>
                </a:cxn>
                <a:cxn ang="0">
                  <a:pos x="638" y="106"/>
                </a:cxn>
                <a:cxn ang="0">
                  <a:pos x="610" y="16"/>
                </a:cxn>
                <a:cxn ang="0">
                  <a:pos x="543" y="0"/>
                </a:cxn>
                <a:cxn ang="0">
                  <a:pos x="479" y="14"/>
                </a:cxn>
                <a:cxn ang="0">
                  <a:pos x="444" y="53"/>
                </a:cxn>
                <a:cxn ang="0">
                  <a:pos x="469" y="143"/>
                </a:cxn>
                <a:cxn ang="0">
                  <a:pos x="330" y="221"/>
                </a:cxn>
                <a:cxn ang="0">
                  <a:pos x="492" y="237"/>
                </a:cxn>
                <a:cxn ang="0">
                  <a:pos x="556" y="445"/>
                </a:cxn>
                <a:cxn ang="0">
                  <a:pos x="71" y="235"/>
                </a:cxn>
                <a:cxn ang="0">
                  <a:pos x="23" y="255"/>
                </a:cxn>
                <a:cxn ang="0">
                  <a:pos x="0" y="318"/>
                </a:cxn>
                <a:cxn ang="0">
                  <a:pos x="28" y="390"/>
                </a:cxn>
                <a:cxn ang="0">
                  <a:pos x="570" y="644"/>
                </a:cxn>
                <a:cxn ang="0">
                  <a:pos x="689" y="628"/>
                </a:cxn>
                <a:cxn ang="0">
                  <a:pos x="785" y="649"/>
                </a:cxn>
                <a:cxn ang="0">
                  <a:pos x="794" y="630"/>
                </a:cxn>
                <a:cxn ang="0">
                  <a:pos x="794" y="630"/>
                </a:cxn>
              </a:cxnLst>
              <a:rect l="0" t="0" r="0" b="0"/>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alpha val="100000"/>
              </a:srgbClr>
            </a:solidFill>
            <a:ln w="9525">
              <a:noFill/>
            </a:ln>
          </p:spPr>
          <p:txBody>
            <a:bodyPr/>
            <a:lstStyle/>
            <a:p>
              <a:endParaRPr lang="zh-CN" altLang="en-US" sz="1800"/>
            </a:p>
          </p:txBody>
        </p:sp>
        <p:sp>
          <p:nvSpPr>
            <p:cNvPr id="1052" name="Freeform 12"/>
            <p:cNvSpPr/>
            <p:nvPr userDrawn="1"/>
          </p:nvSpPr>
          <p:spPr>
            <a:xfrm>
              <a:off x="1022" y="3582"/>
              <a:ext cx="71" cy="129"/>
            </a:xfrm>
            <a:custGeom>
              <a:avLst/>
              <a:gdLst/>
              <a:ahLst/>
              <a:cxnLst>
                <a:cxn ang="0">
                  <a:pos x="0" y="4"/>
                </a:cxn>
                <a:cxn ang="0">
                  <a:pos x="60" y="0"/>
                </a:cxn>
                <a:cxn ang="0">
                  <a:pos x="71" y="117"/>
                </a:cxn>
                <a:cxn ang="0">
                  <a:pos x="4" y="129"/>
                </a:cxn>
                <a:cxn ang="0">
                  <a:pos x="0" y="4"/>
                </a:cxn>
                <a:cxn ang="0">
                  <a:pos x="0" y="4"/>
                </a:cxn>
              </a:cxnLst>
              <a:rect l="0" t="0" r="0" b="0"/>
              <a:pathLst>
                <a:path w="143" h="258">
                  <a:moveTo>
                    <a:pt x="0" y="7"/>
                  </a:moveTo>
                  <a:lnTo>
                    <a:pt x="120" y="0"/>
                  </a:lnTo>
                  <a:lnTo>
                    <a:pt x="143" y="233"/>
                  </a:lnTo>
                  <a:lnTo>
                    <a:pt x="8" y="258"/>
                  </a:lnTo>
                  <a:lnTo>
                    <a:pt x="0" y="7"/>
                  </a:lnTo>
                  <a:lnTo>
                    <a:pt x="0" y="7"/>
                  </a:lnTo>
                  <a:close/>
                </a:path>
              </a:pathLst>
            </a:custGeom>
            <a:solidFill>
              <a:schemeClr val="accent1">
                <a:alpha val="100000"/>
              </a:schemeClr>
            </a:solidFill>
            <a:ln w="9525">
              <a:noFill/>
            </a:ln>
          </p:spPr>
          <p:txBody>
            <a:bodyPr/>
            <a:lstStyle/>
            <a:p>
              <a:endParaRPr lang="zh-CN" altLang="en-US" sz="1800"/>
            </a:p>
          </p:txBody>
        </p:sp>
        <p:sp>
          <p:nvSpPr>
            <p:cNvPr id="1053" name="Freeform 13"/>
            <p:cNvSpPr/>
            <p:nvPr userDrawn="1"/>
          </p:nvSpPr>
          <p:spPr>
            <a:xfrm>
              <a:off x="20" y="3774"/>
              <a:ext cx="792" cy="410"/>
            </a:xfrm>
            <a:custGeom>
              <a:avLst/>
              <a:gdLst/>
              <a:ahLst/>
              <a:cxnLst>
                <a:cxn ang="0">
                  <a:pos x="68" y="0"/>
                </a:cxn>
                <a:cxn ang="0">
                  <a:pos x="665" y="259"/>
                </a:cxn>
                <a:cxn ang="0">
                  <a:pos x="713" y="319"/>
                </a:cxn>
                <a:cxn ang="0">
                  <a:pos x="792" y="396"/>
                </a:cxn>
                <a:cxn ang="0">
                  <a:pos x="782" y="410"/>
                </a:cxn>
                <a:cxn ang="0">
                  <a:pos x="674" y="393"/>
                </a:cxn>
                <a:cxn ang="0">
                  <a:pos x="572" y="405"/>
                </a:cxn>
                <a:cxn ang="0">
                  <a:pos x="21" y="149"/>
                </a:cxn>
                <a:cxn ang="0">
                  <a:pos x="0" y="75"/>
                </a:cxn>
                <a:cxn ang="0">
                  <a:pos x="23" y="16"/>
                </a:cxn>
                <a:cxn ang="0">
                  <a:pos x="68" y="0"/>
                </a:cxn>
                <a:cxn ang="0">
                  <a:pos x="68"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sz="1800"/>
            </a:p>
          </p:txBody>
        </p:sp>
        <p:sp>
          <p:nvSpPr>
            <p:cNvPr id="1054" name="Freeform 14"/>
            <p:cNvSpPr/>
            <p:nvPr userDrawn="1"/>
          </p:nvSpPr>
          <p:spPr>
            <a:xfrm>
              <a:off x="129" y="3808"/>
              <a:ext cx="525" cy="374"/>
            </a:xfrm>
            <a:custGeom>
              <a:avLst/>
              <a:gdLst/>
              <a:ahLst/>
              <a:cxnLst>
                <a:cxn ang="0">
                  <a:pos x="0" y="163"/>
                </a:cxn>
                <a:cxn ang="0">
                  <a:pos x="461" y="374"/>
                </a:cxn>
                <a:cxn ang="0">
                  <a:pos x="470" y="267"/>
                </a:cxn>
                <a:cxn ang="0">
                  <a:pos x="525" y="211"/>
                </a:cxn>
                <a:cxn ang="0">
                  <a:pos x="39" y="0"/>
                </a:cxn>
                <a:cxn ang="0">
                  <a:pos x="0" y="64"/>
                </a:cxn>
                <a:cxn ang="0">
                  <a:pos x="0" y="163"/>
                </a:cxn>
                <a:cxn ang="0">
                  <a:pos x="0" y="163"/>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sz="1800"/>
            </a:p>
          </p:txBody>
        </p:sp>
        <p:sp>
          <p:nvSpPr>
            <p:cNvPr id="1055" name="Freeform 15"/>
            <p:cNvSpPr/>
            <p:nvPr userDrawn="1"/>
          </p:nvSpPr>
          <p:spPr>
            <a:xfrm>
              <a:off x="485" y="3532"/>
              <a:ext cx="135" cy="121"/>
            </a:xfrm>
            <a:custGeom>
              <a:avLst/>
              <a:gdLst/>
              <a:ahLst/>
              <a:cxnLst>
                <a:cxn ang="0">
                  <a:pos x="0" y="14"/>
                </a:cxn>
                <a:cxn ang="0">
                  <a:pos x="79" y="0"/>
                </a:cxn>
                <a:cxn ang="0">
                  <a:pos x="125" y="18"/>
                </a:cxn>
                <a:cxn ang="0">
                  <a:pos x="135" y="70"/>
                </a:cxn>
                <a:cxn ang="0">
                  <a:pos x="81" y="73"/>
                </a:cxn>
                <a:cxn ang="0">
                  <a:pos x="16" y="121"/>
                </a:cxn>
                <a:cxn ang="0">
                  <a:pos x="0" y="14"/>
                </a:cxn>
                <a:cxn ang="0">
                  <a:pos x="0" y="14"/>
                </a:cxn>
              </a:cxnLst>
              <a:rect l="0" t="0" r="0" b="0"/>
              <a:pathLst>
                <a:path w="272" h="241">
                  <a:moveTo>
                    <a:pt x="0" y="28"/>
                  </a:moveTo>
                  <a:lnTo>
                    <a:pt x="160" y="0"/>
                  </a:lnTo>
                  <a:lnTo>
                    <a:pt x="251" y="36"/>
                  </a:lnTo>
                  <a:lnTo>
                    <a:pt x="272" y="139"/>
                  </a:lnTo>
                  <a:lnTo>
                    <a:pt x="164" y="146"/>
                  </a:lnTo>
                  <a:lnTo>
                    <a:pt x="32" y="241"/>
                  </a:lnTo>
                  <a:lnTo>
                    <a:pt x="0" y="28"/>
                  </a:lnTo>
                  <a:lnTo>
                    <a:pt x="0" y="28"/>
                  </a:lnTo>
                  <a:close/>
                </a:path>
              </a:pathLst>
            </a:custGeom>
            <a:solidFill>
              <a:schemeClr val="hlink">
                <a:alpha val="100000"/>
              </a:schemeClr>
            </a:solidFill>
            <a:ln w="9525">
              <a:noFill/>
            </a:ln>
          </p:spPr>
          <p:txBody>
            <a:bodyPr/>
            <a:lstStyle/>
            <a:p>
              <a:endParaRPr lang="zh-CN" altLang="en-US" sz="1800"/>
            </a:p>
          </p:txBody>
        </p:sp>
        <p:sp>
          <p:nvSpPr>
            <p:cNvPr id="1056" name="Freeform 16"/>
            <p:cNvSpPr/>
            <p:nvPr userDrawn="1"/>
          </p:nvSpPr>
          <p:spPr>
            <a:xfrm>
              <a:off x="641" y="4163"/>
              <a:ext cx="76" cy="112"/>
            </a:xfrm>
            <a:custGeom>
              <a:avLst/>
              <a:gdLst/>
              <a:ahLst/>
              <a:cxnLst>
                <a:cxn ang="0">
                  <a:pos x="76" y="2"/>
                </a:cxn>
                <a:cxn ang="0">
                  <a:pos x="76" y="112"/>
                </a:cxn>
                <a:cxn ang="0">
                  <a:pos x="0" y="4"/>
                </a:cxn>
                <a:cxn ang="0">
                  <a:pos x="36" y="0"/>
                </a:cxn>
                <a:cxn ang="0">
                  <a:pos x="76" y="2"/>
                </a:cxn>
                <a:cxn ang="0">
                  <a:pos x="76" y="2"/>
                </a:cxn>
              </a:cxnLst>
              <a:rect l="0" t="0" r="0" b="0"/>
              <a:pathLst>
                <a:path w="152" h="224">
                  <a:moveTo>
                    <a:pt x="152" y="4"/>
                  </a:moveTo>
                  <a:lnTo>
                    <a:pt x="152" y="224"/>
                  </a:lnTo>
                  <a:lnTo>
                    <a:pt x="0" y="8"/>
                  </a:lnTo>
                  <a:lnTo>
                    <a:pt x="72" y="0"/>
                  </a:lnTo>
                  <a:lnTo>
                    <a:pt x="152" y="4"/>
                  </a:lnTo>
                  <a:lnTo>
                    <a:pt x="152" y="4"/>
                  </a:lnTo>
                  <a:close/>
                </a:path>
              </a:pathLst>
            </a:custGeom>
            <a:solidFill>
              <a:schemeClr val="hlink">
                <a:alpha val="100000"/>
              </a:schemeClr>
            </a:solidFill>
            <a:ln w="9525">
              <a:noFill/>
            </a:ln>
          </p:spPr>
          <p:txBody>
            <a:bodyPr/>
            <a:lstStyle/>
            <a:p>
              <a:endParaRPr lang="zh-CN" altLang="en-US" sz="1800"/>
            </a:p>
          </p:txBody>
        </p:sp>
        <p:sp>
          <p:nvSpPr>
            <p:cNvPr id="1057" name="Freeform 17"/>
            <p:cNvSpPr/>
            <p:nvPr userDrawn="1"/>
          </p:nvSpPr>
          <p:spPr>
            <a:xfrm>
              <a:off x="504" y="3607"/>
              <a:ext cx="193" cy="383"/>
            </a:xfrm>
            <a:custGeom>
              <a:avLst/>
              <a:gdLst/>
              <a:ahLst/>
              <a:cxnLst>
                <a:cxn ang="0">
                  <a:pos x="0" y="40"/>
                </a:cxn>
                <a:cxn ang="0">
                  <a:pos x="44" y="0"/>
                </a:cxn>
                <a:cxn ang="0">
                  <a:pos x="116" y="3"/>
                </a:cxn>
                <a:cxn ang="0">
                  <a:pos x="193" y="383"/>
                </a:cxn>
                <a:cxn ang="0">
                  <a:pos x="140" y="361"/>
                </a:cxn>
                <a:cxn ang="0">
                  <a:pos x="76" y="339"/>
                </a:cxn>
                <a:cxn ang="0">
                  <a:pos x="0" y="40"/>
                </a:cxn>
                <a:cxn ang="0">
                  <a:pos x="0" y="40"/>
                </a:cxn>
              </a:cxnLst>
              <a:rect l="0" t="0" r="0" b="0"/>
              <a:pathLst>
                <a:path w="386" h="764">
                  <a:moveTo>
                    <a:pt x="0" y="80"/>
                  </a:moveTo>
                  <a:lnTo>
                    <a:pt x="87" y="0"/>
                  </a:lnTo>
                  <a:lnTo>
                    <a:pt x="232" y="6"/>
                  </a:lnTo>
                  <a:lnTo>
                    <a:pt x="386" y="764"/>
                  </a:lnTo>
                  <a:lnTo>
                    <a:pt x="279" y="720"/>
                  </a:lnTo>
                  <a:lnTo>
                    <a:pt x="152" y="677"/>
                  </a:lnTo>
                  <a:lnTo>
                    <a:pt x="0" y="80"/>
                  </a:lnTo>
                  <a:lnTo>
                    <a:pt x="0" y="80"/>
                  </a:lnTo>
                  <a:close/>
                </a:path>
              </a:pathLst>
            </a:custGeom>
            <a:solidFill>
              <a:schemeClr val="bg2">
                <a:alpha val="100000"/>
              </a:schemeClr>
            </a:solidFill>
            <a:ln w="9525">
              <a:noFill/>
            </a:ln>
          </p:spPr>
          <p:txBody>
            <a:bodyPr/>
            <a:lstStyle/>
            <a:p>
              <a:endParaRPr lang="zh-CN" altLang="en-US" sz="1800"/>
            </a:p>
          </p:txBody>
        </p:sp>
        <p:sp>
          <p:nvSpPr>
            <p:cNvPr id="1058" name="Freeform 18"/>
            <p:cNvSpPr/>
            <p:nvPr userDrawn="1"/>
          </p:nvSpPr>
          <p:spPr>
            <a:xfrm>
              <a:off x="668" y="3590"/>
              <a:ext cx="364" cy="174"/>
            </a:xfrm>
            <a:custGeom>
              <a:avLst/>
              <a:gdLst/>
              <a:ahLst/>
              <a:cxnLst>
                <a:cxn ang="0">
                  <a:pos x="346" y="0"/>
                </a:cxn>
                <a:cxn ang="0">
                  <a:pos x="0" y="53"/>
                </a:cxn>
                <a:cxn ang="0">
                  <a:pos x="14" y="174"/>
                </a:cxn>
                <a:cxn ang="0">
                  <a:pos x="358" y="119"/>
                </a:cxn>
                <a:cxn ang="0">
                  <a:pos x="364" y="22"/>
                </a:cxn>
                <a:cxn ang="0">
                  <a:pos x="346" y="0"/>
                </a:cxn>
                <a:cxn ang="0">
                  <a:pos x="346" y="0"/>
                </a:cxn>
              </a:cxnLst>
              <a:rect l="0" t="0" r="0" b="0"/>
              <a:pathLst>
                <a:path w="728" h="348">
                  <a:moveTo>
                    <a:pt x="692" y="0"/>
                  </a:moveTo>
                  <a:lnTo>
                    <a:pt x="0" y="106"/>
                  </a:lnTo>
                  <a:lnTo>
                    <a:pt x="28" y="348"/>
                  </a:lnTo>
                  <a:lnTo>
                    <a:pt x="715" y="237"/>
                  </a:lnTo>
                  <a:lnTo>
                    <a:pt x="728" y="43"/>
                  </a:lnTo>
                  <a:lnTo>
                    <a:pt x="692" y="0"/>
                  </a:lnTo>
                  <a:lnTo>
                    <a:pt x="692" y="0"/>
                  </a:lnTo>
                  <a:close/>
                </a:path>
              </a:pathLst>
            </a:custGeom>
            <a:solidFill>
              <a:schemeClr val="bg2">
                <a:alpha val="100000"/>
              </a:schemeClr>
            </a:solidFill>
            <a:ln w="9525">
              <a:noFill/>
            </a:ln>
          </p:spPr>
          <p:txBody>
            <a:bodyPr/>
            <a:lstStyle/>
            <a:p>
              <a:endParaRPr lang="zh-CN" altLang="en-US" sz="1800"/>
            </a:p>
          </p:txBody>
        </p:sp>
        <p:sp>
          <p:nvSpPr>
            <p:cNvPr id="1059" name="Freeform 19"/>
            <p:cNvSpPr/>
            <p:nvPr userDrawn="1"/>
          </p:nvSpPr>
          <p:spPr>
            <a:xfrm>
              <a:off x="347" y="3693"/>
              <a:ext cx="156" cy="67"/>
            </a:xfrm>
            <a:custGeom>
              <a:avLst/>
              <a:gdLst/>
              <a:ahLst/>
              <a:cxnLst>
                <a:cxn ang="0">
                  <a:pos x="136" y="0"/>
                </a:cxn>
                <a:cxn ang="0">
                  <a:pos x="0" y="39"/>
                </a:cxn>
                <a:cxn ang="0">
                  <a:pos x="156" y="67"/>
                </a:cxn>
                <a:cxn ang="0">
                  <a:pos x="136" y="0"/>
                </a:cxn>
                <a:cxn ang="0">
                  <a:pos x="136" y="0"/>
                </a:cxn>
              </a:cxnLst>
              <a:rect l="0" t="0" r="0" b="0"/>
              <a:pathLst>
                <a:path w="312" h="135">
                  <a:moveTo>
                    <a:pt x="272" y="0"/>
                  </a:moveTo>
                  <a:lnTo>
                    <a:pt x="0" y="78"/>
                  </a:lnTo>
                  <a:lnTo>
                    <a:pt x="312" y="135"/>
                  </a:lnTo>
                  <a:lnTo>
                    <a:pt x="272" y="0"/>
                  </a:lnTo>
                  <a:lnTo>
                    <a:pt x="272" y="0"/>
                  </a:lnTo>
                  <a:close/>
                </a:path>
              </a:pathLst>
            </a:custGeom>
            <a:solidFill>
              <a:schemeClr val="accent1">
                <a:alpha val="100000"/>
              </a:schemeClr>
            </a:solidFill>
            <a:ln w="9525">
              <a:noFill/>
            </a:ln>
          </p:spPr>
          <p:txBody>
            <a:bodyPr/>
            <a:lstStyle/>
            <a:p>
              <a:endParaRPr lang="zh-CN" altLang="en-US" sz="1800"/>
            </a:p>
          </p:txBody>
        </p:sp>
        <p:grpSp>
          <p:nvGrpSpPr>
            <p:cNvPr id="1060" name="Group 20"/>
            <p:cNvGrpSpPr/>
            <p:nvPr userDrawn="1"/>
          </p:nvGrpSpPr>
          <p:grpSpPr>
            <a:xfrm>
              <a:off x="5" y="3490"/>
              <a:ext cx="1124" cy="780"/>
              <a:chOff x="5" y="3490"/>
              <a:chExt cx="1124" cy="780"/>
            </a:xfrm>
          </p:grpSpPr>
          <p:grpSp>
            <p:nvGrpSpPr>
              <p:cNvPr id="1061" name="Group 21"/>
              <p:cNvGrpSpPr/>
              <p:nvPr userDrawn="1"/>
            </p:nvGrpSpPr>
            <p:grpSpPr>
              <a:xfrm>
                <a:off x="499" y="3562"/>
                <a:ext cx="548" cy="708"/>
                <a:chOff x="499" y="3562"/>
                <a:chExt cx="548" cy="708"/>
              </a:xfrm>
            </p:grpSpPr>
            <p:sp>
              <p:nvSpPr>
                <p:cNvPr id="1074" name="Freeform 22"/>
                <p:cNvSpPr/>
                <p:nvPr userDrawn="1"/>
              </p:nvSpPr>
              <p:spPr>
                <a:xfrm>
                  <a:off x="499" y="3587"/>
                  <a:ext cx="157" cy="87"/>
                </a:xfrm>
                <a:custGeom>
                  <a:avLst/>
                  <a:gdLst/>
                  <a:ahLst/>
                  <a:cxnLst>
                    <a:cxn ang="0">
                      <a:pos x="0" y="53"/>
                    </a:cxn>
                    <a:cxn ang="0">
                      <a:pos x="57" y="5"/>
                    </a:cxn>
                    <a:cxn ang="0">
                      <a:pos x="107" y="0"/>
                    </a:cxn>
                    <a:cxn ang="0">
                      <a:pos x="146" y="13"/>
                    </a:cxn>
                    <a:cxn ang="0">
                      <a:pos x="157" y="45"/>
                    </a:cxn>
                    <a:cxn ang="0">
                      <a:pos x="84" y="33"/>
                    </a:cxn>
                    <a:cxn ang="0">
                      <a:pos x="37" y="50"/>
                    </a:cxn>
                    <a:cxn ang="0">
                      <a:pos x="7" y="87"/>
                    </a:cxn>
                    <a:cxn ang="0">
                      <a:pos x="0" y="53"/>
                    </a:cxn>
                    <a:cxn ang="0">
                      <a:pos x="0" y="53"/>
                    </a:cxn>
                  </a:cxnLst>
                  <a:rect l="0" t="0" r="0" b="0"/>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chemeClr val="accent2">
                    <a:alpha val="100000"/>
                  </a:schemeClr>
                </a:solidFill>
                <a:ln w="9525">
                  <a:noFill/>
                </a:ln>
              </p:spPr>
              <p:txBody>
                <a:bodyPr/>
                <a:lstStyle/>
                <a:p>
                  <a:endParaRPr lang="zh-CN" altLang="en-US" sz="1800"/>
                </a:p>
              </p:txBody>
            </p:sp>
            <p:sp>
              <p:nvSpPr>
                <p:cNvPr id="1075" name="Freeform 23"/>
                <p:cNvSpPr/>
                <p:nvPr userDrawn="1"/>
              </p:nvSpPr>
              <p:spPr>
                <a:xfrm>
                  <a:off x="636" y="4137"/>
                  <a:ext cx="115" cy="133"/>
                </a:xfrm>
                <a:custGeom>
                  <a:avLst/>
                  <a:gdLst/>
                  <a:ahLst/>
                  <a:cxnLst>
                    <a:cxn ang="0">
                      <a:pos x="0" y="20"/>
                    </a:cxn>
                    <a:cxn ang="0">
                      <a:pos x="80" y="133"/>
                    </a:cxn>
                    <a:cxn ang="0">
                      <a:pos x="115" y="126"/>
                    </a:cxn>
                    <a:cxn ang="0">
                      <a:pos x="112" y="9"/>
                    </a:cxn>
                    <a:cxn ang="0">
                      <a:pos x="83" y="0"/>
                    </a:cxn>
                    <a:cxn ang="0">
                      <a:pos x="90" y="99"/>
                    </a:cxn>
                    <a:cxn ang="0">
                      <a:pos x="36" y="2"/>
                    </a:cxn>
                    <a:cxn ang="0">
                      <a:pos x="0" y="20"/>
                    </a:cxn>
                    <a:cxn ang="0">
                      <a:pos x="0" y="20"/>
                    </a:cxn>
                  </a:cxnLst>
                  <a:rect l="0" t="0" r="0" b="0"/>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chemeClr val="accent2">
                    <a:alpha val="100000"/>
                  </a:schemeClr>
                </a:solidFill>
                <a:ln w="9525">
                  <a:noFill/>
                </a:ln>
              </p:spPr>
              <p:txBody>
                <a:bodyPr/>
                <a:lstStyle/>
                <a:p>
                  <a:endParaRPr lang="zh-CN" altLang="en-US" sz="1800"/>
                </a:p>
              </p:txBody>
            </p:sp>
            <p:sp>
              <p:nvSpPr>
                <p:cNvPr id="1076" name="Freeform 24"/>
                <p:cNvSpPr/>
                <p:nvPr userDrawn="1"/>
              </p:nvSpPr>
              <p:spPr>
                <a:xfrm>
                  <a:off x="1004" y="3562"/>
                  <a:ext cx="43" cy="117"/>
                </a:xfrm>
                <a:custGeom>
                  <a:avLst/>
                  <a:gdLst/>
                  <a:ahLst/>
                  <a:cxnLst>
                    <a:cxn ang="0">
                      <a:pos x="0" y="10"/>
                    </a:cxn>
                    <a:cxn ang="0">
                      <a:pos x="18" y="47"/>
                    </a:cxn>
                    <a:cxn ang="0">
                      <a:pos x="22" y="77"/>
                    </a:cxn>
                    <a:cxn ang="0">
                      <a:pos x="13" y="117"/>
                    </a:cxn>
                    <a:cxn ang="0">
                      <a:pos x="40" y="110"/>
                    </a:cxn>
                    <a:cxn ang="0">
                      <a:pos x="43" y="58"/>
                    </a:cxn>
                    <a:cxn ang="0">
                      <a:pos x="23" y="0"/>
                    </a:cxn>
                    <a:cxn ang="0">
                      <a:pos x="0" y="10"/>
                    </a:cxn>
                    <a:cxn ang="0">
                      <a:pos x="0" y="10"/>
                    </a:cxn>
                  </a:cxnLst>
                  <a:rect l="0" t="0" r="0" b="0"/>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chemeClr val="accent2">
                    <a:alpha val="100000"/>
                  </a:schemeClr>
                </a:solidFill>
                <a:ln w="9525">
                  <a:noFill/>
                </a:ln>
              </p:spPr>
              <p:txBody>
                <a:bodyPr/>
                <a:lstStyle/>
                <a:p>
                  <a:endParaRPr lang="zh-CN" altLang="en-US" sz="1800"/>
                </a:p>
              </p:txBody>
            </p:sp>
          </p:grpSp>
          <p:sp>
            <p:nvSpPr>
              <p:cNvPr id="1062" name="Freeform 25"/>
              <p:cNvSpPr/>
              <p:nvPr userDrawn="1"/>
            </p:nvSpPr>
            <p:spPr>
              <a:xfrm>
                <a:off x="76" y="3732"/>
                <a:ext cx="595" cy="250"/>
              </a:xfrm>
              <a:custGeom>
                <a:avLst/>
                <a:gdLst/>
                <a:ahLst/>
                <a:cxnLst>
                  <a:cxn ang="0">
                    <a:pos x="50" y="0"/>
                  </a:cxn>
                  <a:cxn ang="0">
                    <a:pos x="595" y="245"/>
                  </a:cxn>
                  <a:cxn ang="0">
                    <a:pos x="538" y="250"/>
                  </a:cxn>
                  <a:cxn ang="0">
                    <a:pos x="0" y="14"/>
                  </a:cxn>
                  <a:cxn ang="0">
                    <a:pos x="50" y="0"/>
                  </a:cxn>
                  <a:cxn ang="0">
                    <a:pos x="5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sz="1800"/>
              </a:p>
            </p:txBody>
          </p:sp>
          <p:sp>
            <p:nvSpPr>
              <p:cNvPr id="1063" name="Freeform 26"/>
              <p:cNvSpPr/>
              <p:nvPr userDrawn="1"/>
            </p:nvSpPr>
            <p:spPr>
              <a:xfrm>
                <a:off x="260" y="3886"/>
                <a:ext cx="244" cy="148"/>
              </a:xfrm>
              <a:custGeom>
                <a:avLst/>
                <a:gdLst/>
                <a:ahLst/>
                <a:cxnLst>
                  <a:cxn ang="0">
                    <a:pos x="7" y="17"/>
                  </a:cxn>
                  <a:cxn ang="0">
                    <a:pos x="80" y="33"/>
                  </a:cxn>
                  <a:cxn ang="0">
                    <a:pos x="162" y="69"/>
                  </a:cxn>
                  <a:cxn ang="0">
                    <a:pos x="220" y="122"/>
                  </a:cxn>
                  <a:cxn ang="0">
                    <a:pos x="163" y="115"/>
                  </a:cxn>
                  <a:cxn ang="0">
                    <a:pos x="69" y="73"/>
                  </a:cxn>
                  <a:cxn ang="0">
                    <a:pos x="25" y="40"/>
                  </a:cxn>
                  <a:cxn ang="0">
                    <a:pos x="53" y="82"/>
                  </a:cxn>
                  <a:cxn ang="0">
                    <a:pos x="136" y="135"/>
                  </a:cxn>
                  <a:cxn ang="0">
                    <a:pos x="233" y="148"/>
                  </a:cxn>
                  <a:cxn ang="0">
                    <a:pos x="244" y="112"/>
                  </a:cxn>
                  <a:cxn ang="0">
                    <a:pos x="197" y="60"/>
                  </a:cxn>
                  <a:cxn ang="0">
                    <a:pos x="85" y="9"/>
                  </a:cxn>
                  <a:cxn ang="0">
                    <a:pos x="0" y="0"/>
                  </a:cxn>
                  <a:cxn ang="0">
                    <a:pos x="7" y="17"/>
                  </a:cxn>
                  <a:cxn ang="0">
                    <a:pos x="7" y="17"/>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sz="1800"/>
              </a:p>
            </p:txBody>
          </p:sp>
          <p:sp>
            <p:nvSpPr>
              <p:cNvPr id="1064" name="Freeform 27"/>
              <p:cNvSpPr/>
              <p:nvPr userDrawn="1"/>
            </p:nvSpPr>
            <p:spPr>
              <a:xfrm>
                <a:off x="565" y="3680"/>
                <a:ext cx="107" cy="238"/>
              </a:xfrm>
              <a:custGeom>
                <a:avLst/>
                <a:gdLst/>
                <a:ahLst/>
                <a:cxnLst>
                  <a:cxn ang="0">
                    <a:pos x="12" y="0"/>
                  </a:cxn>
                  <a:cxn ang="0">
                    <a:pos x="46" y="12"/>
                  </a:cxn>
                  <a:cxn ang="0">
                    <a:pos x="40" y="96"/>
                  </a:cxn>
                  <a:cxn ang="0">
                    <a:pos x="53" y="163"/>
                  </a:cxn>
                  <a:cxn ang="0">
                    <a:pos x="107" y="225"/>
                  </a:cxn>
                  <a:cxn ang="0">
                    <a:pos x="49" y="238"/>
                  </a:cxn>
                  <a:cxn ang="0">
                    <a:pos x="15" y="171"/>
                  </a:cxn>
                  <a:cxn ang="0">
                    <a:pos x="0" y="28"/>
                  </a:cxn>
                  <a:cxn ang="0">
                    <a:pos x="12" y="0"/>
                  </a:cxn>
                  <a:cxn ang="0">
                    <a:pos x="12" y="0"/>
                  </a:cxn>
                </a:cxnLst>
                <a:rect l="0" t="0" r="0" b="0"/>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chemeClr val="accent2">
                  <a:alpha val="100000"/>
                </a:schemeClr>
              </a:solidFill>
              <a:ln w="9525">
                <a:noFill/>
              </a:ln>
            </p:spPr>
            <p:txBody>
              <a:bodyPr/>
              <a:lstStyle/>
              <a:p>
                <a:endParaRPr lang="zh-CN" altLang="en-US" sz="1800"/>
              </a:p>
            </p:txBody>
          </p:sp>
          <p:grpSp>
            <p:nvGrpSpPr>
              <p:cNvPr id="1065" name="Group 28"/>
              <p:cNvGrpSpPr/>
              <p:nvPr userDrawn="1"/>
            </p:nvGrpSpPr>
            <p:grpSpPr>
              <a:xfrm>
                <a:off x="5" y="3490"/>
                <a:ext cx="1124" cy="678"/>
                <a:chOff x="5" y="3490"/>
                <a:chExt cx="1124" cy="678"/>
              </a:xfrm>
            </p:grpSpPr>
            <p:sp>
              <p:nvSpPr>
                <p:cNvPr id="1066" name="Freeform 29"/>
                <p:cNvSpPr/>
                <p:nvPr userDrawn="1"/>
              </p:nvSpPr>
              <p:spPr>
                <a:xfrm>
                  <a:off x="669" y="4048"/>
                  <a:ext cx="75" cy="87"/>
                </a:xfrm>
                <a:custGeom>
                  <a:avLst/>
                  <a:gdLst/>
                  <a:ahLst/>
                  <a:cxnLst>
                    <a:cxn ang="0">
                      <a:pos x="55" y="0"/>
                    </a:cxn>
                    <a:cxn ang="0">
                      <a:pos x="20" y="33"/>
                    </a:cxn>
                    <a:cxn ang="0">
                      <a:pos x="0" y="87"/>
                    </a:cxn>
                    <a:cxn ang="0">
                      <a:pos x="40" y="80"/>
                    </a:cxn>
                    <a:cxn ang="0">
                      <a:pos x="52" y="42"/>
                    </a:cxn>
                    <a:cxn ang="0">
                      <a:pos x="75" y="14"/>
                    </a:cxn>
                    <a:cxn ang="0">
                      <a:pos x="55" y="0"/>
                    </a:cxn>
                    <a:cxn ang="0">
                      <a:pos x="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sz="1800"/>
                </a:p>
              </p:txBody>
            </p:sp>
            <p:sp>
              <p:nvSpPr>
                <p:cNvPr id="1067" name="Freeform 30"/>
                <p:cNvSpPr/>
                <p:nvPr userDrawn="1"/>
              </p:nvSpPr>
              <p:spPr>
                <a:xfrm>
                  <a:off x="5" y="3728"/>
                  <a:ext cx="842" cy="440"/>
                </a:xfrm>
                <a:custGeom>
                  <a:avLst/>
                  <a:gdLst/>
                  <a:ahLst/>
                  <a:cxnLst>
                    <a:cxn ang="0">
                      <a:pos x="78" y="0"/>
                    </a:cxn>
                    <a:cxn ang="0">
                      <a:pos x="32" y="26"/>
                    </a:cxn>
                    <a:cxn ang="0">
                      <a:pos x="0" y="104"/>
                    </a:cxn>
                    <a:cxn ang="0">
                      <a:pos x="34" y="179"/>
                    </a:cxn>
                    <a:cxn ang="0">
                      <a:pos x="591" y="434"/>
                    </a:cxn>
                    <a:cxn ang="0">
                      <a:pos x="711" y="418"/>
                    </a:cxn>
                    <a:cxn ang="0">
                      <a:pos x="808" y="440"/>
                    </a:cxn>
                    <a:cxn ang="0">
                      <a:pos x="842" y="404"/>
                    </a:cxn>
                    <a:cxn ang="0">
                      <a:pos x="751" y="332"/>
                    </a:cxn>
                    <a:cxn ang="0">
                      <a:pos x="714" y="256"/>
                    </a:cxn>
                    <a:cxn ang="0">
                      <a:pos x="685" y="264"/>
                    </a:cxn>
                    <a:cxn ang="0">
                      <a:pos x="720" y="332"/>
                    </a:cxn>
                    <a:cxn ang="0">
                      <a:pos x="789" y="405"/>
                    </a:cxn>
                    <a:cxn ang="0">
                      <a:pos x="707" y="394"/>
                    </a:cxn>
                    <a:cxn ang="0">
                      <a:pos x="610" y="407"/>
                    </a:cxn>
                    <a:cxn ang="0">
                      <a:pos x="628" y="325"/>
                    </a:cxn>
                    <a:cxn ang="0">
                      <a:pos x="669" y="269"/>
                    </a:cxn>
                    <a:cxn ang="0">
                      <a:pos x="621" y="276"/>
                    </a:cxn>
                    <a:cxn ang="0">
                      <a:pos x="583" y="329"/>
                    </a:cxn>
                    <a:cxn ang="0">
                      <a:pos x="570" y="396"/>
                    </a:cxn>
                    <a:cxn ang="0">
                      <a:pos x="54" y="155"/>
                    </a:cxn>
                    <a:cxn ang="0">
                      <a:pos x="40" y="108"/>
                    </a:cxn>
                    <a:cxn ang="0">
                      <a:pos x="52" y="48"/>
                    </a:cxn>
                    <a:cxn ang="0">
                      <a:pos x="109" y="0"/>
                    </a:cxn>
                    <a:cxn ang="0">
                      <a:pos x="78" y="0"/>
                    </a:cxn>
                    <a:cxn ang="0">
                      <a:pos x="78"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sz="1800"/>
                </a:p>
              </p:txBody>
            </p:sp>
            <p:sp>
              <p:nvSpPr>
                <p:cNvPr id="1068" name="Freeform 31"/>
                <p:cNvSpPr/>
                <p:nvPr userDrawn="1"/>
              </p:nvSpPr>
              <p:spPr>
                <a:xfrm>
                  <a:off x="106" y="3770"/>
                  <a:ext cx="80" cy="167"/>
                </a:xfrm>
                <a:custGeom>
                  <a:avLst/>
                  <a:gdLst/>
                  <a:ahLst/>
                  <a:cxnLst>
                    <a:cxn ang="0">
                      <a:pos x="58" y="0"/>
                    </a:cxn>
                    <a:cxn ang="0">
                      <a:pos x="10" y="53"/>
                    </a:cxn>
                    <a:cxn ang="0">
                      <a:pos x="0" y="115"/>
                    </a:cxn>
                    <a:cxn ang="0">
                      <a:pos x="17" y="157"/>
                    </a:cxn>
                    <a:cxn ang="0">
                      <a:pos x="47" y="167"/>
                    </a:cxn>
                    <a:cxn ang="0">
                      <a:pos x="38" y="77"/>
                    </a:cxn>
                    <a:cxn ang="0">
                      <a:pos x="80" y="8"/>
                    </a:cxn>
                    <a:cxn ang="0">
                      <a:pos x="58" y="0"/>
                    </a:cxn>
                    <a:cxn ang="0">
                      <a:pos x="58"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sz="1800"/>
                </a:p>
              </p:txBody>
            </p:sp>
            <p:sp>
              <p:nvSpPr>
                <p:cNvPr id="1069" name="Freeform 32"/>
                <p:cNvSpPr/>
                <p:nvPr userDrawn="1"/>
              </p:nvSpPr>
              <p:spPr>
                <a:xfrm>
                  <a:off x="449" y="3490"/>
                  <a:ext cx="322" cy="594"/>
                </a:xfrm>
                <a:custGeom>
                  <a:avLst/>
                  <a:gdLst/>
                  <a:ahLst/>
                  <a:cxnLst>
                    <a:cxn ang="0">
                      <a:pos x="109" y="448"/>
                    </a:cxn>
                    <a:cxn ang="0">
                      <a:pos x="0" y="62"/>
                    </a:cxn>
                    <a:cxn ang="0">
                      <a:pos x="41" y="19"/>
                    </a:cxn>
                    <a:cxn ang="0">
                      <a:pos x="129" y="0"/>
                    </a:cxn>
                    <a:cxn ang="0">
                      <a:pos x="200" y="29"/>
                    </a:cxn>
                    <a:cxn ang="0">
                      <a:pos x="322" y="594"/>
                    </a:cxn>
                    <a:cxn ang="0">
                      <a:pos x="278" y="546"/>
                    </a:cxn>
                    <a:cxn ang="0">
                      <a:pos x="178" y="49"/>
                    </a:cxn>
                    <a:cxn ang="0">
                      <a:pos x="113" y="31"/>
                    </a:cxn>
                    <a:cxn ang="0">
                      <a:pos x="60" y="37"/>
                    </a:cxn>
                    <a:cxn ang="0">
                      <a:pos x="38" y="71"/>
                    </a:cxn>
                    <a:cxn ang="0">
                      <a:pos x="153" y="462"/>
                    </a:cxn>
                    <a:cxn ang="0">
                      <a:pos x="109" y="448"/>
                    </a:cxn>
                    <a:cxn ang="0">
                      <a:pos x="109" y="448"/>
                    </a:cxn>
                  </a:cxnLst>
                  <a:rect l="0" t="0" r="0" b="0"/>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chemeClr val="accent2">
                    <a:alpha val="100000"/>
                  </a:schemeClr>
                </a:solidFill>
                <a:ln w="9525">
                  <a:noFill/>
                </a:ln>
              </p:spPr>
              <p:txBody>
                <a:bodyPr/>
                <a:lstStyle/>
                <a:p>
                  <a:endParaRPr lang="zh-CN" altLang="en-US" sz="1800"/>
                </a:p>
              </p:txBody>
            </p:sp>
            <p:sp>
              <p:nvSpPr>
                <p:cNvPr id="1070" name="Freeform 33"/>
                <p:cNvSpPr/>
                <p:nvPr userDrawn="1"/>
              </p:nvSpPr>
              <p:spPr>
                <a:xfrm>
                  <a:off x="578" y="3650"/>
                  <a:ext cx="96" cy="252"/>
                </a:xfrm>
                <a:custGeom>
                  <a:avLst/>
                  <a:gdLst/>
                  <a:ahLst/>
                  <a:cxnLst>
                    <a:cxn ang="0">
                      <a:pos x="0" y="14"/>
                    </a:cxn>
                    <a:cxn ang="0">
                      <a:pos x="38" y="97"/>
                    </a:cxn>
                    <a:cxn ang="0">
                      <a:pos x="57" y="159"/>
                    </a:cxn>
                    <a:cxn ang="0">
                      <a:pos x="58" y="252"/>
                    </a:cxn>
                    <a:cxn ang="0">
                      <a:pos x="96" y="252"/>
                    </a:cxn>
                    <a:cxn ang="0">
                      <a:pos x="94" y="180"/>
                    </a:cxn>
                    <a:cxn ang="0">
                      <a:pos x="81" y="104"/>
                    </a:cxn>
                    <a:cxn ang="0">
                      <a:pos x="50" y="30"/>
                    </a:cxn>
                    <a:cxn ang="0">
                      <a:pos x="32" y="0"/>
                    </a:cxn>
                    <a:cxn ang="0">
                      <a:pos x="0" y="14"/>
                    </a:cxn>
                    <a:cxn ang="0">
                      <a:pos x="0" y="14"/>
                    </a:cxn>
                  </a:cxnLst>
                  <a:rect l="0" t="0" r="0" b="0"/>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chemeClr val="accent2">
                    <a:alpha val="100000"/>
                  </a:schemeClr>
                </a:solidFill>
                <a:ln w="9525">
                  <a:noFill/>
                </a:ln>
              </p:spPr>
              <p:txBody>
                <a:bodyPr/>
                <a:lstStyle/>
                <a:p>
                  <a:endParaRPr lang="zh-CN" altLang="en-US" sz="1800"/>
                </a:p>
              </p:txBody>
            </p:sp>
            <p:sp>
              <p:nvSpPr>
                <p:cNvPr id="1071" name="Freeform 34"/>
                <p:cNvSpPr/>
                <p:nvPr userDrawn="1"/>
              </p:nvSpPr>
              <p:spPr>
                <a:xfrm>
                  <a:off x="328" y="3630"/>
                  <a:ext cx="195" cy="135"/>
                </a:xfrm>
                <a:custGeom>
                  <a:avLst/>
                  <a:gdLst/>
                  <a:ahLst/>
                  <a:cxnLst>
                    <a:cxn ang="0">
                      <a:pos x="149" y="0"/>
                    </a:cxn>
                    <a:cxn ang="0">
                      <a:pos x="129" y="9"/>
                    </a:cxn>
                    <a:cxn ang="0">
                      <a:pos x="127" y="33"/>
                    </a:cxn>
                    <a:cxn ang="0">
                      <a:pos x="0" y="85"/>
                    </a:cxn>
                    <a:cxn ang="0">
                      <a:pos x="0" y="111"/>
                    </a:cxn>
                    <a:cxn ang="0">
                      <a:pos x="142" y="113"/>
                    </a:cxn>
                    <a:cxn ang="0">
                      <a:pos x="160" y="135"/>
                    </a:cxn>
                    <a:cxn ang="0">
                      <a:pos x="195" y="133"/>
                    </a:cxn>
                    <a:cxn ang="0">
                      <a:pos x="192" y="95"/>
                    </a:cxn>
                    <a:cxn ang="0">
                      <a:pos x="58" y="88"/>
                    </a:cxn>
                    <a:cxn ang="0">
                      <a:pos x="167" y="45"/>
                    </a:cxn>
                    <a:cxn ang="0">
                      <a:pos x="149" y="0"/>
                    </a:cxn>
                    <a:cxn ang="0">
                      <a:pos x="149" y="0"/>
                    </a:cxn>
                  </a:cxnLst>
                  <a:rect l="0" t="0" r="0" b="0"/>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chemeClr val="accent2">
                    <a:alpha val="100000"/>
                  </a:schemeClr>
                </a:solidFill>
                <a:ln w="9525">
                  <a:noFill/>
                </a:ln>
              </p:spPr>
              <p:txBody>
                <a:bodyPr/>
                <a:lstStyle/>
                <a:p>
                  <a:endParaRPr lang="zh-CN" altLang="en-US" sz="1800"/>
                </a:p>
              </p:txBody>
            </p:sp>
            <p:sp>
              <p:nvSpPr>
                <p:cNvPr id="1072" name="Freeform 35"/>
                <p:cNvSpPr/>
                <p:nvPr userDrawn="1"/>
              </p:nvSpPr>
              <p:spPr>
                <a:xfrm>
                  <a:off x="658" y="3538"/>
                  <a:ext cx="471" cy="212"/>
                </a:xfrm>
                <a:custGeom>
                  <a:avLst/>
                  <a:gdLst/>
                  <a:ahLst/>
                  <a:cxnLst>
                    <a:cxn ang="0">
                      <a:pos x="0" y="66"/>
                    </a:cxn>
                    <a:cxn ang="0">
                      <a:pos x="432" y="0"/>
                    </a:cxn>
                    <a:cxn ang="0">
                      <a:pos x="463" y="39"/>
                    </a:cxn>
                    <a:cxn ang="0">
                      <a:pos x="471" y="91"/>
                    </a:cxn>
                    <a:cxn ang="0">
                      <a:pos x="452" y="141"/>
                    </a:cxn>
                    <a:cxn ang="0">
                      <a:pos x="29" y="212"/>
                    </a:cxn>
                    <a:cxn ang="0">
                      <a:pos x="27" y="192"/>
                    </a:cxn>
                    <a:cxn ang="0">
                      <a:pos x="432" y="121"/>
                    </a:cxn>
                    <a:cxn ang="0">
                      <a:pos x="447" y="73"/>
                    </a:cxn>
                    <a:cxn ang="0">
                      <a:pos x="420" y="29"/>
                    </a:cxn>
                    <a:cxn ang="0">
                      <a:pos x="0" y="93"/>
                    </a:cxn>
                    <a:cxn ang="0">
                      <a:pos x="0" y="66"/>
                    </a:cxn>
                    <a:cxn ang="0">
                      <a:pos x="0" y="66"/>
                    </a:cxn>
                  </a:cxnLst>
                  <a:rect l="0" t="0" r="0" b="0"/>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chemeClr val="accent2">
                    <a:alpha val="100000"/>
                  </a:schemeClr>
                </a:solidFill>
                <a:ln w="9525">
                  <a:noFill/>
                </a:ln>
              </p:spPr>
              <p:txBody>
                <a:bodyPr/>
                <a:lstStyle/>
                <a:p>
                  <a:endParaRPr lang="zh-CN" altLang="en-US" sz="1800"/>
                </a:p>
              </p:txBody>
            </p:sp>
            <p:sp>
              <p:nvSpPr>
                <p:cNvPr id="1073" name="Freeform 36"/>
                <p:cNvSpPr/>
                <p:nvPr userDrawn="1"/>
              </p:nvSpPr>
              <p:spPr>
                <a:xfrm>
                  <a:off x="717" y="3606"/>
                  <a:ext cx="245" cy="86"/>
                </a:xfrm>
                <a:custGeom>
                  <a:avLst/>
                  <a:gdLst/>
                  <a:ahLst/>
                  <a:cxnLst>
                    <a:cxn ang="0">
                      <a:pos x="0" y="63"/>
                    </a:cxn>
                    <a:cxn ang="0">
                      <a:pos x="33" y="86"/>
                    </a:cxn>
                    <a:cxn ang="0">
                      <a:pos x="111" y="83"/>
                    </a:cxn>
                    <a:cxn ang="0">
                      <a:pos x="210" y="58"/>
                    </a:cxn>
                    <a:cxn ang="0">
                      <a:pos x="245" y="21"/>
                    </a:cxn>
                    <a:cxn ang="0">
                      <a:pos x="222" y="1"/>
                    </a:cxn>
                    <a:cxn ang="0">
                      <a:pos x="127" y="0"/>
                    </a:cxn>
                    <a:cxn ang="0">
                      <a:pos x="55" y="6"/>
                    </a:cxn>
                    <a:cxn ang="0">
                      <a:pos x="8" y="38"/>
                    </a:cxn>
                    <a:cxn ang="0">
                      <a:pos x="56" y="47"/>
                    </a:cxn>
                    <a:cxn ang="0">
                      <a:pos x="138" y="26"/>
                    </a:cxn>
                    <a:cxn ang="0">
                      <a:pos x="209" y="26"/>
                    </a:cxn>
                    <a:cxn ang="0">
                      <a:pos x="135" y="55"/>
                    </a:cxn>
                    <a:cxn ang="0">
                      <a:pos x="71" y="63"/>
                    </a:cxn>
                    <a:cxn ang="0">
                      <a:pos x="0" y="63"/>
                    </a:cxn>
                    <a:cxn ang="0">
                      <a:pos x="0" y="63"/>
                    </a:cxn>
                  </a:cxnLst>
                  <a:rect l="0" t="0" r="0" b="0"/>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chemeClr val="accent2">
                    <a:alpha val="100000"/>
                  </a:schemeClr>
                </a:solidFill>
                <a:ln w="9525">
                  <a:noFill/>
                </a:ln>
              </p:spPr>
              <p:txBody>
                <a:bodyPr/>
                <a:lstStyle/>
                <a:p>
                  <a:endParaRPr lang="zh-CN" altLang="en-US" sz="1800"/>
                </a:p>
              </p:txBody>
            </p:sp>
          </p:grpSp>
        </p:grpSp>
      </p:grpSp>
      <p:grpSp>
        <p:nvGrpSpPr>
          <p:cNvPr id="1035" name="Group 37"/>
          <p:cNvGrpSpPr/>
          <p:nvPr/>
        </p:nvGrpSpPr>
        <p:grpSpPr>
          <a:xfrm>
            <a:off x="8680450" y="2116138"/>
            <a:ext cx="385763" cy="4308475"/>
            <a:chOff x="5468" y="1333"/>
            <a:chExt cx="243" cy="2714"/>
          </a:xfrm>
        </p:grpSpPr>
        <p:sp>
          <p:nvSpPr>
            <p:cNvPr id="1049" name="Freeform 38"/>
            <p:cNvSpPr/>
            <p:nvPr userDrawn="1"/>
          </p:nvSpPr>
          <p:spPr>
            <a:xfrm flipH="1">
              <a:off x="5468" y="2620"/>
              <a:ext cx="205" cy="1427"/>
            </a:xfrm>
            <a:custGeom>
              <a:avLst/>
              <a:gdLst/>
              <a:ahLst/>
              <a:cxnLst>
                <a:cxn ang="0">
                  <a:pos x="184" y="1379"/>
                </a:cxn>
                <a:cxn ang="0">
                  <a:pos x="101" y="1287"/>
                </a:cxn>
                <a:cxn ang="0">
                  <a:pos x="85" y="1216"/>
                </a:cxn>
                <a:cxn ang="0">
                  <a:pos x="99" y="1111"/>
                </a:cxn>
                <a:cxn ang="0">
                  <a:pos x="157" y="984"/>
                </a:cxn>
                <a:cxn ang="0">
                  <a:pos x="170" y="904"/>
                </a:cxn>
                <a:cxn ang="0">
                  <a:pos x="157" y="851"/>
                </a:cxn>
                <a:cxn ang="0">
                  <a:pos x="106" y="812"/>
                </a:cxn>
                <a:cxn ang="0">
                  <a:pos x="96" y="763"/>
                </a:cxn>
                <a:cxn ang="0">
                  <a:pos x="114" y="693"/>
                </a:cxn>
                <a:cxn ang="0">
                  <a:pos x="197" y="505"/>
                </a:cxn>
                <a:cxn ang="0">
                  <a:pos x="205" y="413"/>
                </a:cxn>
                <a:cxn ang="0">
                  <a:pos x="184" y="312"/>
                </a:cxn>
                <a:cxn ang="0">
                  <a:pos x="114" y="263"/>
                </a:cxn>
                <a:cxn ang="0">
                  <a:pos x="53" y="184"/>
                </a:cxn>
                <a:cxn ang="0">
                  <a:pos x="0" y="0"/>
                </a:cxn>
                <a:cxn ang="0">
                  <a:pos x="8" y="167"/>
                </a:cxn>
                <a:cxn ang="0">
                  <a:pos x="48" y="267"/>
                </a:cxn>
                <a:cxn ang="0">
                  <a:pos x="101" y="329"/>
                </a:cxn>
                <a:cxn ang="0">
                  <a:pos x="160" y="364"/>
                </a:cxn>
                <a:cxn ang="0">
                  <a:pos x="163" y="456"/>
                </a:cxn>
                <a:cxn ang="0">
                  <a:pos x="133" y="553"/>
                </a:cxn>
                <a:cxn ang="0">
                  <a:pos x="64" y="724"/>
                </a:cxn>
                <a:cxn ang="0">
                  <a:pos x="61" y="834"/>
                </a:cxn>
                <a:cxn ang="0">
                  <a:pos x="125" y="895"/>
                </a:cxn>
                <a:cxn ang="0">
                  <a:pos x="122" y="952"/>
                </a:cxn>
                <a:cxn ang="0">
                  <a:pos x="66" y="1071"/>
                </a:cxn>
                <a:cxn ang="0">
                  <a:pos x="42" y="1185"/>
                </a:cxn>
                <a:cxn ang="0">
                  <a:pos x="64" y="1308"/>
                </a:cxn>
                <a:cxn ang="0">
                  <a:pos x="114" y="1374"/>
                </a:cxn>
                <a:cxn ang="0">
                  <a:pos x="178" y="1427"/>
                </a:cxn>
                <a:cxn ang="0">
                  <a:pos x="184" y="1379"/>
                </a:cxn>
                <a:cxn ang="0">
                  <a:pos x="184" y="1379"/>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sz="1800"/>
            </a:p>
          </p:txBody>
        </p:sp>
        <p:sp>
          <p:nvSpPr>
            <p:cNvPr id="1050" name="Freeform 39"/>
            <p:cNvSpPr/>
            <p:nvPr userDrawn="1"/>
          </p:nvSpPr>
          <p:spPr>
            <a:xfrm flipH="1">
              <a:off x="5506" y="1333"/>
              <a:ext cx="205" cy="1633"/>
            </a:xfrm>
            <a:custGeom>
              <a:avLst/>
              <a:gdLst/>
              <a:ahLst/>
              <a:cxnLst>
                <a:cxn ang="0">
                  <a:pos x="184" y="1578"/>
                </a:cxn>
                <a:cxn ang="0">
                  <a:pos x="101" y="1473"/>
                </a:cxn>
                <a:cxn ang="0">
                  <a:pos x="85" y="1392"/>
                </a:cxn>
                <a:cxn ang="0">
                  <a:pos x="99" y="1271"/>
                </a:cxn>
                <a:cxn ang="0">
                  <a:pos x="157" y="1126"/>
                </a:cxn>
                <a:cxn ang="0">
                  <a:pos x="170" y="1035"/>
                </a:cxn>
                <a:cxn ang="0">
                  <a:pos x="157" y="974"/>
                </a:cxn>
                <a:cxn ang="0">
                  <a:pos x="106" y="930"/>
                </a:cxn>
                <a:cxn ang="0">
                  <a:pos x="96" y="874"/>
                </a:cxn>
                <a:cxn ang="0">
                  <a:pos x="114" y="794"/>
                </a:cxn>
                <a:cxn ang="0">
                  <a:pos x="197" y="578"/>
                </a:cxn>
                <a:cxn ang="0">
                  <a:pos x="205" y="473"/>
                </a:cxn>
                <a:cxn ang="0">
                  <a:pos x="184" y="357"/>
                </a:cxn>
                <a:cxn ang="0">
                  <a:pos x="114" y="302"/>
                </a:cxn>
                <a:cxn ang="0">
                  <a:pos x="53" y="211"/>
                </a:cxn>
                <a:cxn ang="0">
                  <a:pos x="0" y="0"/>
                </a:cxn>
                <a:cxn ang="0">
                  <a:pos x="8" y="191"/>
                </a:cxn>
                <a:cxn ang="0">
                  <a:pos x="48" y="306"/>
                </a:cxn>
                <a:cxn ang="0">
                  <a:pos x="101" y="377"/>
                </a:cxn>
                <a:cxn ang="0">
                  <a:pos x="160" y="417"/>
                </a:cxn>
                <a:cxn ang="0">
                  <a:pos x="163" y="522"/>
                </a:cxn>
                <a:cxn ang="0">
                  <a:pos x="133" y="633"/>
                </a:cxn>
                <a:cxn ang="0">
                  <a:pos x="64" y="829"/>
                </a:cxn>
                <a:cxn ang="0">
                  <a:pos x="61" y="955"/>
                </a:cxn>
                <a:cxn ang="0">
                  <a:pos x="125" y="1025"/>
                </a:cxn>
                <a:cxn ang="0">
                  <a:pos x="122" y="1090"/>
                </a:cxn>
                <a:cxn ang="0">
                  <a:pos x="66" y="1226"/>
                </a:cxn>
                <a:cxn ang="0">
                  <a:pos x="42" y="1357"/>
                </a:cxn>
                <a:cxn ang="0">
                  <a:pos x="64" y="1497"/>
                </a:cxn>
                <a:cxn ang="0">
                  <a:pos x="114" y="1572"/>
                </a:cxn>
                <a:cxn ang="0">
                  <a:pos x="178" y="1633"/>
                </a:cxn>
                <a:cxn ang="0">
                  <a:pos x="184" y="1578"/>
                </a:cxn>
                <a:cxn ang="0">
                  <a:pos x="184" y="1578"/>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sz="1800"/>
            </a:p>
          </p:txBody>
        </p:sp>
      </p:grpSp>
      <p:grpSp>
        <p:nvGrpSpPr>
          <p:cNvPr id="1036" name="Group 40"/>
          <p:cNvGrpSpPr/>
          <p:nvPr/>
        </p:nvGrpSpPr>
        <p:grpSpPr>
          <a:xfrm>
            <a:off x="7318375" y="90488"/>
            <a:ext cx="2133600" cy="1911350"/>
            <a:chOff x="4610" y="57"/>
            <a:chExt cx="1344" cy="1204"/>
          </a:xfrm>
        </p:grpSpPr>
        <p:grpSp>
          <p:nvGrpSpPr>
            <p:cNvPr id="1037" name="Group 41"/>
            <p:cNvGrpSpPr/>
            <p:nvPr userDrawn="1"/>
          </p:nvGrpSpPr>
          <p:grpSpPr>
            <a:xfrm>
              <a:off x="4610" y="57"/>
              <a:ext cx="1344" cy="1204"/>
              <a:chOff x="4610" y="57"/>
              <a:chExt cx="1344" cy="1204"/>
            </a:xfrm>
          </p:grpSpPr>
          <p:sp>
            <p:nvSpPr>
              <p:cNvPr id="1039" name="Freeform 42"/>
              <p:cNvSpPr/>
              <p:nvPr userDrawn="1"/>
            </p:nvSpPr>
            <p:spPr>
              <a:xfrm rot="-3172564">
                <a:off x="5430" y="1086"/>
                <a:ext cx="62" cy="288"/>
              </a:xfrm>
              <a:custGeom>
                <a:avLst/>
                <a:gdLst/>
                <a:ahLst/>
                <a:cxnLst>
                  <a:cxn ang="0">
                    <a:pos x="31" y="3"/>
                  </a:cxn>
                  <a:cxn ang="0">
                    <a:pos x="33" y="122"/>
                  </a:cxn>
                  <a:cxn ang="0">
                    <a:pos x="0" y="288"/>
                  </a:cxn>
                  <a:cxn ang="0">
                    <a:pos x="20" y="282"/>
                  </a:cxn>
                  <a:cxn ang="0">
                    <a:pos x="55" y="134"/>
                  </a:cxn>
                  <a:cxn ang="0">
                    <a:pos x="62" y="0"/>
                  </a:cxn>
                  <a:cxn ang="0">
                    <a:pos x="31" y="3"/>
                  </a:cxn>
                  <a:cxn ang="0">
                    <a:pos x="31" y="3"/>
                  </a:cxn>
                </a:cxnLst>
                <a:rect l="0" t="0" r="0" b="0"/>
                <a:pathLst>
                  <a:path w="245" h="806">
                    <a:moveTo>
                      <a:pt x="123" y="9"/>
                    </a:moveTo>
                    <a:lnTo>
                      <a:pt x="131" y="342"/>
                    </a:lnTo>
                    <a:lnTo>
                      <a:pt x="0" y="806"/>
                    </a:lnTo>
                    <a:lnTo>
                      <a:pt x="79" y="789"/>
                    </a:lnTo>
                    <a:lnTo>
                      <a:pt x="218" y="376"/>
                    </a:lnTo>
                    <a:lnTo>
                      <a:pt x="245" y="0"/>
                    </a:lnTo>
                    <a:lnTo>
                      <a:pt x="123" y="9"/>
                    </a:lnTo>
                    <a:lnTo>
                      <a:pt x="123" y="9"/>
                    </a:lnTo>
                    <a:close/>
                  </a:path>
                </a:pathLst>
              </a:custGeom>
              <a:solidFill>
                <a:schemeClr val="accent2">
                  <a:alpha val="100000"/>
                </a:schemeClr>
              </a:solidFill>
              <a:ln w="9525">
                <a:noFill/>
              </a:ln>
            </p:spPr>
            <p:txBody>
              <a:bodyPr/>
              <a:lstStyle/>
              <a:p>
                <a:endParaRPr lang="zh-CN" altLang="en-US" sz="1800"/>
              </a:p>
            </p:txBody>
          </p:sp>
          <p:grpSp>
            <p:nvGrpSpPr>
              <p:cNvPr id="1040" name="Group 43"/>
              <p:cNvGrpSpPr/>
              <p:nvPr userDrawn="1"/>
            </p:nvGrpSpPr>
            <p:grpSpPr>
              <a:xfrm>
                <a:off x="4610" y="57"/>
                <a:ext cx="1344" cy="985"/>
                <a:chOff x="4610" y="57"/>
                <a:chExt cx="1344" cy="985"/>
              </a:xfrm>
            </p:grpSpPr>
            <p:sp>
              <p:nvSpPr>
                <p:cNvPr id="1041" name="Freeform 44"/>
                <p:cNvSpPr/>
                <p:nvPr userDrawn="1"/>
              </p:nvSpPr>
              <p:spPr>
                <a:xfrm rot="-3172564">
                  <a:off x="4966" y="71"/>
                  <a:ext cx="153" cy="125"/>
                </a:xfrm>
                <a:custGeom>
                  <a:avLst/>
                  <a:gdLst/>
                  <a:ahLst/>
                  <a:cxnLst>
                    <a:cxn ang="0">
                      <a:pos x="0" y="0"/>
                    </a:cxn>
                    <a:cxn ang="0">
                      <a:pos x="75" y="66"/>
                    </a:cxn>
                    <a:cxn ang="0">
                      <a:pos x="127" y="125"/>
                    </a:cxn>
                    <a:cxn ang="0">
                      <a:pos x="153" y="50"/>
                    </a:cxn>
                    <a:cxn ang="0">
                      <a:pos x="91" y="3"/>
                    </a:cxn>
                    <a:cxn ang="0">
                      <a:pos x="118" y="66"/>
                    </a:cxn>
                    <a:cxn ang="0">
                      <a:pos x="33" y="6"/>
                    </a:cxn>
                    <a:cxn ang="0">
                      <a:pos x="0" y="0"/>
                    </a:cxn>
                    <a:cxn ang="0">
                      <a:pos x="0" y="0"/>
                    </a:cxn>
                  </a:cxnLst>
                  <a:rect l="0" t="0" r="0" b="0"/>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chemeClr val="accent2">
                    <a:alpha val="100000"/>
                  </a:schemeClr>
                </a:solidFill>
                <a:ln w="9525">
                  <a:noFill/>
                </a:ln>
              </p:spPr>
              <p:txBody>
                <a:bodyPr/>
                <a:lstStyle/>
                <a:p>
                  <a:endParaRPr lang="zh-CN" altLang="en-US" sz="1800"/>
                </a:p>
              </p:txBody>
            </p:sp>
            <p:sp>
              <p:nvSpPr>
                <p:cNvPr id="1042" name="Freeform 45"/>
                <p:cNvSpPr/>
                <p:nvPr userDrawn="1"/>
              </p:nvSpPr>
              <p:spPr>
                <a:xfrm rot="-3172564">
                  <a:off x="5048" y="331"/>
                  <a:ext cx="269" cy="438"/>
                </a:xfrm>
                <a:custGeom>
                  <a:avLst/>
                  <a:gdLst/>
                  <a:ahLst/>
                  <a:cxnLst>
                    <a:cxn ang="0">
                      <a:pos x="187" y="46"/>
                    </a:cxn>
                    <a:cxn ang="0">
                      <a:pos x="123" y="125"/>
                    </a:cxn>
                    <a:cxn ang="0">
                      <a:pos x="41" y="271"/>
                    </a:cxn>
                    <a:cxn ang="0">
                      <a:pos x="0" y="392"/>
                    </a:cxn>
                    <a:cxn ang="0">
                      <a:pos x="15" y="438"/>
                    </a:cxn>
                    <a:cxn ang="0">
                      <a:pos x="66" y="428"/>
                    </a:cxn>
                    <a:cxn ang="0">
                      <a:pos x="146" y="325"/>
                    </a:cxn>
                    <a:cxn ang="0">
                      <a:pos x="221" y="190"/>
                    </a:cxn>
                    <a:cxn ang="0">
                      <a:pos x="261" y="96"/>
                    </a:cxn>
                    <a:cxn ang="0">
                      <a:pos x="269" y="30"/>
                    </a:cxn>
                    <a:cxn ang="0">
                      <a:pos x="247" y="0"/>
                    </a:cxn>
                    <a:cxn ang="0">
                      <a:pos x="211" y="23"/>
                    </a:cxn>
                    <a:cxn ang="0">
                      <a:pos x="245" y="38"/>
                    </a:cxn>
                    <a:cxn ang="0">
                      <a:pos x="221" y="125"/>
                    </a:cxn>
                    <a:cxn ang="0">
                      <a:pos x="174" y="234"/>
                    </a:cxn>
                    <a:cxn ang="0">
                      <a:pos x="88" y="359"/>
                    </a:cxn>
                    <a:cxn ang="0">
                      <a:pos x="29" y="397"/>
                    </a:cxn>
                    <a:cxn ang="0">
                      <a:pos x="34" y="336"/>
                    </a:cxn>
                    <a:cxn ang="0">
                      <a:pos x="110" y="179"/>
                    </a:cxn>
                    <a:cxn ang="0">
                      <a:pos x="210" y="42"/>
                    </a:cxn>
                    <a:cxn ang="0">
                      <a:pos x="187" y="46"/>
                    </a:cxn>
                    <a:cxn ang="0">
                      <a:pos x="187" y="46"/>
                    </a:cxn>
                  </a:cxnLst>
                  <a:rect l="0" t="0" r="0" b="0"/>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chemeClr val="accent2">
                    <a:alpha val="100000"/>
                  </a:schemeClr>
                </a:solidFill>
                <a:ln w="9525">
                  <a:noFill/>
                </a:ln>
              </p:spPr>
              <p:txBody>
                <a:bodyPr/>
                <a:lstStyle/>
                <a:p>
                  <a:endParaRPr lang="zh-CN" altLang="en-US" sz="1800"/>
                </a:p>
              </p:txBody>
            </p:sp>
            <p:sp>
              <p:nvSpPr>
                <p:cNvPr id="1043" name="Freeform 46"/>
                <p:cNvSpPr/>
                <p:nvPr userDrawn="1"/>
              </p:nvSpPr>
              <p:spPr>
                <a:xfrm rot="-3172564">
                  <a:off x="4858" y="181"/>
                  <a:ext cx="505" cy="898"/>
                </a:xfrm>
                <a:custGeom>
                  <a:avLst/>
                  <a:gdLst/>
                  <a:ahLst/>
                  <a:cxnLst>
                    <a:cxn ang="0">
                      <a:pos x="490" y="0"/>
                    </a:cxn>
                    <a:cxn ang="0">
                      <a:pos x="0" y="898"/>
                    </a:cxn>
                    <a:cxn ang="0">
                      <a:pos x="48" y="873"/>
                    </a:cxn>
                    <a:cxn ang="0">
                      <a:pos x="505" y="22"/>
                    </a:cxn>
                    <a:cxn ang="0">
                      <a:pos x="490" y="0"/>
                    </a:cxn>
                    <a:cxn ang="0">
                      <a:pos x="490" y="0"/>
                    </a:cxn>
                  </a:cxnLst>
                  <a:rect l="0" t="0" r="0" b="0"/>
                  <a:pathLst>
                    <a:path w="2002" h="2521">
                      <a:moveTo>
                        <a:pt x="1941" y="0"/>
                      </a:moveTo>
                      <a:lnTo>
                        <a:pt x="0" y="2521"/>
                      </a:lnTo>
                      <a:lnTo>
                        <a:pt x="192" y="2450"/>
                      </a:lnTo>
                      <a:lnTo>
                        <a:pt x="2002" y="61"/>
                      </a:lnTo>
                      <a:lnTo>
                        <a:pt x="1941" y="0"/>
                      </a:lnTo>
                      <a:lnTo>
                        <a:pt x="1941" y="0"/>
                      </a:lnTo>
                      <a:close/>
                    </a:path>
                  </a:pathLst>
                </a:custGeom>
                <a:solidFill>
                  <a:schemeClr val="accent2">
                    <a:alpha val="100000"/>
                  </a:schemeClr>
                </a:solidFill>
                <a:ln w="9525">
                  <a:noFill/>
                </a:ln>
              </p:spPr>
              <p:txBody>
                <a:bodyPr/>
                <a:lstStyle/>
                <a:p>
                  <a:endParaRPr lang="zh-CN" altLang="en-US" sz="1800"/>
                </a:p>
              </p:txBody>
            </p:sp>
            <p:sp>
              <p:nvSpPr>
                <p:cNvPr id="1044" name="Freeform 47"/>
                <p:cNvSpPr/>
                <p:nvPr userDrawn="1"/>
              </p:nvSpPr>
              <p:spPr>
                <a:xfrm rot="-3172564">
                  <a:off x="4903" y="-19"/>
                  <a:ext cx="758" cy="1344"/>
                </a:xfrm>
                <a:custGeom>
                  <a:avLst/>
                  <a:gdLst/>
                  <a:ahLst/>
                  <a:cxnLst>
                    <a:cxn ang="0">
                      <a:pos x="24" y="1014"/>
                    </a:cxn>
                    <a:cxn ang="0">
                      <a:pos x="99" y="1010"/>
                    </a:cxn>
                    <a:cxn ang="0">
                      <a:pos x="207" y="1072"/>
                    </a:cxn>
                    <a:cxn ang="0">
                      <a:pos x="172" y="1004"/>
                    </a:cxn>
                    <a:cxn ang="0">
                      <a:pos x="93" y="963"/>
                    </a:cxn>
                    <a:cxn ang="0">
                      <a:pos x="161" y="969"/>
                    </a:cxn>
                    <a:cxn ang="0">
                      <a:pos x="247" y="1023"/>
                    </a:cxn>
                    <a:cxn ang="0">
                      <a:pos x="721" y="150"/>
                    </a:cxn>
                    <a:cxn ang="0">
                      <a:pos x="650" y="53"/>
                    </a:cxn>
                    <a:cxn ang="0">
                      <a:pos x="582" y="0"/>
                    </a:cxn>
                    <a:cxn ang="0">
                      <a:pos x="679" y="28"/>
                    </a:cxn>
                    <a:cxn ang="0">
                      <a:pos x="758" y="153"/>
                    </a:cxn>
                    <a:cxn ang="0">
                      <a:pos x="209" y="1167"/>
                    </a:cxn>
                    <a:cxn ang="0">
                      <a:pos x="121" y="1216"/>
                    </a:cxn>
                    <a:cxn ang="0">
                      <a:pos x="26" y="1344"/>
                    </a:cxn>
                    <a:cxn ang="0">
                      <a:pos x="0" y="1307"/>
                    </a:cxn>
                    <a:cxn ang="0">
                      <a:pos x="33" y="1294"/>
                    </a:cxn>
                    <a:cxn ang="0">
                      <a:pos x="95" y="1206"/>
                    </a:cxn>
                    <a:cxn ang="0">
                      <a:pos x="42" y="1167"/>
                    </a:cxn>
                    <a:cxn ang="0">
                      <a:pos x="42" y="1132"/>
                    </a:cxn>
                    <a:cxn ang="0">
                      <a:pos x="104" y="1175"/>
                    </a:cxn>
                    <a:cxn ang="0">
                      <a:pos x="104" y="1136"/>
                    </a:cxn>
                    <a:cxn ang="0">
                      <a:pos x="152" y="1148"/>
                    </a:cxn>
                    <a:cxn ang="0">
                      <a:pos x="108" y="1097"/>
                    </a:cxn>
                    <a:cxn ang="0">
                      <a:pos x="159" y="1091"/>
                    </a:cxn>
                    <a:cxn ang="0">
                      <a:pos x="24" y="1014"/>
                    </a:cxn>
                    <a:cxn ang="0">
                      <a:pos x="24" y="1014"/>
                    </a:cxn>
                  </a:cxnLst>
                  <a:rect l="0" t="0" r="0" b="0"/>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chemeClr val="accent2">
                    <a:alpha val="100000"/>
                  </a:schemeClr>
                </a:solidFill>
                <a:ln w="9525">
                  <a:noFill/>
                </a:ln>
              </p:spPr>
              <p:txBody>
                <a:bodyPr/>
                <a:lstStyle/>
                <a:p>
                  <a:endParaRPr lang="zh-CN" altLang="en-US" sz="1800"/>
                </a:p>
              </p:txBody>
            </p:sp>
            <p:sp>
              <p:nvSpPr>
                <p:cNvPr id="1045" name="Freeform 48"/>
                <p:cNvSpPr/>
                <p:nvPr userDrawn="1"/>
              </p:nvSpPr>
              <p:spPr>
                <a:xfrm rot="-3172564">
                  <a:off x="5297" y="896"/>
                  <a:ext cx="169" cy="122"/>
                </a:xfrm>
                <a:custGeom>
                  <a:avLst/>
                  <a:gdLst/>
                  <a:ahLst/>
                  <a:cxnLst>
                    <a:cxn ang="0">
                      <a:pos x="0" y="29"/>
                    </a:cxn>
                    <a:cxn ang="0">
                      <a:pos x="64" y="38"/>
                    </a:cxn>
                    <a:cxn ang="0">
                      <a:pos x="160" y="122"/>
                    </a:cxn>
                    <a:cxn ang="0">
                      <a:pos x="169" y="103"/>
                    </a:cxn>
                    <a:cxn ang="0">
                      <a:pos x="112" y="41"/>
                    </a:cxn>
                    <a:cxn ang="0">
                      <a:pos x="7" y="0"/>
                    </a:cxn>
                    <a:cxn ang="0">
                      <a:pos x="0" y="29"/>
                    </a:cxn>
                    <a:cxn ang="0">
                      <a:pos x="0" y="29"/>
                    </a:cxn>
                  </a:cxnLst>
                  <a:rect l="0" t="0" r="0" b="0"/>
                  <a:pathLst>
                    <a:path w="673" h="342">
                      <a:moveTo>
                        <a:pt x="0" y="80"/>
                      </a:moveTo>
                      <a:lnTo>
                        <a:pt x="255" y="106"/>
                      </a:lnTo>
                      <a:lnTo>
                        <a:pt x="639" y="342"/>
                      </a:lnTo>
                      <a:lnTo>
                        <a:pt x="673" y="289"/>
                      </a:lnTo>
                      <a:lnTo>
                        <a:pt x="447" y="114"/>
                      </a:lnTo>
                      <a:lnTo>
                        <a:pt x="26" y="0"/>
                      </a:lnTo>
                      <a:lnTo>
                        <a:pt x="0" y="80"/>
                      </a:lnTo>
                      <a:lnTo>
                        <a:pt x="0" y="80"/>
                      </a:lnTo>
                      <a:close/>
                    </a:path>
                  </a:pathLst>
                </a:custGeom>
                <a:solidFill>
                  <a:schemeClr val="accent2">
                    <a:alpha val="100000"/>
                  </a:schemeClr>
                </a:solidFill>
                <a:ln w="9525">
                  <a:noFill/>
                </a:ln>
              </p:spPr>
              <p:txBody>
                <a:bodyPr/>
                <a:lstStyle/>
                <a:p>
                  <a:endParaRPr lang="zh-CN" altLang="en-US" sz="1800"/>
                </a:p>
              </p:txBody>
            </p:sp>
            <p:sp>
              <p:nvSpPr>
                <p:cNvPr id="1046" name="Freeform 49"/>
                <p:cNvSpPr/>
                <p:nvPr userDrawn="1"/>
              </p:nvSpPr>
              <p:spPr>
                <a:xfrm rot="-3172564">
                  <a:off x="5253" y="805"/>
                  <a:ext cx="181" cy="144"/>
                </a:xfrm>
                <a:custGeom>
                  <a:avLst/>
                  <a:gdLst/>
                  <a:ahLst/>
                  <a:cxnLst>
                    <a:cxn ang="0">
                      <a:pos x="0" y="28"/>
                    </a:cxn>
                    <a:cxn ang="0">
                      <a:pos x="86" y="53"/>
                    </a:cxn>
                    <a:cxn ang="0">
                      <a:pos x="161" y="144"/>
                    </a:cxn>
                    <a:cxn ang="0">
                      <a:pos x="181" y="106"/>
                    </a:cxn>
                    <a:cxn ang="0">
                      <a:pos x="106" y="41"/>
                    </a:cxn>
                    <a:cxn ang="0">
                      <a:pos x="18" y="0"/>
                    </a:cxn>
                    <a:cxn ang="0">
                      <a:pos x="0" y="28"/>
                    </a:cxn>
                    <a:cxn ang="0">
                      <a:pos x="0" y="28"/>
                    </a:cxn>
                  </a:cxnLst>
                  <a:rect l="0" t="0" r="0" b="0"/>
                  <a:pathLst>
                    <a:path w="716" h="403">
                      <a:moveTo>
                        <a:pt x="0" y="78"/>
                      </a:moveTo>
                      <a:lnTo>
                        <a:pt x="340" y="148"/>
                      </a:lnTo>
                      <a:lnTo>
                        <a:pt x="638" y="403"/>
                      </a:lnTo>
                      <a:lnTo>
                        <a:pt x="716" y="296"/>
                      </a:lnTo>
                      <a:lnTo>
                        <a:pt x="420" y="114"/>
                      </a:lnTo>
                      <a:lnTo>
                        <a:pt x="70" y="0"/>
                      </a:lnTo>
                      <a:lnTo>
                        <a:pt x="0" y="78"/>
                      </a:lnTo>
                      <a:lnTo>
                        <a:pt x="0" y="78"/>
                      </a:lnTo>
                      <a:close/>
                    </a:path>
                  </a:pathLst>
                </a:custGeom>
                <a:solidFill>
                  <a:schemeClr val="accent2">
                    <a:alpha val="100000"/>
                  </a:schemeClr>
                </a:solidFill>
                <a:ln w="9525">
                  <a:noFill/>
                </a:ln>
              </p:spPr>
              <p:txBody>
                <a:bodyPr/>
                <a:lstStyle/>
                <a:p>
                  <a:endParaRPr lang="zh-CN" altLang="en-US" sz="1800"/>
                </a:p>
              </p:txBody>
            </p:sp>
            <p:sp>
              <p:nvSpPr>
                <p:cNvPr id="1047" name="Freeform 50"/>
                <p:cNvSpPr/>
                <p:nvPr userDrawn="1"/>
              </p:nvSpPr>
              <p:spPr>
                <a:xfrm rot="-3172564">
                  <a:off x="4985" y="210"/>
                  <a:ext cx="181" cy="147"/>
                </a:xfrm>
                <a:custGeom>
                  <a:avLst/>
                  <a:gdLst/>
                  <a:ahLst/>
                  <a:cxnLst>
                    <a:cxn ang="0">
                      <a:pos x="0" y="28"/>
                    </a:cxn>
                    <a:cxn ang="0">
                      <a:pos x="80" y="50"/>
                    </a:cxn>
                    <a:cxn ang="0">
                      <a:pos x="164" y="147"/>
                    </a:cxn>
                    <a:cxn ang="0">
                      <a:pos x="181" y="112"/>
                    </a:cxn>
                    <a:cxn ang="0">
                      <a:pos x="99" y="31"/>
                    </a:cxn>
                    <a:cxn ang="0">
                      <a:pos x="14" y="0"/>
                    </a:cxn>
                    <a:cxn ang="0">
                      <a:pos x="0" y="28"/>
                    </a:cxn>
                    <a:cxn ang="0">
                      <a:pos x="0" y="28"/>
                    </a:cxn>
                  </a:cxnLst>
                  <a:rect l="0" t="0" r="0" b="0"/>
                  <a:pathLst>
                    <a:path w="717" h="411">
                      <a:moveTo>
                        <a:pt x="0" y="78"/>
                      </a:moveTo>
                      <a:lnTo>
                        <a:pt x="316" y="139"/>
                      </a:lnTo>
                      <a:lnTo>
                        <a:pt x="649" y="411"/>
                      </a:lnTo>
                      <a:lnTo>
                        <a:pt x="717" y="314"/>
                      </a:lnTo>
                      <a:lnTo>
                        <a:pt x="394" y="87"/>
                      </a:lnTo>
                      <a:lnTo>
                        <a:pt x="54" y="0"/>
                      </a:lnTo>
                      <a:lnTo>
                        <a:pt x="0" y="78"/>
                      </a:lnTo>
                      <a:lnTo>
                        <a:pt x="0" y="78"/>
                      </a:lnTo>
                      <a:close/>
                    </a:path>
                  </a:pathLst>
                </a:custGeom>
                <a:solidFill>
                  <a:schemeClr val="accent2">
                    <a:alpha val="100000"/>
                  </a:schemeClr>
                </a:solidFill>
                <a:ln w="9525">
                  <a:noFill/>
                </a:ln>
              </p:spPr>
              <p:txBody>
                <a:bodyPr/>
                <a:lstStyle/>
                <a:p>
                  <a:endParaRPr lang="zh-CN" altLang="en-US" sz="1800"/>
                </a:p>
              </p:txBody>
            </p:sp>
            <p:sp>
              <p:nvSpPr>
                <p:cNvPr id="1048" name="Freeform 51"/>
                <p:cNvSpPr/>
                <p:nvPr userDrawn="1"/>
              </p:nvSpPr>
              <p:spPr>
                <a:xfrm rot="-3172564">
                  <a:off x="4948" y="141"/>
                  <a:ext cx="179" cy="138"/>
                </a:xfrm>
                <a:custGeom>
                  <a:avLst/>
                  <a:gdLst/>
                  <a:ahLst/>
                  <a:cxnLst>
                    <a:cxn ang="0">
                      <a:pos x="0" y="31"/>
                    </a:cxn>
                    <a:cxn ang="0">
                      <a:pos x="69" y="47"/>
                    </a:cxn>
                    <a:cxn ang="0">
                      <a:pos x="168" y="138"/>
                    </a:cxn>
                    <a:cxn ang="0">
                      <a:pos x="179" y="110"/>
                    </a:cxn>
                    <a:cxn ang="0">
                      <a:pos x="77" y="19"/>
                    </a:cxn>
                    <a:cxn ang="0">
                      <a:pos x="11" y="0"/>
                    </a:cxn>
                    <a:cxn ang="0">
                      <a:pos x="0" y="31"/>
                    </a:cxn>
                    <a:cxn ang="0">
                      <a:pos x="0" y="31"/>
                    </a:cxn>
                  </a:cxnLst>
                  <a:rect l="0" t="0" r="0" b="0"/>
                  <a:pathLst>
                    <a:path w="709" h="386">
                      <a:moveTo>
                        <a:pt x="0" y="88"/>
                      </a:moveTo>
                      <a:lnTo>
                        <a:pt x="272" y="131"/>
                      </a:lnTo>
                      <a:lnTo>
                        <a:pt x="665" y="386"/>
                      </a:lnTo>
                      <a:lnTo>
                        <a:pt x="709" y="308"/>
                      </a:lnTo>
                      <a:lnTo>
                        <a:pt x="306" y="53"/>
                      </a:lnTo>
                      <a:lnTo>
                        <a:pt x="43" y="0"/>
                      </a:lnTo>
                      <a:lnTo>
                        <a:pt x="0" y="88"/>
                      </a:lnTo>
                      <a:lnTo>
                        <a:pt x="0" y="88"/>
                      </a:lnTo>
                      <a:close/>
                    </a:path>
                  </a:pathLst>
                </a:custGeom>
                <a:solidFill>
                  <a:schemeClr val="accent2">
                    <a:alpha val="100000"/>
                  </a:schemeClr>
                </a:solidFill>
                <a:ln w="9525">
                  <a:noFill/>
                </a:ln>
              </p:spPr>
              <p:txBody>
                <a:bodyPr/>
                <a:lstStyle/>
                <a:p>
                  <a:endParaRPr lang="zh-CN" altLang="en-US" sz="1800"/>
                </a:p>
              </p:txBody>
            </p:sp>
          </p:grpSp>
        </p:grpSp>
        <p:sp>
          <p:nvSpPr>
            <p:cNvPr id="1038" name="Line 52"/>
            <p:cNvSpPr/>
            <p:nvPr userDrawn="1"/>
          </p:nvSpPr>
          <p:spPr>
            <a:xfrm>
              <a:off x="4870" y="84"/>
              <a:ext cx="42" cy="96"/>
            </a:xfrm>
            <a:prstGeom prst="line">
              <a:avLst/>
            </a:prstGeom>
            <a:ln w="38100" cap="flat" cmpd="sng">
              <a:solidFill>
                <a:schemeClr val="accent2"/>
              </a:solid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5.pn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7.jpeg"/><Relationship Id="rId3" Type="http://schemas.openxmlformats.org/officeDocument/2006/relationships/tags" Target="../tags/tag4.xml"/><Relationship Id="rId2" Type="http://schemas.openxmlformats.org/officeDocument/2006/relationships/image" Target="../media/image6.png"/><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8.png"/><Relationship Id="rId3" Type="http://schemas.openxmlformats.org/officeDocument/2006/relationships/tags" Target="../tags/tag5.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13.jpeg"/><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15.png"/><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19.png"/><Relationship Id="rId2" Type="http://schemas.openxmlformats.org/officeDocument/2006/relationships/tags" Target="../tags/tag7.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2.xml"/><Relationship Id="rId4" Type="http://schemas.openxmlformats.org/officeDocument/2006/relationships/image" Target="../media/image21.wmf"/><Relationship Id="rId3" Type="http://schemas.openxmlformats.org/officeDocument/2006/relationships/oleObject" Target="../embeddings/oleObject2.bin"/><Relationship Id="rId2" Type="http://schemas.openxmlformats.org/officeDocument/2006/relationships/image" Target="../media/image20.png"/><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22.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28.png"/><Relationship Id="rId3" Type="http://schemas.openxmlformats.org/officeDocument/2006/relationships/tags" Target="../tags/tag9.xml"/><Relationship Id="rId2" Type="http://schemas.openxmlformats.org/officeDocument/2006/relationships/image" Target="../media/image27.png"/><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30.png"/><Relationship Id="rId3" Type="http://schemas.openxmlformats.org/officeDocument/2006/relationships/tags" Target="../tags/tag11.xml"/><Relationship Id="rId2" Type="http://schemas.openxmlformats.org/officeDocument/2006/relationships/image" Target="../media/image29.png"/><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2.xml"/><Relationship Id="rId2" Type="http://schemas.openxmlformats.org/officeDocument/2006/relationships/image" Target="../media/image33.png"/><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37.png"/><Relationship Id="rId1" Type="http://schemas.openxmlformats.org/officeDocument/2006/relationships/image" Target="../media/image36.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tags" Target="../tags/tag1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41.png"/><Relationship Id="rId1"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43.png"/><Relationship Id="rId1"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45.png"/><Relationship Id="rId1" Type="http://schemas.openxmlformats.org/officeDocument/2006/relationships/image" Target="../media/image44.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47.png"/><Relationship Id="rId1" Type="http://schemas.openxmlformats.org/officeDocument/2006/relationships/image" Target="../media/image46.pn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NULL" TargetMode="Externa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52.png"/><Relationship Id="rId1"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54.png"/><Relationship Id="rId1"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56.png"/><Relationship Id="rId1"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58.png"/><Relationship Id="rId1"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57.png"/><Relationship Id="rId1"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61.png"/><Relationship Id="rId1" Type="http://schemas.openxmlformats.org/officeDocument/2006/relationships/image" Target="../media/image60.png"/></Relationships>
</file>

<file path=ppt/slides/_rels/slide42.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2.xml"/><Relationship Id="rId3" Type="http://schemas.openxmlformats.org/officeDocument/2006/relationships/image" Target="../media/image63.png"/><Relationship Id="rId2" Type="http://schemas.openxmlformats.org/officeDocument/2006/relationships/oleObject" Target="../embeddings/oleObject4.bin"/><Relationship Id="rId1" Type="http://schemas.openxmlformats.org/officeDocument/2006/relationships/image" Target="../media/image62.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image" Target="../media/image68.png"/><Relationship Id="rId4" Type="http://schemas.openxmlformats.org/officeDocument/2006/relationships/tags" Target="../tags/tag15.xml"/><Relationship Id="rId3" Type="http://schemas.openxmlformats.org/officeDocument/2006/relationships/image" Target="../media/image67.png"/><Relationship Id="rId2" Type="http://schemas.openxmlformats.org/officeDocument/2006/relationships/tags" Target="../tags/tag14.xml"/><Relationship Id="rId1" Type="http://schemas.openxmlformats.org/officeDocument/2006/relationships/tags" Target="../tags/tag13.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69.png"/><Relationship Id="rId3" Type="http://schemas.openxmlformats.org/officeDocument/2006/relationships/tags" Target="../tags/tag17.xml"/><Relationship Id="rId2" Type="http://schemas.openxmlformats.org/officeDocument/2006/relationships/image" Target="../media/image68.png"/><Relationship Id="rId1" Type="http://schemas.openxmlformats.org/officeDocument/2006/relationships/tags" Target="../tags/tag16.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68.png"/><Relationship Id="rId3" Type="http://schemas.openxmlformats.org/officeDocument/2006/relationships/tags" Target="../tags/tag19.xml"/><Relationship Id="rId2" Type="http://schemas.openxmlformats.org/officeDocument/2006/relationships/image" Target="../media/image70.png"/><Relationship Id="rId1" Type="http://schemas.openxmlformats.org/officeDocument/2006/relationships/tags" Target="../tags/tag18.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71.png"/><Relationship Id="rId3" Type="http://schemas.openxmlformats.org/officeDocument/2006/relationships/tags" Target="../tags/tag21.xml"/><Relationship Id="rId2" Type="http://schemas.openxmlformats.org/officeDocument/2006/relationships/image" Target="../media/image68.png"/><Relationship Id="rId1" Type="http://schemas.openxmlformats.org/officeDocument/2006/relationships/tags" Target="../tags/tag20.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72.png"/><Relationship Id="rId3" Type="http://schemas.openxmlformats.org/officeDocument/2006/relationships/tags" Target="../tags/tag23.xml"/><Relationship Id="rId2" Type="http://schemas.openxmlformats.org/officeDocument/2006/relationships/image" Target="../media/image68.png"/><Relationship Id="rId1" Type="http://schemas.openxmlformats.org/officeDocument/2006/relationships/tags" Target="../tags/tag22.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73.png"/><Relationship Id="rId3" Type="http://schemas.openxmlformats.org/officeDocument/2006/relationships/tags" Target="../tags/tag25.xml"/><Relationship Id="rId2" Type="http://schemas.openxmlformats.org/officeDocument/2006/relationships/image" Target="../media/image68.png"/><Relationship Id="rId1" Type="http://schemas.openxmlformats.org/officeDocument/2006/relationships/tags" Target="../tags/tag24.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75.png"/><Relationship Id="rId3" Type="http://schemas.openxmlformats.org/officeDocument/2006/relationships/tags" Target="../tags/tag27.xml"/><Relationship Id="rId2" Type="http://schemas.openxmlformats.org/officeDocument/2006/relationships/image" Target="../media/image74.png"/><Relationship Id="rId1" Type="http://schemas.openxmlformats.org/officeDocument/2006/relationships/tags" Target="../tags/tag26.xml"/></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76.png"/><Relationship Id="rId3" Type="http://schemas.openxmlformats.org/officeDocument/2006/relationships/tags" Target="../tags/tag29.xml"/><Relationship Id="rId2" Type="http://schemas.openxmlformats.org/officeDocument/2006/relationships/image" Target="../media/image74.png"/><Relationship Id="rId1" Type="http://schemas.openxmlformats.org/officeDocument/2006/relationships/tags" Target="../tags/tag28.xml"/></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78.png"/><Relationship Id="rId3" Type="http://schemas.openxmlformats.org/officeDocument/2006/relationships/tags" Target="../tags/tag31.xml"/><Relationship Id="rId2" Type="http://schemas.openxmlformats.org/officeDocument/2006/relationships/image" Target="../media/image77.png"/><Relationship Id="rId1" Type="http://schemas.openxmlformats.org/officeDocument/2006/relationships/tags" Target="../tags/tag30.xml"/></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79.png"/><Relationship Id="rId3" Type="http://schemas.openxmlformats.org/officeDocument/2006/relationships/tags" Target="../tags/tag33.xml"/><Relationship Id="rId2" Type="http://schemas.openxmlformats.org/officeDocument/2006/relationships/image" Target="../media/image77.png"/><Relationship Id="rId1" Type="http://schemas.openxmlformats.org/officeDocument/2006/relationships/tags" Target="../tags/tag32.xml"/></Relationships>
</file>

<file path=ppt/slides/_rels/slide54.xml.rels><?xml version="1.0" encoding="UTF-8" standalone="yes"?>
<Relationships xmlns="http://schemas.openxmlformats.org/package/2006/relationships"><Relationship Id="rId7" Type="http://schemas.openxmlformats.org/officeDocument/2006/relationships/slideLayout" Target="../slideLayouts/slideLayout22.xml"/><Relationship Id="rId6" Type="http://schemas.openxmlformats.org/officeDocument/2006/relationships/image" Target="../media/image82.png"/><Relationship Id="rId5" Type="http://schemas.openxmlformats.org/officeDocument/2006/relationships/tags" Target="../tags/tag36.xml"/><Relationship Id="rId4" Type="http://schemas.openxmlformats.org/officeDocument/2006/relationships/image" Target="../media/image81.png"/><Relationship Id="rId3" Type="http://schemas.openxmlformats.org/officeDocument/2006/relationships/tags" Target="../tags/tag35.xml"/><Relationship Id="rId2" Type="http://schemas.openxmlformats.org/officeDocument/2006/relationships/image" Target="../media/image80.png"/><Relationship Id="rId1" Type="http://schemas.openxmlformats.org/officeDocument/2006/relationships/tags" Target="../tags/tag34.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83.png"/><Relationship Id="rId2" Type="http://schemas.openxmlformats.org/officeDocument/2006/relationships/tags" Target="../tags/tag38.xml"/><Relationship Id="rId1" Type="http://schemas.openxmlformats.org/officeDocument/2006/relationships/tags" Target="../tags/tag37.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85.png"/><Relationship Id="rId3" Type="http://schemas.openxmlformats.org/officeDocument/2006/relationships/tags" Target="../tags/tag40.xml"/><Relationship Id="rId2" Type="http://schemas.openxmlformats.org/officeDocument/2006/relationships/image" Target="../media/image84.png"/><Relationship Id="rId1" Type="http://schemas.openxmlformats.org/officeDocument/2006/relationships/tags" Target="../tags/tag39.xml"/></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86.png"/><Relationship Id="rId3" Type="http://schemas.openxmlformats.org/officeDocument/2006/relationships/tags" Target="../tags/tag42.xml"/><Relationship Id="rId2" Type="http://schemas.openxmlformats.org/officeDocument/2006/relationships/image" Target="../media/image84.png"/><Relationship Id="rId1" Type="http://schemas.openxmlformats.org/officeDocument/2006/relationships/tags" Target="../tags/tag41.xml"/></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image" Target="../media/image90.png"/><Relationship Id="rId7" Type="http://schemas.openxmlformats.org/officeDocument/2006/relationships/image" Target="../media/image89.png"/><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92.png"/><Relationship Id="rId1" Type="http://schemas.openxmlformats.org/officeDocument/2006/relationships/image" Target="../media/image91.png"/></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93.png"/><Relationship Id="rId3" Type="http://schemas.openxmlformats.org/officeDocument/2006/relationships/tags" Target="../tags/tag48.xml"/><Relationship Id="rId2" Type="http://schemas.openxmlformats.org/officeDocument/2006/relationships/image" Target="../media/image84.png"/><Relationship Id="rId1" Type="http://schemas.openxmlformats.org/officeDocument/2006/relationships/tags" Target="../tags/tag47.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94.png"/><Relationship Id="rId3" Type="http://schemas.openxmlformats.org/officeDocument/2006/relationships/tags" Target="../tags/tag50.xml"/><Relationship Id="rId2" Type="http://schemas.openxmlformats.org/officeDocument/2006/relationships/image" Target="../media/image84.png"/><Relationship Id="rId1" Type="http://schemas.openxmlformats.org/officeDocument/2006/relationships/tags" Target="../tags/tag49.xml"/></Relationships>
</file>

<file path=ppt/slides/_rels/slide62.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image" Target="../media/image96.png"/><Relationship Id="rId4" Type="http://schemas.openxmlformats.org/officeDocument/2006/relationships/image" Target="../media/image95.png"/><Relationship Id="rId3" Type="http://schemas.openxmlformats.org/officeDocument/2006/relationships/tags" Target="../tags/tag52.xml"/><Relationship Id="rId2" Type="http://schemas.openxmlformats.org/officeDocument/2006/relationships/image" Target="../media/image84.png"/><Relationship Id="rId1" Type="http://schemas.openxmlformats.org/officeDocument/2006/relationships/tags" Target="../tags/tag51.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97.png"/><Relationship Id="rId1" Type="http://schemas.openxmlformats.org/officeDocument/2006/relationships/tags" Target="../tags/tag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323734" y="692728"/>
            <a:ext cx="7135091"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dirty="0">
                <a:latin typeface="Arial" panose="020B0604020202020204" pitchFamily="34" charset="0"/>
                <a:ea typeface="微软雅黑" panose="020B0503020204020204" charset="-122"/>
              </a:rPr>
              <a:t>             </a:t>
            </a:r>
            <a:r>
              <a:rPr lang="zh-CN" altLang="en-US" sz="3600" dirty="0">
                <a:latin typeface="Arial" panose="020B0604020202020204" pitchFamily="34" charset="0"/>
                <a:ea typeface="微软雅黑" panose="020B0503020204020204" charset="-122"/>
              </a:rPr>
              <a:t>第一章   电化学理论基础</a:t>
            </a:r>
            <a:endParaRPr lang="zh-CN" altLang="en-US" sz="3600" dirty="0">
              <a:latin typeface="Arial" panose="020B0604020202020204" pitchFamily="34" charset="0"/>
              <a:ea typeface="微软雅黑" panose="020B0503020204020204" charset="-122"/>
            </a:endParaRPr>
          </a:p>
        </p:txBody>
      </p:sp>
      <p:pic>
        <p:nvPicPr>
          <p:cNvPr id="3" name="图片 2"/>
          <p:cNvPicPr>
            <a:picLocks noChangeAspect="1"/>
          </p:cNvPicPr>
          <p:nvPr/>
        </p:nvPicPr>
        <p:blipFill>
          <a:blip r:embed="rId1"/>
          <a:stretch>
            <a:fillRect/>
          </a:stretch>
        </p:blipFill>
        <p:spPr>
          <a:xfrm>
            <a:off x="1115695" y="2493010"/>
            <a:ext cx="6583045" cy="3197225"/>
          </a:xfrm>
          <a:prstGeom prst="rect">
            <a:avLst/>
          </a:prstGeom>
        </p:spPr>
      </p:pic>
      <p:pic>
        <p:nvPicPr>
          <p:cNvPr id="5" name="图片 4"/>
          <p:cNvPicPr>
            <a:picLocks noChangeAspect="1"/>
          </p:cNvPicPr>
          <p:nvPr/>
        </p:nvPicPr>
        <p:blipFill>
          <a:blip r:embed="rId2"/>
          <a:stretch>
            <a:fillRect/>
          </a:stretch>
        </p:blipFill>
        <p:spPr>
          <a:xfrm>
            <a:off x="539750" y="1557020"/>
            <a:ext cx="4825365" cy="7969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79899" y="1052646"/>
            <a:ext cx="4984115" cy="521970"/>
          </a:xfrm>
          <a:prstGeom prst="rect">
            <a:avLst/>
          </a:prstGeom>
        </p:spPr>
        <p:txBody>
          <a:bodyPr wrap="none">
            <a:spAutoFit/>
          </a:bodyPr>
          <a:lstStyle/>
          <a:p>
            <a:pPr algn="l"/>
            <a:r>
              <a:rPr lang="en-US" altLang="zh-CN" sz="2800" dirty="0">
                <a:solidFill>
                  <a:prstClr val="black"/>
                </a:solidFill>
                <a:latin typeface="Arial" panose="020B0604020202020204" pitchFamily="34" charset="0"/>
                <a:ea typeface="微软雅黑" panose="020B0503020204020204" charset="-122"/>
              </a:rPr>
              <a:t>1.1.5 </a:t>
            </a:r>
            <a:r>
              <a:rPr lang="zh-CN" altLang="en-US" sz="2800" dirty="0">
                <a:solidFill>
                  <a:prstClr val="black"/>
                </a:solidFill>
                <a:latin typeface="Arial" panose="020B0604020202020204" pitchFamily="34" charset="0"/>
                <a:ea typeface="微软雅黑" panose="020B0503020204020204" charset="-122"/>
              </a:rPr>
              <a:t>电化学体系基本结构单元</a:t>
            </a:r>
            <a:endParaRPr lang="zh-CN" altLang="en-US" sz="1800" dirty="0">
              <a:latin typeface="Arial" panose="020B0604020202020204" pitchFamily="34" charset="0"/>
              <a:ea typeface="微软雅黑" panose="020B0503020204020204"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551" y="2182895"/>
            <a:ext cx="6781800" cy="28479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7360" y="2204720"/>
            <a:ext cx="7771130" cy="3787140"/>
          </a:xfrm>
          <a:prstGeom prst="rect">
            <a:avLst/>
          </a:prstGeom>
        </p:spPr>
      </p:pic>
      <p:sp>
        <p:nvSpPr>
          <p:cNvPr id="4" name="文本框 3"/>
          <p:cNvSpPr txBox="1"/>
          <p:nvPr/>
        </p:nvSpPr>
        <p:spPr>
          <a:xfrm>
            <a:off x="1166495" y="1412240"/>
            <a:ext cx="5727065" cy="521970"/>
          </a:xfrm>
          <a:prstGeom prst="rect">
            <a:avLst/>
          </a:prstGeom>
          <a:noFill/>
        </p:spPr>
        <p:txBody>
          <a:bodyPr wrap="square" rtlCol="0">
            <a:spAutoFit/>
          </a:bodyPr>
          <a:lstStyle/>
          <a:p>
            <a:r>
              <a:rPr lang="zh-CN" altLang="en-US" sz="2800" b="1" dirty="0">
                <a:latin typeface="Arial" panose="020B0604020202020204" pitchFamily="34" charset="0"/>
                <a:ea typeface="微软雅黑" panose="020B0503020204020204" charset="-122"/>
              </a:rPr>
              <a:t>电极</a:t>
            </a:r>
            <a:r>
              <a:rPr lang="en-US" altLang="zh-CN" sz="2800" b="1" dirty="0">
                <a:latin typeface="Arial" panose="020B0604020202020204" pitchFamily="34" charset="0"/>
                <a:ea typeface="微软雅黑" panose="020B0503020204020204" charset="-122"/>
              </a:rPr>
              <a:t>——</a:t>
            </a:r>
            <a:r>
              <a:rPr lang="zh-CN" altLang="en-US" sz="2800" b="1" dirty="0">
                <a:latin typeface="Arial" panose="020B0604020202020204" pitchFamily="34" charset="0"/>
                <a:ea typeface="微软雅黑" panose="020B0503020204020204" charset="-122"/>
              </a:rPr>
              <a:t>电极的作用</a:t>
            </a:r>
            <a:endParaRPr lang="zh-CN" altLang="en-US" sz="2800" b="1" dirty="0">
              <a:latin typeface="Arial" panose="020B0604020202020204" pitchFamily="34" charset="0"/>
              <a:ea typeface="微软雅黑" panose="020B0503020204020204" charset="-122"/>
            </a:endParaRPr>
          </a:p>
        </p:txBody>
      </p:sp>
      <p:sp>
        <p:nvSpPr>
          <p:cNvPr id="5" name="Text Box 2"/>
          <p:cNvSpPr txBox="1">
            <a:spLocks noChangeArrowheads="1"/>
          </p:cNvSpPr>
          <p:nvPr/>
        </p:nvSpPr>
        <p:spPr bwMode="auto">
          <a:xfrm>
            <a:off x="1891506" y="620459"/>
            <a:ext cx="5360988"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Arial" panose="020B0604020202020204" pitchFamily="34" charset="0"/>
                <a:ea typeface="微软雅黑" panose="020B0503020204020204" charset="-122"/>
              </a:rPr>
              <a:t>1.1.</a:t>
            </a:r>
            <a:r>
              <a:rPr lang="en-US" altLang="zh-CN" sz="3200" b="1" dirty="0">
                <a:latin typeface="Arial" panose="020B0604020202020204" pitchFamily="34" charset="0"/>
                <a:ea typeface="微软雅黑" panose="020B0503020204020204" charset="-122"/>
              </a:rPr>
              <a:t>5.</a:t>
            </a:r>
            <a:r>
              <a:rPr lang="zh-CN" altLang="en-US" sz="3200" b="1" dirty="0">
                <a:latin typeface="Arial" panose="020B0604020202020204" pitchFamily="34" charset="0"/>
                <a:ea typeface="微软雅黑" panose="020B0503020204020204" charset="-122"/>
              </a:rPr>
              <a:t>1  电极</a:t>
            </a:r>
            <a:endParaRPr lang="zh-CN" altLang="en-US" sz="3200" b="1" dirty="0">
              <a:latin typeface="Arial" panose="020B0604020202020204" pitchFamily="34" charset="0"/>
              <a:ea typeface="微软雅黑" panose="020B0503020204020204" charset="-122"/>
            </a:endParaRPr>
          </a:p>
        </p:txBody>
      </p:sp>
      <p:sp>
        <p:nvSpPr>
          <p:cNvPr id="8" name="右箭头 7"/>
          <p:cNvSpPr/>
          <p:nvPr/>
        </p:nvSpPr>
        <p:spPr>
          <a:xfrm>
            <a:off x="1331595" y="2780665"/>
            <a:ext cx="5894070" cy="15938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
        <p:nvSpPr>
          <p:cNvPr id="9" name="线形标注 2(无边框) 8"/>
          <p:cNvSpPr/>
          <p:nvPr/>
        </p:nvSpPr>
        <p:spPr>
          <a:xfrm>
            <a:off x="8088630" y="2636520"/>
            <a:ext cx="1055370" cy="1452880"/>
          </a:xfrm>
          <a:prstGeom prst="callout2">
            <a:avLst>
              <a:gd name="adj1" fmla="val 18750"/>
              <a:gd name="adj2" fmla="val -8333"/>
              <a:gd name="adj3" fmla="val 73994"/>
              <a:gd name="adj4" fmla="val -2466"/>
              <a:gd name="adj5" fmla="val 66127"/>
              <a:gd name="adj6" fmla="val -321660"/>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700">
                <a:solidFill>
                  <a:schemeClr val="tx2"/>
                </a:solidFill>
                <a:latin typeface="Arial" panose="020B0604020202020204" pitchFamily="34" charset="0"/>
                <a:ea typeface="微软雅黑" panose="020B0503020204020204" charset="-122"/>
                <a:sym typeface="+mn-ea"/>
              </a:rPr>
              <a:t>电极在物理学中一般指</a:t>
            </a:r>
            <a:endParaRPr lang="zh-CN" altLang="en-US" sz="1700">
              <a:solidFill>
                <a:schemeClr val="tx2"/>
              </a:solidFill>
              <a:latin typeface="Arial" panose="020B0604020202020204" pitchFamily="34" charset="0"/>
              <a:ea typeface="微软雅黑" panose="020B0503020204020204" charset="-122"/>
              <a:sym typeface="+mn-ea"/>
            </a:endParaRPr>
          </a:p>
          <a:p>
            <a:pPr algn="ctr"/>
            <a:r>
              <a:rPr lang="zh-CN" altLang="en-US" sz="1700">
                <a:solidFill>
                  <a:schemeClr val="tx2"/>
                </a:solidFill>
                <a:latin typeface="Arial" panose="020B0604020202020204" pitchFamily="34" charset="0"/>
                <a:ea typeface="微软雅黑" panose="020B0503020204020204" charset="-122"/>
                <a:sym typeface="+mn-ea"/>
              </a:rPr>
              <a:t>电子导体</a:t>
            </a:r>
            <a:endParaRPr lang="zh-CN" altLang="en-US" sz="1700">
              <a:latin typeface="Arial" panose="020B0604020202020204" pitchFamily="34" charset="0"/>
              <a:ea typeface="微软雅黑" panose="020B0503020204020204" charset="-122"/>
            </a:endParaRPr>
          </a:p>
        </p:txBody>
      </p:sp>
      <p:sp>
        <p:nvSpPr>
          <p:cNvPr id="10" name="右箭头 9"/>
          <p:cNvSpPr/>
          <p:nvPr>
            <p:custDataLst>
              <p:tags r:id="rId2"/>
            </p:custDataLst>
          </p:nvPr>
        </p:nvSpPr>
        <p:spPr>
          <a:xfrm>
            <a:off x="755650" y="3212465"/>
            <a:ext cx="2749550" cy="9969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07315" y="1412875"/>
            <a:ext cx="8198485" cy="5292725"/>
          </a:xfrm>
          <a:prstGeom prst="rect">
            <a:avLst/>
          </a:prstGeom>
        </p:spPr>
      </p:pic>
      <p:sp>
        <p:nvSpPr>
          <p:cNvPr id="4" name="文本框 3"/>
          <p:cNvSpPr txBox="1"/>
          <p:nvPr/>
        </p:nvSpPr>
        <p:spPr>
          <a:xfrm>
            <a:off x="828040" y="476885"/>
            <a:ext cx="5727065" cy="521970"/>
          </a:xfrm>
          <a:prstGeom prst="rect">
            <a:avLst/>
          </a:prstGeom>
          <a:noFill/>
        </p:spPr>
        <p:txBody>
          <a:bodyPr wrap="square" rtlCol="0">
            <a:spAutoFit/>
          </a:bodyPr>
          <a:p>
            <a:r>
              <a:rPr lang="zh-CN" altLang="en-US" sz="2800" b="1" dirty="0">
                <a:latin typeface="Arial" panose="020B0604020202020204" pitchFamily="34" charset="0"/>
                <a:ea typeface="微软雅黑" panose="020B0503020204020204" charset="-122"/>
              </a:rPr>
              <a:t>电极</a:t>
            </a:r>
            <a:r>
              <a:rPr lang="en-US" altLang="zh-CN" sz="2800" b="1" dirty="0">
                <a:latin typeface="Arial" panose="020B0604020202020204" pitchFamily="34" charset="0"/>
                <a:ea typeface="微软雅黑" panose="020B0503020204020204" charset="-122"/>
              </a:rPr>
              <a:t>——</a:t>
            </a:r>
            <a:r>
              <a:rPr lang="zh-CN" altLang="en-US" sz="2800" b="1" dirty="0">
                <a:latin typeface="Arial" panose="020B0604020202020204" pitchFamily="34" charset="0"/>
                <a:ea typeface="微软雅黑" panose="020B0503020204020204" charset="-122"/>
              </a:rPr>
              <a:t>电极的名称</a:t>
            </a:r>
            <a:endParaRPr lang="zh-CN" altLang="en-US" sz="2800" b="1" dirty="0">
              <a:latin typeface="Arial" panose="020B0604020202020204" pitchFamily="34" charset="0"/>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4130" y="2132965"/>
            <a:ext cx="9168130" cy="4564380"/>
          </a:xfrm>
          <a:prstGeom prst="rect">
            <a:avLst/>
          </a:prstGeom>
        </p:spPr>
      </p:pic>
      <p:pic>
        <p:nvPicPr>
          <p:cNvPr id="4" name="图片 3"/>
          <p:cNvPicPr>
            <a:picLocks noChangeAspect="1"/>
          </p:cNvPicPr>
          <p:nvPr>
            <p:custDataLst>
              <p:tags r:id="rId3"/>
            </p:custDataLst>
          </p:nvPr>
        </p:nvPicPr>
        <p:blipFill>
          <a:blip r:embed="rId4"/>
          <a:srcRect l="35391" t="-1237" r="32320" b="70737"/>
          <a:stretch>
            <a:fillRect/>
          </a:stretch>
        </p:blipFill>
        <p:spPr>
          <a:xfrm flipH="1">
            <a:off x="1907540" y="2276475"/>
            <a:ext cx="499745" cy="556260"/>
          </a:xfrm>
          <a:prstGeom prst="rect">
            <a:avLst/>
          </a:prstGeom>
        </p:spPr>
      </p:pic>
      <p:sp>
        <p:nvSpPr>
          <p:cNvPr id="5" name="文本框 4"/>
          <p:cNvSpPr txBox="1"/>
          <p:nvPr/>
        </p:nvSpPr>
        <p:spPr>
          <a:xfrm>
            <a:off x="1403350" y="3500755"/>
            <a:ext cx="3048000" cy="460375"/>
          </a:xfrm>
          <a:prstGeom prst="rect">
            <a:avLst/>
          </a:prstGeom>
          <a:noFill/>
        </p:spPr>
        <p:txBody>
          <a:bodyPr wrap="square" rtlCol="0">
            <a:spAutoFit/>
          </a:bodyPr>
          <a:p>
            <a:r>
              <a:rPr lang="en-US" altLang="zh-CN" sz="2400">
                <a:latin typeface="Arial" panose="020B0604020202020204" pitchFamily="34" charset="0"/>
                <a:ea typeface="微软雅黑" panose="020B0503020204020204" charset="-122"/>
              </a:rPr>
              <a:t>+           -</a:t>
            </a:r>
            <a:endParaRPr lang="en-US" altLang="zh-CN" sz="2400">
              <a:latin typeface="Arial" panose="020B0604020202020204" pitchFamily="34" charset="0"/>
              <a:ea typeface="微软雅黑" panose="020B0503020204020204" charset="-122"/>
            </a:endParaRPr>
          </a:p>
        </p:txBody>
      </p:sp>
      <p:sp>
        <p:nvSpPr>
          <p:cNvPr id="6" name="文本框 5"/>
          <p:cNvSpPr txBox="1"/>
          <p:nvPr/>
        </p:nvSpPr>
        <p:spPr>
          <a:xfrm>
            <a:off x="828040" y="476885"/>
            <a:ext cx="5727065" cy="521970"/>
          </a:xfrm>
          <a:prstGeom prst="rect">
            <a:avLst/>
          </a:prstGeom>
          <a:noFill/>
        </p:spPr>
        <p:txBody>
          <a:bodyPr wrap="square" rtlCol="0">
            <a:spAutoFit/>
          </a:bodyPr>
          <a:lstStyle/>
          <a:p>
            <a:r>
              <a:rPr lang="zh-CN" altLang="en-US" sz="2800" b="1" dirty="0">
                <a:latin typeface="Arial" panose="020B0604020202020204" pitchFamily="34" charset="0"/>
                <a:ea typeface="微软雅黑" panose="020B0503020204020204" charset="-122"/>
              </a:rPr>
              <a:t>电极</a:t>
            </a:r>
            <a:r>
              <a:rPr lang="en-US" altLang="zh-CN" sz="2800" b="1" dirty="0">
                <a:latin typeface="Arial" panose="020B0604020202020204" pitchFamily="34" charset="0"/>
                <a:ea typeface="微软雅黑" panose="020B0503020204020204" charset="-122"/>
              </a:rPr>
              <a:t>——</a:t>
            </a:r>
            <a:r>
              <a:rPr lang="zh-CN" altLang="en-US" sz="2800" b="1" dirty="0">
                <a:latin typeface="Arial" panose="020B0604020202020204" pitchFamily="34" charset="0"/>
                <a:ea typeface="微软雅黑" panose="020B0503020204020204" charset="-122"/>
              </a:rPr>
              <a:t>电极的名称</a:t>
            </a:r>
            <a:endParaRPr lang="zh-CN" altLang="en-US" sz="2800" b="1" dirty="0">
              <a:latin typeface="Arial" panose="020B0604020202020204" pitchFamily="34" charset="0"/>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28040" y="476885"/>
            <a:ext cx="5727065" cy="521970"/>
          </a:xfrm>
          <a:prstGeom prst="rect">
            <a:avLst/>
          </a:prstGeom>
          <a:noFill/>
        </p:spPr>
        <p:txBody>
          <a:bodyPr wrap="square" rtlCol="0">
            <a:spAutoFit/>
          </a:bodyPr>
          <a:lstStyle/>
          <a:p>
            <a:r>
              <a:rPr lang="zh-CN" altLang="en-US" sz="2800" b="1" dirty="0">
                <a:latin typeface="Arial" panose="020B0604020202020204" pitchFamily="34" charset="0"/>
                <a:ea typeface="微软雅黑" panose="020B0503020204020204" charset="-122"/>
              </a:rPr>
              <a:t>电极</a:t>
            </a:r>
            <a:r>
              <a:rPr lang="en-US" altLang="zh-CN" sz="2800" b="1" dirty="0">
                <a:latin typeface="Arial" panose="020B0604020202020204" pitchFamily="34" charset="0"/>
                <a:ea typeface="微软雅黑" panose="020B0503020204020204" charset="-122"/>
              </a:rPr>
              <a:t>——</a:t>
            </a:r>
            <a:r>
              <a:rPr lang="zh-CN" altLang="en-US" sz="2800" b="1" dirty="0">
                <a:latin typeface="Arial" panose="020B0604020202020204" pitchFamily="34" charset="0"/>
                <a:ea typeface="微软雅黑" panose="020B0503020204020204" charset="-122"/>
              </a:rPr>
              <a:t>电极的名称</a:t>
            </a:r>
            <a:endParaRPr lang="zh-CN" altLang="en-US" sz="2800" b="1" dirty="0">
              <a:latin typeface="Arial" panose="020B0604020202020204" pitchFamily="34" charset="0"/>
              <a:ea typeface="微软雅黑" panose="020B0503020204020204" charset="-122"/>
            </a:endParaRPr>
          </a:p>
        </p:txBody>
      </p:sp>
      <p:sp>
        <p:nvSpPr>
          <p:cNvPr id="5" name="文本框 4"/>
          <p:cNvSpPr txBox="1"/>
          <p:nvPr/>
        </p:nvSpPr>
        <p:spPr>
          <a:xfrm>
            <a:off x="899050" y="1124556"/>
            <a:ext cx="7650480" cy="1383665"/>
          </a:xfrm>
          <a:prstGeom prst="rect">
            <a:avLst/>
          </a:prstGeom>
          <a:noFill/>
        </p:spPr>
        <p:txBody>
          <a:bodyPr wrap="none" rtlCol="0">
            <a:spAutoFit/>
          </a:bodyPr>
          <a:lstStyle/>
          <a:p>
            <a:pPr>
              <a:lnSpc>
                <a:spcPct val="150000"/>
              </a:lnSpc>
            </a:pPr>
            <a:r>
              <a:rPr lang="zh-CN" altLang="en-US" sz="2800" b="1" dirty="0">
                <a:latin typeface="Arial" panose="020B0604020202020204" pitchFamily="34" charset="0"/>
                <a:ea typeface="微软雅黑" panose="020B0503020204020204" charset="-122"/>
              </a:rPr>
              <a:t>按电极在电池中的作用分为：</a:t>
            </a:r>
            <a:endParaRPr lang="en-US" altLang="zh-CN" sz="2800" b="1" dirty="0">
              <a:latin typeface="Arial" panose="020B0604020202020204" pitchFamily="34" charset="0"/>
              <a:ea typeface="微软雅黑" panose="020B0503020204020204" charset="-122"/>
            </a:endParaRPr>
          </a:p>
          <a:p>
            <a:pPr>
              <a:lnSpc>
                <a:spcPct val="150000"/>
              </a:lnSpc>
            </a:pPr>
            <a:r>
              <a:rPr lang="zh-CN" altLang="en-US" sz="2800" b="1" dirty="0">
                <a:latin typeface="Arial" panose="020B0604020202020204" pitchFamily="34" charset="0"/>
                <a:ea typeface="微软雅黑" panose="020B0503020204020204" charset="-122"/>
              </a:rPr>
              <a:t>工作（研究）电极，参比电极，辅助（对）电极</a:t>
            </a:r>
            <a:endParaRPr lang="zh-CN" altLang="en-US" sz="2800" b="1" dirty="0">
              <a:latin typeface="Arial" panose="020B0604020202020204" pitchFamily="34" charset="0"/>
              <a:ea typeface="微软雅黑" panose="020B050302020402020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46225" y="3140710"/>
            <a:ext cx="6051550" cy="30499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579745" y="-27305"/>
            <a:ext cx="3501390" cy="3870960"/>
          </a:xfrm>
          <a:prstGeom prst="rect">
            <a:avLst/>
          </a:prstGeom>
        </p:spPr>
      </p:pic>
      <p:pic>
        <p:nvPicPr>
          <p:cNvPr id="3" name="图片 2"/>
          <p:cNvPicPr>
            <a:picLocks noChangeAspect="1"/>
          </p:cNvPicPr>
          <p:nvPr/>
        </p:nvPicPr>
        <p:blipFill>
          <a:blip r:embed="rId2"/>
          <a:stretch>
            <a:fillRect/>
          </a:stretch>
        </p:blipFill>
        <p:spPr>
          <a:xfrm>
            <a:off x="635" y="3843655"/>
            <a:ext cx="9080500" cy="2990215"/>
          </a:xfrm>
          <a:prstGeom prst="rect">
            <a:avLst/>
          </a:prstGeom>
        </p:spPr>
      </p:pic>
      <p:pic>
        <p:nvPicPr>
          <p:cNvPr id="6" name="图片 5"/>
          <p:cNvPicPr>
            <a:picLocks noChangeAspect="1"/>
          </p:cNvPicPr>
          <p:nvPr>
            <p:custDataLst>
              <p:tags r:id="rId3"/>
            </p:custDataLst>
          </p:nvPr>
        </p:nvPicPr>
        <p:blipFill>
          <a:blip r:embed="rId4">
            <a:extLst>
              <a:ext uri="{28A0092B-C50C-407E-A947-70E740481C1C}">
                <a14:useLocalDpi xmlns:a14="http://schemas.microsoft.com/office/drawing/2010/main" val="0"/>
              </a:ext>
            </a:extLst>
          </a:blip>
          <a:srcRect l="46401" b="14991"/>
          <a:stretch>
            <a:fillRect/>
          </a:stretch>
        </p:blipFill>
        <p:spPr>
          <a:xfrm>
            <a:off x="755650" y="476885"/>
            <a:ext cx="3602990" cy="2880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3"/>
          <p:cNvSpPr txBox="1">
            <a:spLocks noChangeArrowheads="1"/>
          </p:cNvSpPr>
          <p:nvPr/>
        </p:nvSpPr>
        <p:spPr bwMode="auto">
          <a:xfrm>
            <a:off x="539115" y="331814"/>
            <a:ext cx="7086600" cy="1599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800">
                <a:latin typeface="Arial" panose="020B0604020202020204" pitchFamily="34" charset="0"/>
                <a:ea typeface="微软雅黑" panose="020B0503020204020204" charset="-122"/>
              </a:rPr>
              <a:t>1.</a:t>
            </a:r>
            <a:r>
              <a:rPr lang="zh-CN" altLang="en-US" sz="2800">
                <a:latin typeface="Arial" panose="020B0604020202020204" pitchFamily="34" charset="0"/>
                <a:ea typeface="微软雅黑" panose="020B0503020204020204" charset="-122"/>
              </a:rPr>
              <a:t>工作电极（</a:t>
            </a:r>
            <a:r>
              <a:rPr lang="en-US" altLang="zh-CN" sz="2800">
                <a:latin typeface="Arial" panose="020B0604020202020204" pitchFamily="34" charset="0"/>
                <a:ea typeface="微软雅黑" panose="020B0503020204020204" charset="-122"/>
              </a:rPr>
              <a:t>Work electrode</a:t>
            </a:r>
            <a:r>
              <a:rPr lang="zh-CN" altLang="en-US" sz="2800">
                <a:latin typeface="Arial" panose="020B0604020202020204" pitchFamily="34" charset="0"/>
                <a:ea typeface="微软雅黑" panose="020B0503020204020204" charset="-122"/>
              </a:rPr>
              <a:t>）</a:t>
            </a:r>
            <a:endParaRPr lang="zh-CN" altLang="en-US" sz="2800">
              <a:latin typeface="Arial" panose="020B0604020202020204" pitchFamily="34" charset="0"/>
              <a:ea typeface="微软雅黑" panose="020B0503020204020204" charset="-122"/>
            </a:endParaRPr>
          </a:p>
          <a:p>
            <a:pPr algn="just" eaLnBrk="1" hangingPunct="1">
              <a:spcBef>
                <a:spcPct val="50000"/>
              </a:spcBef>
            </a:pPr>
            <a:r>
              <a:rPr lang="zh-CN" altLang="en-US" sz="2800">
                <a:latin typeface="Arial" panose="020B0604020202020204" pitchFamily="34" charset="0"/>
                <a:ea typeface="微软雅黑" panose="020B0503020204020204" charset="-122"/>
              </a:rPr>
              <a:t>工作电极又称研究电极，其上面发生的反应过程是我们的研究对象； </a:t>
            </a:r>
            <a:endParaRPr lang="zh-CN" altLang="en-US" sz="2800">
              <a:latin typeface="Arial" panose="020B0604020202020204" pitchFamily="34" charset="0"/>
              <a:ea typeface="微软雅黑" panose="020B0503020204020204" charset="-122"/>
            </a:endParaRPr>
          </a:p>
        </p:txBody>
      </p:sp>
      <p:pic>
        <p:nvPicPr>
          <p:cNvPr id="3" name="图片 2"/>
          <p:cNvPicPr>
            <a:picLocks noChangeAspect="1"/>
          </p:cNvPicPr>
          <p:nvPr/>
        </p:nvPicPr>
        <p:blipFill>
          <a:blip r:embed="rId1"/>
          <a:stretch>
            <a:fillRect/>
          </a:stretch>
        </p:blipFill>
        <p:spPr>
          <a:xfrm>
            <a:off x="395605" y="2493010"/>
            <a:ext cx="8008620" cy="28117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4" descr="铂片电极"/>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1730" y="2780665"/>
            <a:ext cx="4041140" cy="375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Text Box 4"/>
          <p:cNvSpPr txBox="1">
            <a:spLocks noChangeArrowheads="1"/>
          </p:cNvSpPr>
          <p:nvPr/>
        </p:nvSpPr>
        <p:spPr bwMode="auto">
          <a:xfrm>
            <a:off x="0" y="44159"/>
            <a:ext cx="8382000"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00">
                <a:solidFill>
                  <a:srgbClr val="000000"/>
                </a:solidFill>
                <a:latin typeface="Arial" panose="020B0604020202020204" pitchFamily="34" charset="0"/>
                <a:ea typeface="微软雅黑" panose="020B0503020204020204" charset="-122"/>
              </a:rPr>
              <a:t>典型的工作电极主要有：</a:t>
            </a:r>
            <a:endParaRPr lang="zh-CN" altLang="en-US" sz="2800">
              <a:solidFill>
                <a:srgbClr val="000000"/>
              </a:solidFill>
              <a:latin typeface="Arial" panose="020B0604020202020204" pitchFamily="34" charset="0"/>
              <a:ea typeface="微软雅黑" panose="020B0503020204020204" charset="-122"/>
            </a:endParaRPr>
          </a:p>
          <a:p>
            <a:pPr algn="just" eaLnBrk="1" hangingPunct="1">
              <a:spcBef>
                <a:spcPct val="50000"/>
              </a:spcBef>
            </a:pPr>
            <a:r>
              <a:rPr lang="en-US" altLang="zh-CN" sz="2800">
                <a:solidFill>
                  <a:srgbClr val="000000"/>
                </a:solidFill>
                <a:latin typeface="Arial" panose="020B0604020202020204" pitchFamily="34" charset="0"/>
                <a:ea typeface="微软雅黑" panose="020B0503020204020204" charset="-122"/>
              </a:rPr>
              <a:t>A.</a:t>
            </a:r>
            <a:r>
              <a:rPr lang="zh-CN" altLang="en-US" sz="2800">
                <a:solidFill>
                  <a:srgbClr val="000000"/>
                </a:solidFill>
                <a:latin typeface="Arial" panose="020B0604020202020204" pitchFamily="34" charset="0"/>
                <a:ea typeface="微软雅黑" panose="020B0503020204020204" charset="-122"/>
              </a:rPr>
              <a:t>铂电极（</a:t>
            </a:r>
            <a:r>
              <a:rPr lang="en-US" altLang="zh-CN" sz="2800">
                <a:solidFill>
                  <a:srgbClr val="000000"/>
                </a:solidFill>
                <a:latin typeface="Arial" panose="020B0604020202020204" pitchFamily="34" charset="0"/>
                <a:ea typeface="微软雅黑" panose="020B0503020204020204" charset="-122"/>
              </a:rPr>
              <a:t>Platinum electrode</a:t>
            </a:r>
            <a:r>
              <a:rPr lang="zh-CN" altLang="en-US" sz="2800">
                <a:solidFill>
                  <a:srgbClr val="000000"/>
                </a:solidFill>
                <a:latin typeface="Arial" panose="020B0604020202020204" pitchFamily="34" charset="0"/>
                <a:ea typeface="微软雅黑" panose="020B0503020204020204" charset="-122"/>
              </a:rPr>
              <a:t>）</a:t>
            </a:r>
            <a:endParaRPr lang="zh-CN" altLang="en-US" sz="2800">
              <a:solidFill>
                <a:srgbClr val="000000"/>
              </a:solidFill>
              <a:latin typeface="Arial" panose="020B0604020202020204" pitchFamily="34" charset="0"/>
              <a:ea typeface="微软雅黑" panose="020B0503020204020204" charset="-122"/>
            </a:endParaRPr>
          </a:p>
          <a:p>
            <a:pPr algn="just" eaLnBrk="1" hangingPunct="1">
              <a:spcBef>
                <a:spcPct val="50000"/>
              </a:spcBef>
            </a:pPr>
            <a:r>
              <a:rPr lang="zh-CN" altLang="en-US" sz="2800">
                <a:solidFill>
                  <a:srgbClr val="000000"/>
                </a:solidFill>
                <a:latin typeface="Arial" panose="020B0604020202020204" pitchFamily="34" charset="0"/>
                <a:ea typeface="微软雅黑" panose="020B0503020204020204" charset="-122"/>
              </a:rPr>
              <a:t>这种电极具有化学性质稳定、氢过电位小，而且高纯度的铂易得到、容易加工等特点，但价格比较昂贵。</a:t>
            </a:r>
            <a:endParaRPr lang="zh-CN" altLang="en-US" sz="2800">
              <a:latin typeface="Arial" panose="020B0604020202020204" pitchFamily="34" charset="0"/>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539115" y="260636"/>
            <a:ext cx="746760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solidFill>
                  <a:srgbClr val="000000"/>
                </a:solidFill>
                <a:latin typeface="Arial" panose="020B0604020202020204" pitchFamily="34" charset="0"/>
                <a:ea typeface="微软雅黑" panose="020B0503020204020204" charset="-122"/>
              </a:rPr>
              <a:t>B.</a:t>
            </a:r>
            <a:r>
              <a:rPr lang="zh-CN" altLang="en-US" sz="2800">
                <a:solidFill>
                  <a:srgbClr val="000000"/>
                </a:solidFill>
                <a:latin typeface="Arial" panose="020B0604020202020204" pitchFamily="34" charset="0"/>
                <a:ea typeface="微软雅黑" panose="020B0503020204020204" charset="-122"/>
              </a:rPr>
              <a:t>金电极（</a:t>
            </a:r>
            <a:r>
              <a:rPr lang="en-US" altLang="zh-CN" sz="2800">
                <a:solidFill>
                  <a:srgbClr val="000000"/>
                </a:solidFill>
                <a:latin typeface="Arial" panose="020B0604020202020204" pitchFamily="34" charset="0"/>
                <a:ea typeface="微软雅黑" panose="020B0503020204020204" charset="-122"/>
              </a:rPr>
              <a:t>Gold electrode</a:t>
            </a:r>
            <a:r>
              <a:rPr lang="zh-CN" altLang="en-US" sz="2800">
                <a:solidFill>
                  <a:srgbClr val="000000"/>
                </a:solidFill>
                <a:latin typeface="Arial" panose="020B0604020202020204" pitchFamily="34" charset="0"/>
                <a:ea typeface="微软雅黑" panose="020B0503020204020204" charset="-122"/>
              </a:rPr>
              <a:t>）</a:t>
            </a:r>
            <a:endParaRPr lang="zh-CN" altLang="en-US" sz="2800">
              <a:solidFill>
                <a:srgbClr val="000000"/>
              </a:solidFill>
              <a:latin typeface="Arial" panose="020B0604020202020204" pitchFamily="34" charset="0"/>
              <a:ea typeface="微软雅黑" panose="020B0503020204020204" charset="-122"/>
            </a:endParaRPr>
          </a:p>
          <a:p>
            <a:pPr eaLnBrk="1" hangingPunct="1">
              <a:spcBef>
                <a:spcPct val="50000"/>
              </a:spcBef>
            </a:pPr>
            <a:r>
              <a:rPr lang="zh-CN" altLang="en-US" sz="2800">
                <a:solidFill>
                  <a:srgbClr val="000000"/>
                </a:solidFill>
                <a:latin typeface="Arial" panose="020B0604020202020204" pitchFamily="34" charset="0"/>
                <a:ea typeface="微软雅黑" panose="020B0503020204020204" charset="-122"/>
              </a:rPr>
              <a:t>在阴极区电位窗口比较宽，易与汞形成汞齐，但是在</a:t>
            </a:r>
            <a:r>
              <a:rPr lang="en-US" altLang="zh-CN" sz="2800">
                <a:solidFill>
                  <a:srgbClr val="000000"/>
                </a:solidFill>
                <a:latin typeface="Arial" panose="020B0604020202020204" pitchFamily="34" charset="0"/>
                <a:ea typeface="微软雅黑" panose="020B0503020204020204" charset="-122"/>
              </a:rPr>
              <a:t>HCl</a:t>
            </a:r>
            <a:r>
              <a:rPr lang="zh-CN" altLang="en-US" sz="2800">
                <a:solidFill>
                  <a:srgbClr val="000000"/>
                </a:solidFill>
                <a:latin typeface="Arial" panose="020B0604020202020204" pitchFamily="34" charset="0"/>
                <a:ea typeface="微软雅黑" panose="020B0503020204020204" charset="-122"/>
              </a:rPr>
              <a:t>水溶液中易发生阳极溶解，并且很难把金封入玻璃管中，即制作电极比较麻烦。</a:t>
            </a:r>
            <a:endParaRPr lang="zh-CN" altLang="en-US" sz="2800">
              <a:solidFill>
                <a:srgbClr val="000000"/>
              </a:solidFill>
              <a:latin typeface="Arial" panose="020B0604020202020204" pitchFamily="34" charset="0"/>
              <a:ea typeface="微软雅黑" panose="020B0503020204020204" charset="-122"/>
            </a:endParaRPr>
          </a:p>
          <a:p>
            <a:pPr eaLnBrk="1" hangingPunct="1">
              <a:spcBef>
                <a:spcPct val="50000"/>
              </a:spcBef>
            </a:pPr>
            <a:endParaRPr lang="zh-CN" altLang="en-US">
              <a:solidFill>
                <a:srgbClr val="000000"/>
              </a:solidFill>
              <a:latin typeface="Arial" panose="020B0604020202020204" pitchFamily="34" charset="0"/>
              <a:ea typeface="微软雅黑" panose="020B0503020204020204" charset="-122"/>
            </a:endParaRPr>
          </a:p>
          <a:p>
            <a:pPr eaLnBrk="1" hangingPunct="1">
              <a:spcBef>
                <a:spcPct val="50000"/>
              </a:spcBef>
            </a:pPr>
            <a:r>
              <a:rPr lang="zh-CN" altLang="en-US">
                <a:solidFill>
                  <a:srgbClr val="000000"/>
                </a:solidFill>
                <a:latin typeface="Arial" panose="020B0604020202020204" pitchFamily="34" charset="0"/>
                <a:ea typeface="微软雅黑" panose="020B0503020204020204" charset="-122"/>
              </a:rPr>
              <a:t>常用金电极测定正电位一侧的电化学反应，而相同形状的汞齐化的金电极常用来研究负电位一侧的还原反应。</a:t>
            </a:r>
            <a:endParaRPr lang="zh-CN" altLang="en-US">
              <a:latin typeface="Arial" panose="020B0604020202020204" pitchFamily="34" charset="0"/>
              <a:ea typeface="微软雅黑" panose="020B0503020204020204" charset="-122"/>
            </a:endParaRPr>
          </a:p>
        </p:txBody>
      </p:sp>
      <p:pic>
        <p:nvPicPr>
          <p:cNvPr id="35842" name="Picture 4" descr="金电极"/>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075555" y="4004945"/>
            <a:ext cx="4030980" cy="2832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990600" y="1524000"/>
            <a:ext cx="7010400" cy="3630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800">
                <a:solidFill>
                  <a:srgbClr val="000000"/>
                </a:solidFill>
                <a:latin typeface="Arial" panose="020B0604020202020204" pitchFamily="34" charset="0"/>
                <a:ea typeface="微软雅黑" panose="020B0503020204020204" charset="-122"/>
              </a:rPr>
              <a:t>C.</a:t>
            </a:r>
            <a:r>
              <a:rPr lang="zh-CN" altLang="en-US" sz="2800">
                <a:solidFill>
                  <a:srgbClr val="000000"/>
                </a:solidFill>
                <a:latin typeface="Arial" panose="020B0604020202020204" pitchFamily="34" charset="0"/>
                <a:ea typeface="微软雅黑" panose="020B0503020204020204" charset="-122"/>
              </a:rPr>
              <a:t>碳电极（</a:t>
            </a:r>
            <a:r>
              <a:rPr lang="en-US" altLang="zh-CN" sz="2800">
                <a:solidFill>
                  <a:srgbClr val="000000"/>
                </a:solidFill>
                <a:latin typeface="Arial" panose="020B0604020202020204" pitchFamily="34" charset="0"/>
                <a:ea typeface="微软雅黑" panose="020B0503020204020204" charset="-122"/>
              </a:rPr>
              <a:t>Carbon electrode</a:t>
            </a:r>
            <a:r>
              <a:rPr lang="zh-CN" altLang="en-US" sz="2800">
                <a:solidFill>
                  <a:srgbClr val="000000"/>
                </a:solidFill>
                <a:latin typeface="Arial" panose="020B0604020202020204" pitchFamily="34" charset="0"/>
                <a:ea typeface="微软雅黑" panose="020B0503020204020204" charset="-122"/>
              </a:rPr>
              <a:t>）</a:t>
            </a:r>
            <a:endParaRPr lang="zh-CN" altLang="en-US" sz="2800">
              <a:solidFill>
                <a:srgbClr val="000000"/>
              </a:solidFill>
              <a:latin typeface="Arial" panose="020B0604020202020204" pitchFamily="34" charset="0"/>
              <a:ea typeface="微软雅黑" panose="020B0503020204020204" charset="-122"/>
            </a:endParaRPr>
          </a:p>
          <a:p>
            <a:pPr algn="just" eaLnBrk="1" hangingPunct="1">
              <a:spcBef>
                <a:spcPct val="50000"/>
              </a:spcBef>
            </a:pPr>
            <a:r>
              <a:rPr lang="zh-CN" altLang="en-US" sz="2800">
                <a:solidFill>
                  <a:srgbClr val="000000"/>
                </a:solidFill>
                <a:latin typeface="Arial" panose="020B0604020202020204" pitchFamily="34" charset="0"/>
                <a:ea typeface="微软雅黑" panose="020B0503020204020204" charset="-122"/>
              </a:rPr>
              <a:t>碳电极又分为：石墨电极、糊状碳电极和玻碳电极等。</a:t>
            </a:r>
            <a:endParaRPr lang="zh-CN" altLang="en-US" sz="2800">
              <a:solidFill>
                <a:srgbClr val="000000"/>
              </a:solidFill>
              <a:latin typeface="Arial" panose="020B0604020202020204" pitchFamily="34" charset="0"/>
              <a:ea typeface="微软雅黑" panose="020B0503020204020204" charset="-122"/>
            </a:endParaRPr>
          </a:p>
          <a:p>
            <a:pPr algn="just" eaLnBrk="1" hangingPunct="1">
              <a:spcBef>
                <a:spcPct val="50000"/>
              </a:spcBef>
            </a:pPr>
            <a:r>
              <a:rPr lang="zh-CN" altLang="en-US">
                <a:solidFill>
                  <a:srgbClr val="000000"/>
                </a:solidFill>
                <a:latin typeface="Arial" panose="020B0604020202020204" pitchFamily="34" charset="0"/>
                <a:ea typeface="微软雅黑" panose="020B0503020204020204" charset="-122"/>
              </a:rPr>
              <a:t>碳电极具有电位窗口宽、容易得到、使用方便等特点。其中玻碳电极具有导电性高、对化学药品的稳定性好、气体无法通过电极、纯度高、价格便宜、氢过电位和氧过电位小以及表面容易再生等特点，因而应用比较广泛。</a:t>
            </a:r>
            <a:endParaRPr lang="zh-CN" altLang="en-US">
              <a:latin typeface="Arial" panose="020B0604020202020204" pitchFamily="34" charset="0"/>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descr="玻碳电极"/>
          <p:cNvPicPr>
            <a:picLocks noChangeAspect="1" noChangeArrowheads="1"/>
          </p:cNvPicPr>
          <p:nvPr/>
        </p:nvPicPr>
        <p:blipFill>
          <a:blip r:embed="rId1">
            <a:extLst>
              <a:ext uri="{28A0092B-C50C-407E-A947-70E740481C1C}">
                <a14:useLocalDpi xmlns:a14="http://schemas.microsoft.com/office/drawing/2010/main" val="0"/>
              </a:ext>
            </a:extLst>
          </a:blip>
          <a:srcRect t="31824" b="13191"/>
          <a:stretch>
            <a:fillRect/>
          </a:stretch>
        </p:blipFill>
        <p:spPr bwMode="auto">
          <a:xfrm>
            <a:off x="1043305" y="2780665"/>
            <a:ext cx="6767830" cy="2470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2"/>
          <a:stretch>
            <a:fillRect/>
          </a:stretch>
        </p:blipFill>
        <p:spPr>
          <a:xfrm>
            <a:off x="539115" y="692785"/>
            <a:ext cx="5514975" cy="16478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187450" y="1340485"/>
            <a:ext cx="6600825" cy="36290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914400" y="1634834"/>
            <a:ext cx="7543800"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rgbClr val="000000"/>
                </a:solidFill>
                <a:latin typeface="Arial" panose="020B0604020202020204" pitchFamily="34" charset="0"/>
                <a:ea typeface="微软雅黑" panose="020B0503020204020204" charset="-122"/>
              </a:rPr>
              <a:t>D.</a:t>
            </a:r>
            <a:r>
              <a:rPr lang="zh-CN" altLang="en-US" sz="2800" dirty="0">
                <a:solidFill>
                  <a:srgbClr val="000000"/>
                </a:solidFill>
                <a:latin typeface="Arial" panose="020B0604020202020204" pitchFamily="34" charset="0"/>
                <a:ea typeface="微软雅黑" panose="020B0503020204020204" charset="-122"/>
              </a:rPr>
              <a:t>汞电极（</a:t>
            </a:r>
            <a:r>
              <a:rPr lang="en-US" altLang="zh-CN" sz="2800" dirty="0" err="1">
                <a:solidFill>
                  <a:srgbClr val="000000"/>
                </a:solidFill>
                <a:latin typeface="Arial" panose="020B0604020202020204" pitchFamily="34" charset="0"/>
                <a:ea typeface="微软雅黑" panose="020B0503020204020204" charset="-122"/>
              </a:rPr>
              <a:t>Mecury</a:t>
            </a:r>
            <a:r>
              <a:rPr lang="en-US" altLang="zh-CN" sz="2800" dirty="0">
                <a:solidFill>
                  <a:srgbClr val="000000"/>
                </a:solidFill>
                <a:latin typeface="Arial" panose="020B0604020202020204" pitchFamily="34" charset="0"/>
                <a:ea typeface="微软雅黑" panose="020B0503020204020204" charset="-122"/>
              </a:rPr>
              <a:t> electrode</a:t>
            </a:r>
            <a:r>
              <a:rPr lang="zh-CN" altLang="en-US" sz="2800" dirty="0">
                <a:solidFill>
                  <a:srgbClr val="000000"/>
                </a:solidFill>
                <a:latin typeface="Arial" panose="020B0604020202020204" pitchFamily="34" charset="0"/>
                <a:ea typeface="微软雅黑" panose="020B0503020204020204" charset="-122"/>
              </a:rPr>
              <a:t>）</a:t>
            </a:r>
            <a:endParaRPr lang="zh-CN" altLang="en-US" sz="2800" dirty="0">
              <a:solidFill>
                <a:srgbClr val="000000"/>
              </a:solidFill>
              <a:latin typeface="Arial" panose="020B0604020202020204" pitchFamily="34" charset="0"/>
              <a:ea typeface="微软雅黑" panose="020B0503020204020204" charset="-122"/>
            </a:endParaRPr>
          </a:p>
          <a:p>
            <a:pPr eaLnBrk="1" hangingPunct="1">
              <a:spcBef>
                <a:spcPct val="50000"/>
              </a:spcBef>
            </a:pPr>
            <a:r>
              <a:rPr lang="zh-CN" altLang="en-US" sz="2800" dirty="0">
                <a:solidFill>
                  <a:srgbClr val="000000"/>
                </a:solidFill>
                <a:latin typeface="Arial" panose="020B0604020202020204" pitchFamily="34" charset="0"/>
                <a:ea typeface="微软雅黑" panose="020B0503020204020204" charset="-122"/>
              </a:rPr>
              <a:t>具有常温下为液态，氢过电位大的特点，常用在极谱分析法中。常与其他金属形成汞齐制备成汞齐电极。</a:t>
            </a:r>
            <a:endParaRPr lang="zh-CN" altLang="en-US" sz="2800" dirty="0">
              <a:latin typeface="Arial" panose="020B0604020202020204" pitchFamily="34" charset="0"/>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11687" y="476083"/>
            <a:ext cx="7913698" cy="4399915"/>
          </a:xfrm>
          <a:prstGeom prst="rect">
            <a:avLst/>
          </a:prstGeom>
        </p:spPr>
        <p:txBody>
          <a:bodyPr wrap="square">
            <a:spAutoFit/>
          </a:bodyPr>
          <a:lstStyle/>
          <a:p>
            <a:pPr>
              <a:lnSpc>
                <a:spcPct val="200000"/>
              </a:lnSpc>
            </a:pPr>
            <a:r>
              <a:rPr lang="en-US" altLang="zh-CN" sz="2800" b="1" dirty="0">
                <a:solidFill>
                  <a:srgbClr val="000000"/>
                </a:solidFill>
                <a:latin typeface="Arial" panose="020B0604020202020204" pitchFamily="34" charset="0"/>
                <a:ea typeface="微软雅黑" panose="020B0503020204020204" charset="-122"/>
              </a:rPr>
              <a:t>2.</a:t>
            </a:r>
            <a:r>
              <a:rPr lang="zh-CN" altLang="en-US" sz="2800" b="1" dirty="0">
                <a:solidFill>
                  <a:srgbClr val="000000"/>
                </a:solidFill>
                <a:latin typeface="Arial" panose="020B0604020202020204" pitchFamily="34" charset="0"/>
                <a:ea typeface="微软雅黑" panose="020B0503020204020204" charset="-122"/>
              </a:rPr>
              <a:t>参比电极（</a:t>
            </a:r>
            <a:r>
              <a:rPr lang="en-US" altLang="zh-CN" sz="2800" b="1" dirty="0">
                <a:solidFill>
                  <a:srgbClr val="000000"/>
                </a:solidFill>
                <a:latin typeface="Arial" panose="020B0604020202020204" pitchFamily="34" charset="0"/>
                <a:ea typeface="微软雅黑" panose="020B0503020204020204" charset="-122"/>
              </a:rPr>
              <a:t>Reference electrode</a:t>
            </a:r>
            <a:r>
              <a:rPr lang="zh-CN" altLang="en-US" sz="2800" b="1" dirty="0">
                <a:solidFill>
                  <a:srgbClr val="000000"/>
                </a:solidFill>
                <a:latin typeface="Arial" panose="020B0604020202020204" pitchFamily="34" charset="0"/>
                <a:ea typeface="微软雅黑" panose="020B0503020204020204" charset="-122"/>
              </a:rPr>
              <a:t>，</a:t>
            </a:r>
            <a:r>
              <a:rPr lang="en-US" altLang="zh-CN" sz="2800" b="1" dirty="0">
                <a:solidFill>
                  <a:srgbClr val="000000"/>
                </a:solidFill>
                <a:latin typeface="Arial" panose="020B0604020202020204" pitchFamily="34" charset="0"/>
                <a:ea typeface="微软雅黑" panose="020B0503020204020204" charset="-122"/>
              </a:rPr>
              <a:t>RE</a:t>
            </a:r>
            <a:r>
              <a:rPr lang="zh-CN" altLang="en-US" sz="2800" b="1" dirty="0">
                <a:solidFill>
                  <a:srgbClr val="000000"/>
                </a:solidFill>
                <a:latin typeface="Arial" panose="020B0604020202020204" pitchFamily="34" charset="0"/>
                <a:ea typeface="微软雅黑" panose="020B0503020204020204" charset="-122"/>
              </a:rPr>
              <a:t>）</a:t>
            </a:r>
            <a:endParaRPr lang="en-US" altLang="zh-CN" sz="2800" b="1" dirty="0">
              <a:solidFill>
                <a:srgbClr val="000000"/>
              </a:solidFill>
              <a:latin typeface="Arial" panose="020B0604020202020204" pitchFamily="34" charset="0"/>
              <a:ea typeface="微软雅黑" panose="020B0503020204020204" charset="-122"/>
            </a:endParaRPr>
          </a:p>
          <a:p>
            <a:pPr>
              <a:lnSpc>
                <a:spcPct val="200000"/>
              </a:lnSpc>
            </a:pPr>
            <a:r>
              <a:rPr lang="zh-CN" altLang="en-US" sz="2800" dirty="0">
                <a:solidFill>
                  <a:srgbClr val="000000"/>
                </a:solidFill>
                <a:latin typeface="Arial" panose="020B0604020202020204" pitchFamily="34" charset="0"/>
                <a:ea typeface="微软雅黑" panose="020B0503020204020204" charset="-122"/>
              </a:rPr>
              <a:t>   参比电极是指一个已知电势的，</a:t>
            </a:r>
            <a:r>
              <a:rPr lang="zh-CN" altLang="en-US" sz="2800" b="1" dirty="0">
                <a:solidFill>
                  <a:schemeClr val="tx2"/>
                </a:solidFill>
                <a:latin typeface="Arial" panose="020B0604020202020204" pitchFamily="34" charset="0"/>
                <a:ea typeface="微软雅黑" panose="020B0503020204020204" charset="-122"/>
                <a:sym typeface="+mn-ea"/>
              </a:rPr>
              <a:t>接近理想不极化的电极</a:t>
            </a:r>
            <a:r>
              <a:rPr lang="zh-CN" altLang="en-US" sz="2800" b="1" dirty="0">
                <a:latin typeface="Arial" panose="020B0604020202020204" pitchFamily="34" charset="0"/>
                <a:ea typeface="微软雅黑" panose="020B0503020204020204" charset="-122"/>
                <a:sym typeface="+mn-ea"/>
              </a:rPr>
              <a:t>，参比电极上基本上没有电流通过。</a:t>
            </a:r>
            <a:endParaRPr lang="zh-CN" altLang="en-US" sz="2800" b="1" dirty="0">
              <a:latin typeface="Arial" panose="020B0604020202020204" pitchFamily="34" charset="0"/>
              <a:ea typeface="微软雅黑" panose="020B0503020204020204" charset="-122"/>
            </a:endParaRPr>
          </a:p>
          <a:p>
            <a:pPr>
              <a:lnSpc>
                <a:spcPct val="200000"/>
              </a:lnSpc>
            </a:pPr>
            <a:r>
              <a:rPr lang="zh-CN" altLang="en-US" sz="2800" dirty="0">
                <a:solidFill>
                  <a:srgbClr val="000000"/>
                </a:solidFill>
                <a:latin typeface="Arial" panose="020B0604020202020204" pitchFamily="34" charset="0"/>
                <a:ea typeface="微软雅黑" panose="020B0503020204020204" charset="-122"/>
              </a:rPr>
              <a:t>为研究对象提供一个电位标准，</a:t>
            </a:r>
            <a:r>
              <a:rPr lang="zh-CN" altLang="en-US" sz="2800" b="1" dirty="0">
                <a:latin typeface="Arial" panose="020B0604020202020204" pitchFamily="34" charset="0"/>
                <a:ea typeface="微软雅黑" panose="020B0503020204020204" charset="-122"/>
              </a:rPr>
              <a:t>用于测定研究电极（相对于参比电极）的电极电势。</a:t>
            </a:r>
            <a:endParaRPr lang="zh-CN" altLang="en-US" sz="2800" b="1" dirty="0">
              <a:latin typeface="Arial" panose="020B0604020202020204" pitchFamily="34" charset="0"/>
              <a:ea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9866" y="1593367"/>
            <a:ext cx="8614263" cy="296538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467360" y="2421255"/>
            <a:ext cx="665924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latin typeface="Arial" panose="020B0604020202020204" pitchFamily="34" charset="0"/>
                <a:ea typeface="微软雅黑" panose="020B0503020204020204" charset="-122"/>
              </a:rPr>
              <a:t>A.  </a:t>
            </a:r>
            <a:r>
              <a:rPr lang="zh-CN" altLang="en-US" sz="2800">
                <a:latin typeface="Arial" panose="020B0604020202020204" pitchFamily="34" charset="0"/>
                <a:ea typeface="微软雅黑" panose="020B0503020204020204" charset="-122"/>
              </a:rPr>
              <a:t>标准氢电极（</a:t>
            </a:r>
            <a:r>
              <a:rPr lang="en-US" altLang="zh-CN" sz="2800">
                <a:latin typeface="Arial" panose="020B0604020202020204" pitchFamily="34" charset="0"/>
                <a:ea typeface="微软雅黑" panose="020B0503020204020204" charset="-122"/>
              </a:rPr>
              <a:t>NHE</a:t>
            </a:r>
            <a:r>
              <a:rPr lang="zh-CN" altLang="en-US" sz="2800">
                <a:latin typeface="Arial" panose="020B0604020202020204" pitchFamily="34" charset="0"/>
                <a:ea typeface="微软雅黑" panose="020B0503020204020204" charset="-122"/>
              </a:rPr>
              <a:t>或</a:t>
            </a:r>
            <a:r>
              <a:rPr lang="en-US" altLang="zh-CN" sz="2800">
                <a:latin typeface="Arial" panose="020B0604020202020204" pitchFamily="34" charset="0"/>
                <a:ea typeface="微软雅黑" panose="020B0503020204020204" charset="-122"/>
              </a:rPr>
              <a:t>SHE</a:t>
            </a:r>
            <a:r>
              <a:rPr lang="zh-CN" altLang="en-US" sz="2800">
                <a:latin typeface="Arial" panose="020B0604020202020204" pitchFamily="34" charset="0"/>
                <a:ea typeface="微软雅黑" panose="020B0503020204020204" charset="-122"/>
              </a:rPr>
              <a:t>）是理想电极 </a:t>
            </a:r>
            <a:endParaRPr lang="zh-CN" altLang="en-US" sz="2800">
              <a:latin typeface="Arial" panose="020B0604020202020204" pitchFamily="34" charset="0"/>
              <a:ea typeface="微软雅黑" panose="020B0503020204020204" charset="-122"/>
            </a:endParaRPr>
          </a:p>
        </p:txBody>
      </p:sp>
      <p:pic>
        <p:nvPicPr>
          <p:cNvPr id="4" name="图片 3"/>
          <p:cNvPicPr>
            <a:picLocks noChangeAspect="1"/>
          </p:cNvPicPr>
          <p:nvPr/>
        </p:nvPicPr>
        <p:blipFill>
          <a:blip r:embed="rId1"/>
          <a:stretch>
            <a:fillRect/>
          </a:stretch>
        </p:blipFill>
        <p:spPr>
          <a:xfrm>
            <a:off x="1763395" y="3573145"/>
            <a:ext cx="6877050" cy="3295650"/>
          </a:xfrm>
          <a:prstGeom prst="rect">
            <a:avLst/>
          </a:prstGeom>
        </p:spPr>
      </p:pic>
      <p:sp>
        <p:nvSpPr>
          <p:cNvPr id="40963" name="Text Box 3"/>
          <p:cNvSpPr txBox="1">
            <a:spLocks noChangeArrowheads="1"/>
          </p:cNvSpPr>
          <p:nvPr/>
        </p:nvSpPr>
        <p:spPr bwMode="auto">
          <a:xfrm>
            <a:off x="395605" y="2997200"/>
            <a:ext cx="7239000" cy="89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latin typeface="Arial" panose="020B0604020202020204" pitchFamily="34" charset="0"/>
                <a:ea typeface="微软雅黑" panose="020B0503020204020204" charset="-122"/>
              </a:rPr>
              <a:t>常以氢离子和氢气的活度为</a:t>
            </a:r>
            <a:r>
              <a:rPr lang="en-US" altLang="zh-CN">
                <a:latin typeface="Arial" panose="020B0604020202020204" pitchFamily="34" charset="0"/>
                <a:ea typeface="微软雅黑" panose="020B0503020204020204" charset="-122"/>
              </a:rPr>
              <a:t>1</a:t>
            </a:r>
            <a:r>
              <a:rPr lang="zh-CN" altLang="en-US">
                <a:latin typeface="Arial" panose="020B0604020202020204" pitchFamily="34" charset="0"/>
                <a:ea typeface="微软雅黑" panose="020B0503020204020204" charset="-122"/>
              </a:rPr>
              <a:t>时的电位即</a:t>
            </a:r>
            <a:r>
              <a:rPr lang="en-US" altLang="zh-CN">
                <a:latin typeface="Arial" panose="020B0604020202020204" pitchFamily="34" charset="0"/>
                <a:ea typeface="微软雅黑" panose="020B0503020204020204" charset="-122"/>
              </a:rPr>
              <a:t>E</a:t>
            </a:r>
            <a:r>
              <a:rPr lang="en-US" altLang="zh-CN" baseline="30000">
                <a:latin typeface="Arial" panose="020B0604020202020204" pitchFamily="34" charset="0"/>
                <a:ea typeface="微软雅黑" panose="020B0503020204020204" charset="-122"/>
              </a:rPr>
              <a:t>0</a:t>
            </a:r>
            <a:r>
              <a:rPr lang="zh-CN" altLang="en-US">
                <a:latin typeface="Arial" panose="020B0604020202020204" pitchFamily="34" charset="0"/>
                <a:ea typeface="微软雅黑" panose="020B0503020204020204" charset="-122"/>
              </a:rPr>
              <a:t>为电极电位的基准，其值为</a:t>
            </a:r>
            <a:r>
              <a:rPr lang="en-US" altLang="zh-CN">
                <a:latin typeface="Arial" panose="020B0604020202020204" pitchFamily="34" charset="0"/>
                <a:ea typeface="微软雅黑" panose="020B0503020204020204" charset="-122"/>
              </a:rPr>
              <a:t>0.</a:t>
            </a:r>
            <a:r>
              <a:rPr lang="en-US" altLang="zh-CN" sz="2800">
                <a:latin typeface="Arial" panose="020B0604020202020204" pitchFamily="34" charset="0"/>
                <a:ea typeface="微软雅黑" panose="020B0503020204020204" charset="-122"/>
              </a:rPr>
              <a:t> </a:t>
            </a:r>
            <a:endParaRPr lang="en-US" altLang="zh-CN" sz="2800">
              <a:latin typeface="Arial" panose="020B0604020202020204" pitchFamily="34" charset="0"/>
              <a:ea typeface="微软雅黑" panose="020B0503020204020204" charset="-122"/>
            </a:endParaRPr>
          </a:p>
        </p:txBody>
      </p:sp>
      <p:pic>
        <p:nvPicPr>
          <p:cNvPr id="3" name="图片 2"/>
          <p:cNvPicPr>
            <a:picLocks noChangeAspect="1"/>
          </p:cNvPicPr>
          <p:nvPr>
            <p:custDataLst>
              <p:tags r:id="rId2"/>
            </p:custDataLst>
          </p:nvPr>
        </p:nvPicPr>
        <p:blipFill>
          <a:blip r:embed="rId3"/>
          <a:stretch>
            <a:fillRect/>
          </a:stretch>
        </p:blipFill>
        <p:spPr>
          <a:xfrm>
            <a:off x="107315" y="0"/>
            <a:ext cx="7784465" cy="20415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1475105" y="981075"/>
          <a:ext cx="5319395" cy="3246755"/>
        </p:xfrm>
        <a:graphic>
          <a:graphicData uri="http://schemas.openxmlformats.org/presentationml/2006/ole">
            <mc:AlternateContent xmlns:mc="http://schemas.openxmlformats.org/markup-compatibility/2006">
              <mc:Choice xmlns:v="urn:schemas-microsoft-com:vml" Requires="v">
                <p:oleObj spid="_x0000_s2" name="位图图像" r:id="rId1" imgW="3429000" imgH="2324100" progId="Paint.Picture">
                  <p:embed/>
                </p:oleObj>
              </mc:Choice>
              <mc:Fallback>
                <p:oleObj name="位图图像" r:id="rId1" imgW="3429000" imgH="2324100"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105" y="981075"/>
                        <a:ext cx="5319395" cy="3246755"/>
                      </a:xfrm>
                      <a:prstGeom prst="rect">
                        <a:avLst/>
                      </a:prstGeom>
                      <a:noFill/>
                      <a:ln w="9525">
                        <a:solidFill>
                          <a:srgbClr val="F92009"/>
                        </a:solidFill>
                        <a:miter lim="800000"/>
                        <a:headEnd/>
                        <a:tailEnd/>
                      </a:ln>
                      <a:effectLst/>
                      <a:extLst>
                        <a:ext uri="{909E8E84-426E-40DD-AFC4-6F175D3DCCD1}">
                          <a14:hiddenFill xmlns:a14="http://schemas.microsoft.com/office/drawing/2010/main">
                            <a:solidFill>
                              <a:srgbClr val="99FFCC"/>
                            </a:solidFill>
                          </a14:hiddenFill>
                        </a:ext>
                        <a:ext uri="{AF507438-7753-43E0-B8FC-AC1667EBCBE1}">
                          <a14:hiddenEffects xmlns:a14="http://schemas.microsoft.com/office/drawing/2010/main">
                            <a:effectLst>
                              <a:outerShdw dist="35921" dir="2700000" algn="ctr" rotWithShape="0">
                                <a:srgbClr val="001932"/>
                              </a:outerShdw>
                            </a:effectLst>
                          </a14:hiddenEffects>
                        </a:ext>
                      </a:extLst>
                    </p:spPr>
                  </p:pic>
                </p:oleObj>
              </mc:Fallback>
            </mc:AlternateContent>
          </a:graphicData>
        </a:graphic>
      </p:graphicFrame>
      <p:graphicFrame>
        <p:nvGraphicFramePr>
          <p:cNvPr id="3075" name="Object 4"/>
          <p:cNvGraphicFramePr>
            <a:graphicFrameLocks noChangeAspect="1"/>
          </p:cNvGraphicFramePr>
          <p:nvPr/>
        </p:nvGraphicFramePr>
        <p:xfrm>
          <a:off x="1115060" y="4509135"/>
          <a:ext cx="7772400" cy="1168400"/>
        </p:xfrm>
        <a:graphic>
          <a:graphicData uri="http://schemas.openxmlformats.org/presentationml/2006/ole">
            <mc:AlternateContent xmlns:mc="http://schemas.openxmlformats.org/markup-compatibility/2006">
              <mc:Choice xmlns:v="urn:schemas-microsoft-com:vml" Requires="v">
                <p:oleObj spid="_x0000_s3" name="Document" r:id="rId3" imgW="5638800" imgH="847725" progId="Word.Document.8">
                  <p:embed/>
                </p:oleObj>
              </mc:Choice>
              <mc:Fallback>
                <p:oleObj name="Document" r:id="rId3" imgW="5638800" imgH="847725"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060" y="4509135"/>
                        <a:ext cx="7772400" cy="116840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001932"/>
                              </a:outerShdw>
                            </a:effectLst>
                          </a14:hiddenEffects>
                        </a:ext>
                      </a:extLst>
                    </p:spPr>
                  </p:pic>
                </p:oleObj>
              </mc:Fallback>
            </mc:AlternateContent>
          </a:graphicData>
        </a:graphic>
      </p:graphicFrame>
      <p:sp>
        <p:nvSpPr>
          <p:cNvPr id="40964" name="Text Box 4"/>
          <p:cNvSpPr txBox="1">
            <a:spLocks noChangeArrowheads="1"/>
          </p:cNvSpPr>
          <p:nvPr/>
        </p:nvSpPr>
        <p:spPr bwMode="auto">
          <a:xfrm>
            <a:off x="179070" y="180340"/>
            <a:ext cx="6858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latin typeface="Arial" panose="020B0604020202020204" pitchFamily="34" charset="0"/>
                <a:ea typeface="微软雅黑" panose="020B0503020204020204" charset="-122"/>
              </a:rPr>
              <a:t>B.</a:t>
            </a:r>
            <a:r>
              <a:rPr lang="zh-CN" altLang="en-US" sz="2800">
                <a:latin typeface="Arial" panose="020B0604020202020204" pitchFamily="34" charset="0"/>
                <a:ea typeface="微软雅黑" panose="020B0503020204020204" charset="-122"/>
              </a:rPr>
              <a:t>饱和甘汞电极（</a:t>
            </a:r>
            <a:r>
              <a:rPr lang="en-US" altLang="zh-CN" sz="2800">
                <a:latin typeface="Arial" panose="020B0604020202020204" pitchFamily="34" charset="0"/>
                <a:ea typeface="微软雅黑" panose="020B0503020204020204" charset="-122"/>
              </a:rPr>
              <a:t>Calomel electrode</a:t>
            </a:r>
            <a:r>
              <a:rPr lang="zh-CN" altLang="en-US" sz="2800">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 </a:t>
            </a:r>
            <a:endParaRPr lang="zh-CN" altLang="en-US">
              <a:latin typeface="Arial" panose="020B0604020202020204" pitchFamily="34" charset="0"/>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4"/>
          <p:cNvSpPr txBox="1">
            <a:spLocks noChangeArrowheads="1"/>
          </p:cNvSpPr>
          <p:nvPr/>
        </p:nvSpPr>
        <p:spPr bwMode="auto">
          <a:xfrm>
            <a:off x="539750" y="1341438"/>
            <a:ext cx="8135938"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latin typeface="Arial" panose="020B0604020202020204" pitchFamily="34" charset="0"/>
                <a:ea typeface="微软雅黑" panose="020B0503020204020204" charset="-122"/>
              </a:rPr>
              <a:t>C.    </a:t>
            </a:r>
            <a:r>
              <a:rPr lang="zh-CN" altLang="en-US" sz="2800" b="1">
                <a:latin typeface="Arial" panose="020B0604020202020204" pitchFamily="34" charset="0"/>
                <a:ea typeface="微软雅黑" panose="020B0503020204020204" charset="-122"/>
              </a:rPr>
              <a:t>银｜氯化银电极 </a:t>
            </a:r>
            <a:r>
              <a:rPr lang="zh-CN" altLang="en-US" sz="2800">
                <a:latin typeface="Arial" panose="020B0604020202020204" pitchFamily="34" charset="0"/>
                <a:ea typeface="微软雅黑" panose="020B0503020204020204" charset="-122"/>
              </a:rPr>
              <a:t>　由覆盖着氯化银层的金属银浸在氯化钾或盐酸溶液中组成。常用 </a:t>
            </a:r>
            <a:r>
              <a:rPr lang="en-US" altLang="zh-CN" sz="2800">
                <a:latin typeface="Arial" panose="020B0604020202020204" pitchFamily="34" charset="0"/>
                <a:ea typeface="微软雅黑" panose="020B0503020204020204" charset="-122"/>
              </a:rPr>
              <a:t>Ag|AgCl|Cl-</a:t>
            </a:r>
            <a:r>
              <a:rPr lang="zh-CN" altLang="en-US" sz="2800">
                <a:latin typeface="Arial" panose="020B0604020202020204" pitchFamily="34" charset="0"/>
                <a:ea typeface="微软雅黑" panose="020B0503020204020204" charset="-122"/>
              </a:rPr>
              <a:t>表示。一般采用银丝或镀银铂丝在盐酸溶液中阳极氧化法制备。银</a:t>
            </a:r>
            <a:r>
              <a:rPr lang="en-US" altLang="zh-CN" sz="2800">
                <a:latin typeface="Arial" panose="020B0604020202020204" pitchFamily="34" charset="0"/>
                <a:ea typeface="微软雅黑" panose="020B0503020204020204" charset="-122"/>
              </a:rPr>
              <a:t>|</a:t>
            </a:r>
            <a:r>
              <a:rPr lang="zh-CN" altLang="en-US" sz="2800">
                <a:latin typeface="Arial" panose="020B0604020202020204" pitchFamily="34" charset="0"/>
                <a:ea typeface="微软雅黑" panose="020B0503020204020204" charset="-122"/>
              </a:rPr>
              <a:t>氯化银电极的电极电势与溶液中</a:t>
            </a:r>
            <a:r>
              <a:rPr lang="en-US" altLang="zh-CN" sz="2800">
                <a:latin typeface="Arial" panose="020B0604020202020204" pitchFamily="34" charset="0"/>
                <a:ea typeface="微软雅黑" panose="020B0503020204020204" charset="-122"/>
              </a:rPr>
              <a:t>Cl-</a:t>
            </a:r>
            <a:r>
              <a:rPr lang="zh-CN" altLang="en-US" sz="2800">
                <a:latin typeface="Arial" panose="020B0604020202020204" pitchFamily="34" charset="0"/>
                <a:ea typeface="微软雅黑" panose="020B0503020204020204" charset="-122"/>
              </a:rPr>
              <a:t>浓度和所处温度有关。</a:t>
            </a:r>
            <a:r>
              <a:rPr lang="zh-CN" altLang="en-US">
                <a:latin typeface="Arial" panose="020B0604020202020204" pitchFamily="34" charset="0"/>
                <a:ea typeface="微软雅黑" panose="020B0503020204020204" charset="-122"/>
              </a:rPr>
              <a:t> </a:t>
            </a:r>
            <a:endParaRPr lang="zh-CN" altLang="en-US">
              <a:latin typeface="Arial" panose="020B0604020202020204" pitchFamily="34" charset="0"/>
              <a:ea typeface="微软雅黑" panose="020B0503020204020204" charset="-122"/>
            </a:endParaRPr>
          </a:p>
        </p:txBody>
      </p:sp>
      <p:pic>
        <p:nvPicPr>
          <p:cNvPr id="41987" name="Picture 5" descr="氯化银电极"/>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4438" y="3644900"/>
            <a:ext cx="4608512"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971550" y="908685"/>
            <a:ext cx="5943600" cy="2743200"/>
          </a:xfrm>
          <a:prstGeom prst="rect">
            <a:avLst/>
          </a:prstGeom>
        </p:spPr>
      </p:pic>
      <p:pic>
        <p:nvPicPr>
          <p:cNvPr id="4" name="图片 3"/>
          <p:cNvPicPr>
            <a:picLocks noChangeAspect="1"/>
          </p:cNvPicPr>
          <p:nvPr/>
        </p:nvPicPr>
        <p:blipFill>
          <a:blip r:embed="rId2"/>
          <a:stretch>
            <a:fillRect/>
          </a:stretch>
        </p:blipFill>
        <p:spPr>
          <a:xfrm>
            <a:off x="2915920" y="4004945"/>
            <a:ext cx="5543550" cy="2781300"/>
          </a:xfrm>
          <a:prstGeom prst="rect">
            <a:avLst/>
          </a:prstGeom>
        </p:spPr>
      </p:pic>
      <p:pic>
        <p:nvPicPr>
          <p:cNvPr id="5" name="图片 4"/>
          <p:cNvPicPr>
            <a:picLocks noChangeAspect="1"/>
          </p:cNvPicPr>
          <p:nvPr/>
        </p:nvPicPr>
        <p:blipFill>
          <a:blip r:embed="rId3"/>
          <a:srcRect l="5084" t="16744"/>
          <a:stretch>
            <a:fillRect/>
          </a:stretch>
        </p:blipFill>
        <p:spPr>
          <a:xfrm rot="16200000">
            <a:off x="750570" y="4513580"/>
            <a:ext cx="2758440" cy="1453515"/>
          </a:xfrm>
          <a:prstGeom prst="rect">
            <a:avLst/>
          </a:prstGeom>
        </p:spPr>
      </p:pic>
      <p:sp>
        <p:nvSpPr>
          <p:cNvPr id="6" name="文本框 5"/>
          <p:cNvSpPr txBox="1"/>
          <p:nvPr/>
        </p:nvSpPr>
        <p:spPr>
          <a:xfrm>
            <a:off x="251460" y="4797425"/>
            <a:ext cx="1461770" cy="368300"/>
          </a:xfrm>
          <a:prstGeom prst="rect">
            <a:avLst/>
          </a:prstGeom>
          <a:noFill/>
        </p:spPr>
        <p:txBody>
          <a:bodyPr wrap="square" rtlCol="0">
            <a:spAutoFit/>
          </a:bodyPr>
          <a:lstStyle/>
          <a:p>
            <a:r>
              <a:rPr lang="zh-CN" altLang="en-US" sz="1800" b="1">
                <a:latin typeface="Arial" panose="020B0604020202020204" pitchFamily="34" charset="0"/>
                <a:ea typeface="微软雅黑" panose="020B0503020204020204" charset="-122"/>
              </a:rPr>
              <a:t>铂丝电极</a:t>
            </a:r>
            <a:endParaRPr lang="zh-CN" altLang="en-US" sz="1800" b="1">
              <a:latin typeface="Arial" panose="020B0604020202020204" pitchFamily="34" charset="0"/>
              <a:ea typeface="微软雅黑" panose="020B0503020204020204" charset="-122"/>
            </a:endParaRPr>
          </a:p>
        </p:txBody>
      </p:sp>
      <p:sp>
        <p:nvSpPr>
          <p:cNvPr id="7" name="文本框 6"/>
          <p:cNvSpPr txBox="1"/>
          <p:nvPr/>
        </p:nvSpPr>
        <p:spPr>
          <a:xfrm>
            <a:off x="539115" y="-44450"/>
            <a:ext cx="9234805" cy="953135"/>
          </a:xfrm>
          <a:prstGeom prst="rect">
            <a:avLst/>
          </a:prstGeom>
          <a:noFill/>
        </p:spPr>
        <p:txBody>
          <a:bodyPr wrap="square" rtlCol="0" anchor="t">
            <a:spAutoFit/>
          </a:bodyPr>
          <a:p>
            <a:pPr>
              <a:lnSpc>
                <a:spcPct val="200000"/>
              </a:lnSpc>
            </a:pPr>
            <a:r>
              <a:rPr lang="en-US" altLang="zh-CN" sz="2800" b="1" dirty="0">
                <a:solidFill>
                  <a:srgbClr val="000000"/>
                </a:solidFill>
                <a:latin typeface="Arial" panose="020B0604020202020204" pitchFamily="34" charset="0"/>
                <a:ea typeface="微软雅黑" panose="020B0503020204020204" charset="-122"/>
                <a:sym typeface="+mn-ea"/>
              </a:rPr>
              <a:t>3.</a:t>
            </a:r>
            <a:r>
              <a:rPr lang="zh-CN" altLang="en-US" sz="2800" b="1" dirty="0">
                <a:solidFill>
                  <a:srgbClr val="000000"/>
                </a:solidFill>
                <a:latin typeface="Arial" panose="020B0604020202020204" pitchFamily="34" charset="0"/>
                <a:ea typeface="微软雅黑" panose="020B0503020204020204" charset="-122"/>
                <a:sym typeface="+mn-ea"/>
              </a:rPr>
              <a:t>对电极</a:t>
            </a:r>
            <a:r>
              <a:rPr lang="en-US" altLang="zh-CN" sz="2800" b="1" dirty="0">
                <a:solidFill>
                  <a:srgbClr val="000000"/>
                </a:solidFill>
                <a:latin typeface="Arial" panose="020B0604020202020204" pitchFamily="34" charset="0"/>
                <a:ea typeface="微软雅黑" panose="020B0503020204020204" charset="-122"/>
                <a:sym typeface="+mn-ea"/>
              </a:rPr>
              <a:t>/</a:t>
            </a:r>
            <a:r>
              <a:rPr lang="zh-CN" altLang="en-US" sz="2800" b="1" dirty="0">
                <a:solidFill>
                  <a:srgbClr val="000000"/>
                </a:solidFill>
                <a:latin typeface="Arial" panose="020B0604020202020204" pitchFamily="34" charset="0"/>
                <a:ea typeface="微软雅黑" panose="020B0503020204020204" charset="-122"/>
                <a:sym typeface="+mn-ea"/>
              </a:rPr>
              <a:t>辅助电极（</a:t>
            </a:r>
            <a:r>
              <a:rPr lang="en-US" altLang="zh-CN" sz="2800" b="1" dirty="0">
                <a:solidFill>
                  <a:srgbClr val="000000"/>
                </a:solidFill>
                <a:latin typeface="Arial" panose="020B0604020202020204" pitchFamily="34" charset="0"/>
                <a:ea typeface="微软雅黑" panose="020B0503020204020204" charset="-122"/>
                <a:sym typeface="+mn-ea"/>
              </a:rPr>
              <a:t>counter electrode</a:t>
            </a:r>
            <a:r>
              <a:rPr lang="zh-CN" altLang="en-US" sz="2800" b="1" dirty="0">
                <a:solidFill>
                  <a:srgbClr val="000000"/>
                </a:solidFill>
                <a:latin typeface="Arial" panose="020B0604020202020204" pitchFamily="34" charset="0"/>
                <a:ea typeface="微软雅黑" panose="020B0503020204020204" charset="-122"/>
                <a:sym typeface="+mn-ea"/>
              </a:rPr>
              <a:t>，</a:t>
            </a:r>
            <a:r>
              <a:rPr lang="en-US" altLang="zh-CN" sz="2800" b="1" dirty="0">
                <a:solidFill>
                  <a:srgbClr val="000000"/>
                </a:solidFill>
                <a:latin typeface="Arial" panose="020B0604020202020204" pitchFamily="34" charset="0"/>
                <a:ea typeface="微软雅黑" panose="020B0503020204020204" charset="-122"/>
                <a:sym typeface="+mn-ea"/>
              </a:rPr>
              <a:t>CE</a:t>
            </a:r>
            <a:r>
              <a:rPr lang="zh-CN" altLang="en-US" sz="2800" b="1" dirty="0">
                <a:solidFill>
                  <a:srgbClr val="000000"/>
                </a:solidFill>
                <a:latin typeface="Arial" panose="020B0604020202020204" pitchFamily="34" charset="0"/>
                <a:ea typeface="微软雅黑" panose="020B0503020204020204" charset="-122"/>
                <a:sym typeface="+mn-ea"/>
              </a:rPr>
              <a:t>）</a:t>
            </a:r>
            <a:endParaRPr lang="zh-CN" altLang="en-US" sz="2800" b="1" dirty="0">
              <a:solidFill>
                <a:srgbClr val="000000"/>
              </a:solidFill>
              <a:latin typeface="Arial" panose="020B0604020202020204" pitchFamily="34" charset="0"/>
              <a:ea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827405" y="1268730"/>
            <a:ext cx="6610350" cy="36766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539750" y="332740"/>
            <a:ext cx="7354570" cy="400558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4211955" y="3644900"/>
            <a:ext cx="4052570" cy="309816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251460" y="260350"/>
            <a:ext cx="5514975" cy="895350"/>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467360" y="1340485"/>
            <a:ext cx="7754620" cy="37395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39907" y="1850956"/>
            <a:ext cx="6282638" cy="4192036"/>
          </a:xfrm>
          <a:prstGeom prst="rect">
            <a:avLst/>
          </a:prstGeom>
        </p:spPr>
      </p:pic>
      <p:sp>
        <p:nvSpPr>
          <p:cNvPr id="6" name="文本框 5"/>
          <p:cNvSpPr txBox="1"/>
          <p:nvPr/>
        </p:nvSpPr>
        <p:spPr>
          <a:xfrm>
            <a:off x="2556095" y="764540"/>
            <a:ext cx="3992880" cy="645160"/>
          </a:xfrm>
          <a:prstGeom prst="rect">
            <a:avLst/>
          </a:prstGeom>
          <a:noFill/>
        </p:spPr>
        <p:txBody>
          <a:bodyPr wrap="none" rtlCol="0">
            <a:spAutoFit/>
          </a:bodyPr>
          <a:lstStyle/>
          <a:p>
            <a:r>
              <a:rPr lang="en-US" altLang="zh-CN" sz="3600" b="1" dirty="0">
                <a:latin typeface="Arial" panose="020B0604020202020204" pitchFamily="34" charset="0"/>
                <a:ea typeface="微软雅黑" panose="020B0503020204020204" charset="-122"/>
              </a:rPr>
              <a:t>1.1.5.2 </a:t>
            </a:r>
            <a:r>
              <a:rPr lang="zh-CN" altLang="en-US" sz="3600" b="1" dirty="0">
                <a:latin typeface="Arial" panose="020B0604020202020204" pitchFamily="34" charset="0"/>
                <a:ea typeface="微软雅黑" panose="020B0503020204020204" charset="-122"/>
              </a:rPr>
              <a:t>电解质溶液</a:t>
            </a:r>
            <a:endParaRPr lang="zh-CN" altLang="en-US" sz="3600" b="1" dirty="0">
              <a:latin typeface="Arial" panose="020B0604020202020204" pitchFamily="34" charset="0"/>
              <a:ea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04754" y="1152007"/>
            <a:ext cx="6334492" cy="455398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39115" y="189230"/>
            <a:ext cx="4572000" cy="521970"/>
          </a:xfrm>
          <a:prstGeom prst="rect">
            <a:avLst/>
          </a:prstGeom>
          <a:noFill/>
        </p:spPr>
        <p:txBody>
          <a:bodyPr wrap="square" rtlCol="0" anchor="t">
            <a:spAutoFit/>
          </a:bodyPr>
          <a:p>
            <a:r>
              <a:rPr lang="zh-CN" altLang="en-US" sz="2800" b="1">
                <a:latin typeface="Arial" panose="020B0604020202020204" pitchFamily="34" charset="0"/>
                <a:ea typeface="微软雅黑" panose="020B0503020204020204" charset="-122"/>
              </a:rPr>
              <a:t>电解质溶液的导电机理</a:t>
            </a:r>
            <a:endParaRPr lang="zh-CN" altLang="en-US" sz="2800" b="1">
              <a:latin typeface="Arial" panose="020B0604020202020204" pitchFamily="34" charset="0"/>
              <a:ea typeface="微软雅黑" panose="020B0503020204020204" charset="-122"/>
            </a:endParaRPr>
          </a:p>
        </p:txBody>
      </p:sp>
      <p:graphicFrame>
        <p:nvGraphicFramePr>
          <p:cNvPr id="2050" name="Object 5"/>
          <p:cNvGraphicFramePr/>
          <p:nvPr/>
        </p:nvGraphicFramePr>
        <p:xfrm>
          <a:off x="4459605" y="0"/>
          <a:ext cx="4501515" cy="2374900"/>
        </p:xfrm>
        <a:graphic>
          <a:graphicData uri="http://schemas.openxmlformats.org/presentationml/2006/ole">
            <mc:AlternateContent xmlns:mc="http://schemas.openxmlformats.org/markup-compatibility/2006">
              <mc:Choice xmlns:v="urn:schemas-microsoft-com:vml" Requires="v">
                <p:oleObj spid="_x0000_s3076" name="" r:id="rId1" imgW="4029075" imgH="2171700" progId="Paint.Picture">
                  <p:embed/>
                </p:oleObj>
              </mc:Choice>
              <mc:Fallback>
                <p:oleObj name="" r:id="rId1" imgW="4029075" imgH="2171700" progId="Paint.Picture">
                  <p:embed/>
                  <p:pic>
                    <p:nvPicPr>
                      <p:cNvPr id="0" name="图片 3075"/>
                      <p:cNvPicPr/>
                      <p:nvPr/>
                    </p:nvPicPr>
                    <p:blipFill>
                      <a:blip r:embed="rId2"/>
                      <a:stretch>
                        <a:fillRect/>
                      </a:stretch>
                    </p:blipFill>
                    <p:spPr>
                      <a:xfrm>
                        <a:off x="4459605" y="0"/>
                        <a:ext cx="4501515" cy="2374900"/>
                      </a:xfrm>
                      <a:prstGeom prst="rect">
                        <a:avLst/>
                      </a:prstGeom>
                      <a:solidFill>
                        <a:srgbClr val="D2E0C6"/>
                      </a:solidFill>
                      <a:ln w="12700" cap="flat" cmpd="sng">
                        <a:solidFill>
                          <a:srgbClr val="BFD8B2"/>
                        </a:solidFill>
                        <a:prstDash val="solid"/>
                        <a:miter/>
                        <a:headEnd type="none" w="med" len="med"/>
                        <a:tailEnd type="none" w="med" len="med"/>
                      </a:ln>
                    </p:spPr>
                  </p:pic>
                </p:oleObj>
              </mc:Fallback>
            </mc:AlternateContent>
          </a:graphicData>
        </a:graphic>
      </p:graphicFrame>
      <p:sp>
        <p:nvSpPr>
          <p:cNvPr id="2051" name="Rectangle 2"/>
          <p:cNvSpPr/>
          <p:nvPr/>
        </p:nvSpPr>
        <p:spPr>
          <a:xfrm>
            <a:off x="611505" y="2637155"/>
            <a:ext cx="9144000" cy="398780"/>
          </a:xfrm>
          <a:prstGeom prst="rect">
            <a:avLst/>
          </a:prstGeom>
          <a:noFill/>
          <a:ln w="9525">
            <a:noFill/>
          </a:ln>
        </p:spPr>
        <p:txBody>
          <a:bodyPr>
            <a:spAutoFit/>
          </a:bodyPr>
          <a:p>
            <a:pPr algn="just" eaLnBrk="0" hangingPunct="0"/>
            <a:r>
              <a:rPr lang="zh-CN" altLang="en-US" sz="2000" dirty="0">
                <a:latin typeface="Arial" panose="020B0604020202020204" pitchFamily="34" charset="0"/>
                <a:ea typeface="微软雅黑" panose="020B0503020204020204" charset="-122"/>
              </a:rPr>
              <a:t>由图可知：离子的导电是由以下两个方面的因素所致：</a:t>
            </a:r>
            <a:endParaRPr lang="zh-CN" altLang="en-US" sz="2000" dirty="0">
              <a:latin typeface="Arial" panose="020B0604020202020204" pitchFamily="34" charset="0"/>
              <a:ea typeface="微软雅黑" panose="020B0503020204020204" charset="-122"/>
            </a:endParaRPr>
          </a:p>
        </p:txBody>
      </p:sp>
      <p:sp>
        <p:nvSpPr>
          <p:cNvPr id="2053" name="Text Box 4"/>
          <p:cNvSpPr txBox="1"/>
          <p:nvPr/>
        </p:nvSpPr>
        <p:spPr>
          <a:xfrm>
            <a:off x="251460" y="4869180"/>
            <a:ext cx="8736965" cy="923290"/>
          </a:xfrm>
          <a:prstGeom prst="rect">
            <a:avLst/>
          </a:prstGeom>
          <a:gradFill>
            <a:gsLst>
              <a:gs pos="97000">
                <a:srgbClr val="96C0B8"/>
              </a:gs>
              <a:gs pos="0">
                <a:srgbClr val="00D1E7"/>
              </a:gs>
            </a:gsLst>
            <a:lin ang="2700000" scaled="1"/>
          </a:gradFill>
          <a:ln w="12700">
            <a:noFill/>
          </a:ln>
        </p:spPr>
        <p:txBody>
          <a:bodyPr wrap="square" lIns="90000" tIns="0" rIns="90000" bIns="0">
            <a:spAutoFit/>
          </a:bodyPr>
          <a:p>
            <a:pPr algn="just" eaLnBrk="0" hangingPunct="0"/>
            <a:r>
              <a:rPr lang="en-US" altLang="zh-CN" sz="2000" dirty="0">
                <a:solidFill>
                  <a:srgbClr val="FF3300"/>
                </a:solidFill>
                <a:latin typeface="Arial" panose="020B0604020202020204" pitchFamily="34" charset="0"/>
                <a:ea typeface="微软雅黑" panose="020B0503020204020204" charset="-122"/>
              </a:rPr>
              <a:t>ii ,</a:t>
            </a:r>
            <a:r>
              <a:rPr lang="zh-CN" altLang="en-US" sz="2000" dirty="0">
                <a:solidFill>
                  <a:srgbClr val="FF3300"/>
                </a:solidFill>
                <a:latin typeface="Arial" panose="020B0604020202020204" pitchFamily="34" charset="0"/>
                <a:ea typeface="微软雅黑" panose="020B0503020204020204" charset="-122"/>
              </a:rPr>
              <a:t>在两电极上分别发生了电极反应，即氧化和还原反应</a:t>
            </a:r>
            <a:r>
              <a:rPr lang="zh-CN" altLang="en-US" sz="2000" dirty="0">
                <a:latin typeface="Arial" panose="020B0604020202020204" pitchFamily="34" charset="0"/>
                <a:ea typeface="微软雅黑" panose="020B0503020204020204" charset="-122"/>
              </a:rPr>
              <a:t>。当电极电位达到一定的数值时，在电极</a:t>
            </a:r>
            <a:r>
              <a:rPr lang="en-US" altLang="zh-CN" sz="2000" dirty="0">
                <a:latin typeface="Arial" panose="020B0604020202020204" pitchFamily="34" charset="0"/>
                <a:ea typeface="微软雅黑" panose="020B0503020204020204" charset="-122"/>
              </a:rPr>
              <a:t>/</a:t>
            </a:r>
            <a:r>
              <a:rPr lang="zh-CN" altLang="en-US" sz="2000" dirty="0">
                <a:latin typeface="Arial" panose="020B0604020202020204" pitchFamily="34" charset="0"/>
                <a:ea typeface="微软雅黑" panose="020B0503020204020204" charset="-122"/>
              </a:rPr>
              <a:t>溶液的界面便有化学反应发生：</a:t>
            </a:r>
            <a:endParaRPr lang="zh-CN" altLang="en-US" sz="2000" b="0" dirty="0">
              <a:latin typeface="Arial" panose="020B0604020202020204" pitchFamily="34" charset="0"/>
              <a:ea typeface="微软雅黑" panose="020B0503020204020204" charset="-122"/>
            </a:endParaRPr>
          </a:p>
          <a:p>
            <a:pPr algn="just" eaLnBrk="0" hangingPunct="0"/>
            <a:r>
              <a:rPr lang="zh-CN" altLang="en-US" sz="2000" dirty="0">
                <a:latin typeface="Arial" panose="020B0604020202020204" pitchFamily="34" charset="0"/>
                <a:ea typeface="微软雅黑" panose="020B0503020204020204" charset="-122"/>
              </a:rPr>
              <a:t>欲使在电极</a:t>
            </a:r>
            <a:r>
              <a:rPr lang="en-US" altLang="zh-CN" sz="2000" dirty="0">
                <a:latin typeface="Arial" panose="020B0604020202020204" pitchFamily="34" charset="0"/>
                <a:ea typeface="微软雅黑" panose="020B0503020204020204" charset="-122"/>
              </a:rPr>
              <a:t>/</a:t>
            </a:r>
            <a:r>
              <a:rPr lang="zh-CN" altLang="en-US" sz="2000" dirty="0">
                <a:latin typeface="Arial" panose="020B0604020202020204" pitchFamily="34" charset="0"/>
                <a:ea typeface="微软雅黑" panose="020B0503020204020204" charset="-122"/>
              </a:rPr>
              <a:t>溶液界面的化学反应发生</a:t>
            </a:r>
            <a:r>
              <a:rPr lang="en-US" altLang="zh-CN" sz="2000" dirty="0">
                <a:latin typeface="Arial" panose="020B0604020202020204" pitchFamily="34" charset="0"/>
                <a:ea typeface="微软雅黑" panose="020B0503020204020204" charset="-122"/>
              </a:rPr>
              <a:t>,</a:t>
            </a:r>
            <a:r>
              <a:rPr lang="zh-CN" altLang="en-US" sz="2000" dirty="0">
                <a:latin typeface="Arial" panose="020B0604020202020204" pitchFamily="34" charset="0"/>
                <a:ea typeface="微软雅黑" panose="020B0503020204020204" charset="-122"/>
              </a:rPr>
              <a:t>这两者需同时存在</a:t>
            </a:r>
            <a:r>
              <a:rPr lang="en-US" altLang="zh-CN" sz="2000" dirty="0">
                <a:latin typeface="Arial" panose="020B0604020202020204" pitchFamily="34" charset="0"/>
                <a:ea typeface="微软雅黑" panose="020B0503020204020204" charset="-122"/>
              </a:rPr>
              <a:t>,</a:t>
            </a:r>
            <a:r>
              <a:rPr lang="zh-CN" altLang="en-US" sz="2000" dirty="0">
                <a:latin typeface="Arial" panose="020B0604020202020204" pitchFamily="34" charset="0"/>
                <a:ea typeface="微软雅黑" panose="020B0503020204020204" charset="-122"/>
              </a:rPr>
              <a:t>缺一不可。</a:t>
            </a:r>
            <a:endParaRPr lang="zh-CN" altLang="en-US" sz="2400" b="0" dirty="0">
              <a:latin typeface="Arial" panose="020B0604020202020204" pitchFamily="34" charset="0"/>
              <a:ea typeface="微软雅黑" panose="020B0503020204020204" charset="-122"/>
            </a:endParaRPr>
          </a:p>
        </p:txBody>
      </p:sp>
      <p:sp>
        <p:nvSpPr>
          <p:cNvPr id="2054" name="Text Box 6"/>
          <p:cNvSpPr txBox="1"/>
          <p:nvPr/>
        </p:nvSpPr>
        <p:spPr>
          <a:xfrm>
            <a:off x="251460" y="3141345"/>
            <a:ext cx="8968740" cy="1230630"/>
          </a:xfrm>
          <a:prstGeom prst="rect">
            <a:avLst/>
          </a:prstGeom>
          <a:solidFill>
            <a:schemeClr val="bg2">
              <a:lumMod val="60000"/>
              <a:lumOff val="40000"/>
            </a:schemeClr>
          </a:solidFill>
          <a:ln w="12700">
            <a:noFill/>
          </a:ln>
        </p:spPr>
        <p:txBody>
          <a:bodyPr wrap="square" lIns="90000" tIns="0" rIns="90000" bIns="0">
            <a:spAutoFit/>
          </a:bodyPr>
          <a:p>
            <a:pPr algn="just" eaLnBrk="0" hangingPunct="0"/>
            <a:r>
              <a:rPr lang="en-US" altLang="zh-CN" sz="2000" dirty="0">
                <a:solidFill>
                  <a:srgbClr val="FF3300"/>
                </a:solidFill>
                <a:latin typeface="Arial" panose="020B0604020202020204" pitchFamily="34" charset="0"/>
                <a:ea typeface="微软雅黑" panose="020B0503020204020204" charset="-122"/>
              </a:rPr>
              <a:t>i,</a:t>
            </a:r>
            <a:r>
              <a:rPr lang="zh-CN" altLang="en-US" sz="2000" dirty="0">
                <a:solidFill>
                  <a:srgbClr val="FF3300"/>
                </a:solidFill>
                <a:latin typeface="Arial" panose="020B0604020202020204" pitchFamily="34" charset="0"/>
                <a:ea typeface="微软雅黑" panose="020B0503020204020204" charset="-122"/>
              </a:rPr>
              <a:t>离子在溶液中的定向迁移</a:t>
            </a:r>
            <a:r>
              <a:rPr lang="en-US" altLang="zh-CN" sz="2000" dirty="0">
                <a:solidFill>
                  <a:srgbClr val="FF3300"/>
                </a:solidFill>
                <a:latin typeface="Arial" panose="020B0604020202020204" pitchFamily="34" charset="0"/>
                <a:ea typeface="微软雅黑" panose="020B0503020204020204" charset="-122"/>
              </a:rPr>
              <a:t>:</a:t>
            </a:r>
            <a:endParaRPr lang="en-US" altLang="zh-CN" sz="2000" dirty="0">
              <a:solidFill>
                <a:srgbClr val="FF3300"/>
              </a:solidFill>
              <a:latin typeface="Arial" panose="020B0604020202020204" pitchFamily="34" charset="0"/>
              <a:ea typeface="微软雅黑" panose="020B0503020204020204" charset="-122"/>
            </a:endParaRPr>
          </a:p>
          <a:p>
            <a:pPr algn="just" eaLnBrk="0" hangingPunct="0"/>
            <a:r>
              <a:rPr lang="en-US" altLang="zh-CN" sz="2000" dirty="0">
                <a:latin typeface="Arial" panose="020B0604020202020204" pitchFamily="34" charset="0"/>
                <a:ea typeface="微软雅黑" panose="020B0503020204020204" charset="-122"/>
              </a:rPr>
              <a:t>        </a:t>
            </a:r>
            <a:r>
              <a:rPr lang="zh-CN" altLang="en-US" sz="2000" dirty="0">
                <a:latin typeface="Arial" panose="020B0604020202020204" pitchFamily="34" charset="0"/>
                <a:ea typeface="微软雅黑" panose="020B0503020204020204" charset="-122"/>
              </a:rPr>
              <a:t>在外电场力的作用下，</a:t>
            </a:r>
            <a:r>
              <a:rPr lang="en-US" altLang="zh-CN" sz="2000" dirty="0">
                <a:latin typeface="Arial" panose="020B0604020202020204" pitchFamily="34" charset="0"/>
                <a:ea typeface="微软雅黑" panose="020B0503020204020204" charset="-122"/>
              </a:rPr>
              <a:t>H</a:t>
            </a:r>
            <a:r>
              <a:rPr lang="en-US" altLang="zh-CN" sz="2000" baseline="30000" dirty="0">
                <a:latin typeface="Arial" panose="020B0604020202020204" pitchFamily="34" charset="0"/>
                <a:ea typeface="微软雅黑" panose="020B0503020204020204" charset="-122"/>
              </a:rPr>
              <a:t>+</a:t>
            </a:r>
            <a:r>
              <a:rPr lang="zh-CN" altLang="en-US" sz="2000" dirty="0">
                <a:latin typeface="Arial" panose="020B0604020202020204" pitchFamily="34" charset="0"/>
                <a:ea typeface="微软雅黑" panose="020B0503020204020204" charset="-122"/>
              </a:rPr>
              <a:t>向与外电源负极连接的阴极迁移</a:t>
            </a:r>
            <a:r>
              <a:rPr lang="en-US" altLang="zh-CN" sz="2000" dirty="0">
                <a:latin typeface="Arial" panose="020B0604020202020204" pitchFamily="34" charset="0"/>
                <a:ea typeface="微软雅黑" panose="020B0503020204020204" charset="-122"/>
              </a:rPr>
              <a:t>; Cl</a:t>
            </a:r>
            <a:r>
              <a:rPr lang="en-US" altLang="zh-CN" sz="2000" baseline="30000" dirty="0">
                <a:latin typeface="Arial" panose="020B0604020202020204" pitchFamily="34" charset="0"/>
                <a:ea typeface="微软雅黑" panose="020B0503020204020204" charset="-122"/>
              </a:rPr>
              <a:t>–</a:t>
            </a:r>
            <a:r>
              <a:rPr lang="zh-CN" altLang="en-US" sz="2000" dirty="0">
                <a:latin typeface="Arial" panose="020B0604020202020204" pitchFamily="34" charset="0"/>
                <a:ea typeface="微软雅黑" panose="020B0503020204020204" charset="-122"/>
              </a:rPr>
              <a:t>向与外电源正极连接的阳极迁移。这些带电离子的定向迁移，便形成了电流在溶液中的通过。</a:t>
            </a:r>
            <a:endParaRPr lang="zh-CN" altLang="en-US" sz="2400" b="0" dirty="0">
              <a:latin typeface="Arial" panose="020B0604020202020204" pitchFamily="34" charset="0"/>
              <a:ea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76482" y="2190193"/>
            <a:ext cx="7958387" cy="3044415"/>
          </a:xfrm>
          <a:prstGeom prst="rect">
            <a:avLst/>
          </a:prstGeom>
        </p:spPr>
      </p:pic>
      <p:sp>
        <p:nvSpPr>
          <p:cNvPr id="4" name="文本框 3"/>
          <p:cNvSpPr txBox="1"/>
          <p:nvPr/>
        </p:nvSpPr>
        <p:spPr>
          <a:xfrm>
            <a:off x="1205947" y="1183026"/>
            <a:ext cx="1097280" cy="645160"/>
          </a:xfrm>
          <a:prstGeom prst="rect">
            <a:avLst/>
          </a:prstGeom>
          <a:noFill/>
        </p:spPr>
        <p:txBody>
          <a:bodyPr wrap="none" rtlCol="0">
            <a:spAutoFit/>
          </a:bodyPr>
          <a:lstStyle/>
          <a:p>
            <a:r>
              <a:rPr lang="zh-CN" altLang="en-US" sz="3600" b="1" dirty="0">
                <a:latin typeface="Arial" panose="020B0604020202020204" pitchFamily="34" charset="0"/>
                <a:ea typeface="微软雅黑" panose="020B0503020204020204" charset="-122"/>
              </a:rPr>
              <a:t>隔膜</a:t>
            </a:r>
            <a:endParaRPr lang="zh-CN" altLang="en-US" sz="3600" b="1" dirty="0">
              <a:latin typeface="Arial" panose="020B0604020202020204" pitchFamily="34" charset="0"/>
              <a:ea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95230" y="2342736"/>
            <a:ext cx="5715000" cy="3524250"/>
          </a:xfrm>
          <a:prstGeom prst="rect">
            <a:avLst/>
          </a:prstGeom>
        </p:spPr>
      </p:pic>
      <p:sp>
        <p:nvSpPr>
          <p:cNvPr id="4" name="文本框 3"/>
          <p:cNvSpPr txBox="1"/>
          <p:nvPr/>
        </p:nvSpPr>
        <p:spPr>
          <a:xfrm>
            <a:off x="1196717" y="1219200"/>
            <a:ext cx="6685280" cy="583565"/>
          </a:xfrm>
          <a:prstGeom prst="rect">
            <a:avLst/>
          </a:prstGeom>
          <a:noFill/>
        </p:spPr>
        <p:txBody>
          <a:bodyPr wrap="none" rtlCol="0">
            <a:spAutoFit/>
          </a:bodyPr>
          <a:lstStyle/>
          <a:p>
            <a:r>
              <a:rPr lang="zh-CN" altLang="en-US" sz="3200" b="1" dirty="0">
                <a:latin typeface="Arial" panose="020B0604020202020204" pitchFamily="34" charset="0"/>
                <a:ea typeface="微软雅黑" panose="020B0503020204020204" charset="-122"/>
              </a:rPr>
              <a:t>容器：原电池和电解池的设计与安装</a:t>
            </a:r>
            <a:endParaRPr lang="zh-CN" altLang="en-US" sz="3200" b="1" dirty="0">
              <a:latin typeface="Arial" panose="020B0604020202020204" pitchFamily="34" charset="0"/>
              <a:ea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39750" y="1700530"/>
            <a:ext cx="7479665" cy="3748405"/>
          </a:xfrm>
          <a:prstGeom prst="rect">
            <a:avLst/>
          </a:prstGeom>
        </p:spPr>
      </p:pic>
      <p:pic>
        <p:nvPicPr>
          <p:cNvPr id="3" name="图片 2"/>
          <p:cNvPicPr>
            <a:picLocks noChangeAspect="1"/>
          </p:cNvPicPr>
          <p:nvPr/>
        </p:nvPicPr>
        <p:blipFill>
          <a:blip r:embed="rId2"/>
          <a:stretch>
            <a:fillRect/>
          </a:stretch>
        </p:blipFill>
        <p:spPr>
          <a:xfrm>
            <a:off x="395605" y="404495"/>
            <a:ext cx="2552700" cy="6381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1403350" y="476250"/>
            <a:ext cx="63411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Arial" panose="020B0604020202020204" pitchFamily="34" charset="0"/>
                <a:ea typeface="微软雅黑" panose="020B0503020204020204" charset="-122"/>
              </a:rPr>
              <a:t>  </a:t>
            </a:r>
            <a:r>
              <a:rPr lang="en-US" altLang="zh-CN" sz="3200" b="1" dirty="0">
                <a:latin typeface="Arial" panose="020B0604020202020204" pitchFamily="34" charset="0"/>
                <a:ea typeface="微软雅黑" panose="020B0503020204020204" charset="-122"/>
              </a:rPr>
              <a:t>1.1.5.3</a:t>
            </a:r>
            <a:r>
              <a:rPr lang="zh-CN" altLang="en-US" sz="3200" b="1" dirty="0">
                <a:latin typeface="Arial" panose="020B0604020202020204" pitchFamily="34" charset="0"/>
                <a:ea typeface="微软雅黑" panose="020B0503020204020204" charset="-122"/>
              </a:rPr>
              <a:t>电化学体系常见电极类型</a:t>
            </a:r>
            <a:endParaRPr lang="en-US" altLang="zh-CN" sz="3200" b="1" dirty="0">
              <a:latin typeface="Arial" panose="020B0604020202020204" pitchFamily="34" charset="0"/>
              <a:ea typeface="微软雅黑" panose="020B0503020204020204" charset="-122"/>
            </a:endParaRPr>
          </a:p>
        </p:txBody>
      </p:sp>
      <p:pic>
        <p:nvPicPr>
          <p:cNvPr id="2" name="图片 1"/>
          <p:cNvPicPr>
            <a:picLocks noChangeAspect="1"/>
          </p:cNvPicPr>
          <p:nvPr>
            <p:custDataLst>
              <p:tags r:id="rId1"/>
            </p:custDataLst>
          </p:nvPr>
        </p:nvPicPr>
        <p:blipFill>
          <a:blip r:embed="rId2"/>
          <a:stretch>
            <a:fillRect/>
          </a:stretch>
        </p:blipFill>
        <p:spPr>
          <a:xfrm>
            <a:off x="1290320" y="2276475"/>
            <a:ext cx="6562725" cy="4219575"/>
          </a:xfrm>
          <a:prstGeom prst="rect">
            <a:avLst/>
          </a:prstGeom>
        </p:spPr>
      </p:pic>
      <p:pic>
        <p:nvPicPr>
          <p:cNvPr id="3" name="图片 2"/>
          <p:cNvPicPr>
            <a:picLocks noChangeAspect="1"/>
          </p:cNvPicPr>
          <p:nvPr/>
        </p:nvPicPr>
        <p:blipFill>
          <a:blip r:embed="rId3"/>
          <a:stretch>
            <a:fillRect/>
          </a:stretch>
        </p:blipFill>
        <p:spPr>
          <a:xfrm>
            <a:off x="252095" y="1412875"/>
            <a:ext cx="3057525" cy="685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83895" y="764540"/>
            <a:ext cx="2809875" cy="619125"/>
          </a:xfrm>
          <a:prstGeom prst="rect">
            <a:avLst/>
          </a:prstGeom>
        </p:spPr>
      </p:pic>
      <p:pic>
        <p:nvPicPr>
          <p:cNvPr id="3" name="图片 2"/>
          <p:cNvPicPr>
            <a:picLocks noChangeAspect="1"/>
          </p:cNvPicPr>
          <p:nvPr/>
        </p:nvPicPr>
        <p:blipFill>
          <a:blip r:embed="rId2"/>
          <a:stretch>
            <a:fillRect/>
          </a:stretch>
        </p:blipFill>
        <p:spPr>
          <a:xfrm>
            <a:off x="612140" y="2204720"/>
            <a:ext cx="8477250" cy="42481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95605" y="1700530"/>
            <a:ext cx="8048625" cy="3609975"/>
          </a:xfrm>
          <a:prstGeom prst="rect">
            <a:avLst/>
          </a:prstGeom>
        </p:spPr>
      </p:pic>
      <p:pic>
        <p:nvPicPr>
          <p:cNvPr id="3" name="图片 2"/>
          <p:cNvPicPr>
            <a:picLocks noChangeAspect="1"/>
          </p:cNvPicPr>
          <p:nvPr/>
        </p:nvPicPr>
        <p:blipFill>
          <a:blip r:embed="rId2"/>
          <a:stretch>
            <a:fillRect/>
          </a:stretch>
        </p:blipFill>
        <p:spPr>
          <a:xfrm>
            <a:off x="107950" y="332740"/>
            <a:ext cx="3390900" cy="69532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23850" y="332740"/>
            <a:ext cx="4371975" cy="600075"/>
          </a:xfrm>
          <a:prstGeom prst="rect">
            <a:avLst/>
          </a:prstGeom>
        </p:spPr>
      </p:pic>
      <p:pic>
        <p:nvPicPr>
          <p:cNvPr id="3" name="图片 2"/>
          <p:cNvPicPr>
            <a:picLocks noChangeAspect="1"/>
          </p:cNvPicPr>
          <p:nvPr/>
        </p:nvPicPr>
        <p:blipFill>
          <a:blip r:embed="rId2"/>
          <a:stretch>
            <a:fillRect/>
          </a:stretch>
        </p:blipFill>
        <p:spPr>
          <a:xfrm>
            <a:off x="395605" y="1409700"/>
            <a:ext cx="8286750" cy="4038600"/>
          </a:xfrm>
          <a:prstGeom prst="rect">
            <a:avLst/>
          </a:prstGeom>
        </p:spPr>
      </p:pic>
      <p:sp>
        <p:nvSpPr>
          <p:cNvPr id="4" name="文本框 3"/>
          <p:cNvSpPr txBox="1"/>
          <p:nvPr/>
        </p:nvSpPr>
        <p:spPr>
          <a:xfrm>
            <a:off x="5580380" y="620395"/>
            <a:ext cx="4819650" cy="368300"/>
          </a:xfrm>
          <a:prstGeom prst="rect">
            <a:avLst/>
          </a:prstGeom>
          <a:noFill/>
        </p:spPr>
        <p:txBody>
          <a:bodyPr wrap="square" rtlCol="0" anchor="t">
            <a:spAutoFit/>
          </a:bodyPr>
          <a:lstStyle/>
          <a:p>
            <a:r>
              <a:rPr lang="en-US" altLang="zh-CN" sz="1800">
                <a:latin typeface="Arial" panose="020B0604020202020204" pitchFamily="34" charset="0"/>
                <a:ea typeface="微软雅黑" panose="020B0503020204020204" charset="-122"/>
              </a:rPr>
              <a:t>aq: </a:t>
            </a:r>
            <a:r>
              <a:rPr lang="zh-CN" altLang="en-US" sz="1800">
                <a:latin typeface="Arial" panose="020B0604020202020204" pitchFamily="34" charset="0"/>
                <a:ea typeface="微软雅黑" panose="020B0503020204020204" charset="-122"/>
              </a:rPr>
              <a:t>aqueous solution</a:t>
            </a:r>
            <a:endParaRPr lang="zh-CN" altLang="en-US" sz="1800">
              <a:latin typeface="Arial" panose="020B0604020202020204" pitchFamily="34" charset="0"/>
              <a:ea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67995" y="1556385"/>
            <a:ext cx="8648700" cy="3943350"/>
          </a:xfrm>
          <a:prstGeom prst="rect">
            <a:avLst/>
          </a:prstGeom>
        </p:spPr>
      </p:pic>
      <p:pic>
        <p:nvPicPr>
          <p:cNvPr id="3" name="图片 2"/>
          <p:cNvPicPr>
            <a:picLocks noChangeAspect="1"/>
          </p:cNvPicPr>
          <p:nvPr/>
        </p:nvPicPr>
        <p:blipFill>
          <a:blip r:embed="rId2"/>
          <a:stretch>
            <a:fillRect/>
          </a:stretch>
        </p:blipFill>
        <p:spPr>
          <a:xfrm>
            <a:off x="107950" y="476250"/>
            <a:ext cx="2190750" cy="6667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1340485"/>
            <a:ext cx="7862570" cy="5066030"/>
          </a:xfrm>
          <a:prstGeom prst="rect">
            <a:avLst/>
          </a:prstGeom>
        </p:spPr>
      </p:pic>
      <p:pic>
        <p:nvPicPr>
          <p:cNvPr id="3" name="图片 2"/>
          <p:cNvPicPr>
            <a:picLocks noChangeAspect="1"/>
          </p:cNvPicPr>
          <p:nvPr/>
        </p:nvPicPr>
        <p:blipFill>
          <a:blip r:embed="rId2"/>
          <a:stretch>
            <a:fillRect/>
          </a:stretch>
        </p:blipFill>
        <p:spPr>
          <a:xfrm>
            <a:off x="252095" y="332740"/>
            <a:ext cx="3324225" cy="685800"/>
          </a:xfrm>
          <a:prstGeom prst="rect">
            <a:avLst/>
          </a:prstGeom>
        </p:spPr>
      </p:pic>
      <p:pic>
        <p:nvPicPr>
          <p:cNvPr id="30722" name="Picture 2" descr="http://www.smmu.edu.cn/zykj/wh-net/ktmt/5/5-5-3.bmp"/>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5864860" y="3573145"/>
            <a:ext cx="3279140" cy="3272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52095" y="1844675"/>
            <a:ext cx="8410575" cy="4305300"/>
          </a:xfrm>
          <a:prstGeom prst="rect">
            <a:avLst/>
          </a:prstGeom>
        </p:spPr>
      </p:pic>
      <p:pic>
        <p:nvPicPr>
          <p:cNvPr id="4" name="图片 3"/>
          <p:cNvPicPr>
            <a:picLocks noChangeAspect="1"/>
          </p:cNvPicPr>
          <p:nvPr/>
        </p:nvPicPr>
        <p:blipFill>
          <a:blip r:embed="rId2"/>
          <a:stretch>
            <a:fillRect/>
          </a:stretch>
        </p:blipFill>
        <p:spPr>
          <a:xfrm>
            <a:off x="323850" y="404495"/>
            <a:ext cx="2419350" cy="6477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972185" y="1700530"/>
            <a:ext cx="7038975" cy="4286250"/>
          </a:xfrm>
          <a:prstGeom prst="rect">
            <a:avLst/>
          </a:prstGeom>
        </p:spPr>
      </p:pic>
      <p:pic>
        <p:nvPicPr>
          <p:cNvPr id="3" name="图片 2"/>
          <p:cNvPicPr>
            <a:picLocks noChangeAspect="1"/>
          </p:cNvPicPr>
          <p:nvPr/>
        </p:nvPicPr>
        <p:blipFill>
          <a:blip r:embed="rId2"/>
          <a:srcRect r="3964"/>
          <a:stretch>
            <a:fillRect/>
          </a:stretch>
        </p:blipFill>
        <p:spPr>
          <a:xfrm>
            <a:off x="539750" y="332740"/>
            <a:ext cx="3046095" cy="73342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52425" y="1466850"/>
            <a:ext cx="8439150" cy="3924300"/>
          </a:xfrm>
          <a:prstGeom prst="rect">
            <a:avLst/>
          </a:prstGeom>
        </p:spPr>
      </p:pic>
      <p:pic>
        <p:nvPicPr>
          <p:cNvPr id="3" name="图片 2"/>
          <p:cNvPicPr>
            <a:picLocks noChangeAspect="1"/>
          </p:cNvPicPr>
          <p:nvPr/>
        </p:nvPicPr>
        <p:blipFill>
          <a:blip r:embed="rId2"/>
          <a:stretch>
            <a:fillRect/>
          </a:stretch>
        </p:blipFill>
        <p:spPr>
          <a:xfrm>
            <a:off x="252095" y="404495"/>
            <a:ext cx="3476625" cy="7143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12140" y="476250"/>
            <a:ext cx="4381500" cy="647700"/>
          </a:xfrm>
          <a:prstGeom prst="rect">
            <a:avLst/>
          </a:prstGeom>
        </p:spPr>
      </p:pic>
      <p:pic>
        <p:nvPicPr>
          <p:cNvPr id="3" name="图片 2"/>
          <p:cNvPicPr>
            <a:picLocks noChangeAspect="1"/>
          </p:cNvPicPr>
          <p:nvPr/>
        </p:nvPicPr>
        <p:blipFill>
          <a:blip r:embed="rId2"/>
          <a:stretch>
            <a:fillRect/>
          </a:stretch>
        </p:blipFill>
        <p:spPr>
          <a:xfrm>
            <a:off x="19050" y="1484630"/>
            <a:ext cx="9124950" cy="44577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66370" y="1433195"/>
            <a:ext cx="8810625" cy="3990975"/>
          </a:xfrm>
          <a:prstGeom prst="rect">
            <a:avLst/>
          </a:prstGeom>
        </p:spPr>
      </p:pic>
      <p:pic>
        <p:nvPicPr>
          <p:cNvPr id="3" name="图片 2"/>
          <p:cNvPicPr>
            <a:picLocks noChangeAspect="1"/>
          </p:cNvPicPr>
          <p:nvPr/>
        </p:nvPicPr>
        <p:blipFill>
          <a:blip r:embed="rId2"/>
          <a:stretch>
            <a:fillRect/>
          </a:stretch>
        </p:blipFill>
        <p:spPr>
          <a:xfrm>
            <a:off x="612140" y="476250"/>
            <a:ext cx="4381500" cy="6477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52095" y="260350"/>
            <a:ext cx="2933700" cy="657225"/>
          </a:xfrm>
          <a:prstGeom prst="rect">
            <a:avLst/>
          </a:prstGeom>
        </p:spPr>
      </p:pic>
      <p:pic>
        <p:nvPicPr>
          <p:cNvPr id="3" name="图片 2"/>
          <p:cNvPicPr>
            <a:picLocks noChangeAspect="1"/>
          </p:cNvPicPr>
          <p:nvPr/>
        </p:nvPicPr>
        <p:blipFill>
          <a:blip r:embed="rId2"/>
          <a:stretch>
            <a:fillRect/>
          </a:stretch>
        </p:blipFill>
        <p:spPr>
          <a:xfrm>
            <a:off x="209550" y="1333500"/>
            <a:ext cx="8724900" cy="4191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39750" y="404495"/>
            <a:ext cx="2990850" cy="647700"/>
          </a:xfrm>
          <a:prstGeom prst="rect">
            <a:avLst/>
          </a:prstGeom>
        </p:spPr>
      </p:pic>
      <p:graphicFrame>
        <p:nvGraphicFramePr>
          <p:cNvPr id="2050" name="Object 3"/>
          <p:cNvGraphicFramePr>
            <a:graphicFrameLocks noChangeAspect="1"/>
          </p:cNvGraphicFramePr>
          <p:nvPr/>
        </p:nvGraphicFramePr>
        <p:xfrm>
          <a:off x="2268220" y="2564474"/>
          <a:ext cx="2971800" cy="3048000"/>
        </p:xfrm>
        <a:graphic>
          <a:graphicData uri="http://schemas.openxmlformats.org/presentationml/2006/ole">
            <mc:AlternateContent xmlns:mc="http://schemas.openxmlformats.org/markup-compatibility/2006">
              <mc:Choice xmlns:v="urn:schemas-microsoft-com:vml" Requires="v">
                <p:oleObj spid="_x0000_s3" name="位图图像" r:id="rId2" imgW="2886075" imgH="3943350" progId="Paint.Picture">
                  <p:embed/>
                </p:oleObj>
              </mc:Choice>
              <mc:Fallback>
                <p:oleObj name="位图图像" r:id="rId2" imgW="2886075" imgH="3943350" progId="Paint.Picture">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220" y="2564474"/>
                        <a:ext cx="2971800" cy="3048000"/>
                      </a:xfrm>
                      <a:prstGeom prst="rect">
                        <a:avLst/>
                      </a:prstGeom>
                      <a:noFill/>
                      <a:ln w="9525">
                        <a:solidFill>
                          <a:srgbClr val="2181B7"/>
                        </a:solidFill>
                        <a:miter lim="800000"/>
                        <a:headEnd/>
                        <a:tailEnd/>
                      </a:ln>
                      <a:effectLst/>
                      <a:extLst>
                        <a:ext uri="{909E8E84-426E-40DD-AFC4-6F175D3DCCD1}">
                          <a14:hiddenFill xmlns:a14="http://schemas.microsoft.com/office/drawing/2010/main">
                            <a:solidFill>
                              <a:srgbClr val="99FFCC"/>
                            </a:solidFill>
                          </a14:hiddenFill>
                        </a:ext>
                        <a:ext uri="{AF507438-7753-43E0-B8FC-AC1667EBCBE1}">
                          <a14:hiddenEffects xmlns:a14="http://schemas.microsoft.com/office/drawing/2010/main">
                            <a:effectLst>
                              <a:outerShdw dist="35921" dir="2700000" algn="ctr" rotWithShape="0">
                                <a:srgbClr val="001932"/>
                              </a:outerShdw>
                            </a:effectLst>
                          </a14:hiddenEffects>
                        </a:ext>
                      </a:extLst>
                    </p:spPr>
                  </p:pic>
                </p:oleObj>
              </mc:Fallback>
            </mc:AlternateContent>
          </a:graphicData>
        </a:graphic>
      </p:graphicFrame>
      <p:sp>
        <p:nvSpPr>
          <p:cNvPr id="2053" name="Text Box 4"/>
          <p:cNvSpPr txBox="1">
            <a:spLocks noChangeArrowheads="1"/>
          </p:cNvSpPr>
          <p:nvPr/>
        </p:nvSpPr>
        <p:spPr bwMode="auto">
          <a:xfrm>
            <a:off x="5724525" y="2924519"/>
            <a:ext cx="1676400"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a:latin typeface="Arial" panose="020B0604020202020204" pitchFamily="34" charset="0"/>
                <a:ea typeface="微软雅黑" panose="020B0503020204020204" charset="-122"/>
              </a:rPr>
              <a:t>膜内外被测离子活度的不同而产生电位差 </a:t>
            </a:r>
            <a:endParaRPr lang="zh-CN" altLang="en-US" sz="2800">
              <a:latin typeface="Arial" panose="020B0604020202020204" pitchFamily="34" charset="0"/>
              <a:ea typeface="微软雅黑" panose="020B0503020204020204" charset="-122"/>
            </a:endParaRPr>
          </a:p>
        </p:txBody>
      </p:sp>
      <p:sp>
        <p:nvSpPr>
          <p:cNvPr id="2052" name="Text Box 2"/>
          <p:cNvSpPr txBox="1">
            <a:spLocks noChangeArrowheads="1"/>
          </p:cNvSpPr>
          <p:nvPr/>
        </p:nvSpPr>
        <p:spPr bwMode="auto">
          <a:xfrm>
            <a:off x="252095" y="1196340"/>
            <a:ext cx="768794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a:latin typeface="Arial" panose="020B0604020202020204" pitchFamily="34" charset="0"/>
                <a:ea typeface="微软雅黑" panose="020B0503020204020204" charset="-122"/>
              </a:rPr>
              <a:t>利用隔膜对单种离子透过性或膜表面与电解液的离子交换平衡所建立起来的电势，测定电解液中特定离子的活度</a:t>
            </a:r>
            <a:endParaRPr lang="zh-CN" altLang="en-US">
              <a:latin typeface="Arial" panose="020B0604020202020204" pitchFamily="34" charset="0"/>
              <a:ea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23850" y="404495"/>
            <a:ext cx="2209800" cy="714375"/>
          </a:xfrm>
          <a:prstGeom prst="rect">
            <a:avLst/>
          </a:prstGeom>
        </p:spPr>
      </p:pic>
      <p:pic>
        <p:nvPicPr>
          <p:cNvPr id="3" name="图片 2"/>
          <p:cNvPicPr>
            <a:picLocks noChangeAspect="1"/>
          </p:cNvPicPr>
          <p:nvPr/>
        </p:nvPicPr>
        <p:blipFill>
          <a:blip r:embed="rId2"/>
          <a:stretch>
            <a:fillRect/>
          </a:stretch>
        </p:blipFill>
        <p:spPr>
          <a:xfrm>
            <a:off x="107950" y="1412875"/>
            <a:ext cx="5410200" cy="2809875"/>
          </a:xfrm>
          <a:prstGeom prst="rect">
            <a:avLst/>
          </a:prstGeom>
        </p:spPr>
      </p:pic>
      <p:pic>
        <p:nvPicPr>
          <p:cNvPr id="4" name="图片 3" descr="捕获"/>
          <p:cNvPicPr>
            <a:picLocks noChangeAspect="1"/>
          </p:cNvPicPr>
          <p:nvPr/>
        </p:nvPicPr>
        <p:blipFill>
          <a:blip r:embed="rId3"/>
          <a:stretch>
            <a:fillRect/>
          </a:stretch>
        </p:blipFill>
        <p:spPr>
          <a:xfrm>
            <a:off x="5364480" y="2780665"/>
            <a:ext cx="3766820" cy="40767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324128" y="476984"/>
            <a:ext cx="7269480" cy="645160"/>
          </a:xfrm>
          <a:prstGeom prst="rect">
            <a:avLst/>
          </a:prstGeom>
          <a:noFill/>
        </p:spPr>
        <p:txBody>
          <a:bodyPr wrap="none" rtlCol="0">
            <a:spAutoFit/>
          </a:bodyPr>
          <a:p>
            <a:pPr algn="l"/>
            <a:r>
              <a:rPr lang="en-US" altLang="zh-CN" sz="3600" b="1" dirty="0">
                <a:latin typeface="Arial" panose="020B0604020202020204" pitchFamily="34" charset="0"/>
                <a:ea typeface="微软雅黑" panose="020B0503020204020204" charset="-122"/>
              </a:rPr>
              <a:t>1.1.6 </a:t>
            </a:r>
            <a:r>
              <a:rPr lang="zh-CN" altLang="en-US" sz="3600" b="1" dirty="0">
                <a:latin typeface="Arial" panose="020B0604020202020204" pitchFamily="34" charset="0"/>
                <a:ea typeface="微软雅黑" panose="020B0503020204020204" charset="-122"/>
              </a:rPr>
              <a:t>电极电势的定义、意义与测定</a:t>
            </a:r>
            <a:endParaRPr lang="zh-CN" altLang="en-US" sz="3600" b="1" dirty="0">
              <a:latin typeface="Arial" panose="020B0604020202020204" pitchFamily="34" charset="0"/>
              <a:ea typeface="微软雅黑" panose="020B0503020204020204" charset="-122"/>
            </a:endParaRPr>
          </a:p>
        </p:txBody>
      </p:sp>
      <p:pic>
        <p:nvPicPr>
          <p:cNvPr id="2" name="图片 1"/>
          <p:cNvPicPr>
            <a:picLocks noChangeAspect="1"/>
          </p:cNvPicPr>
          <p:nvPr>
            <p:custDataLst>
              <p:tags r:id="rId2"/>
            </p:custDataLst>
          </p:nvPr>
        </p:nvPicPr>
        <p:blipFill>
          <a:blip r:embed="rId3"/>
          <a:stretch>
            <a:fillRect/>
          </a:stretch>
        </p:blipFill>
        <p:spPr>
          <a:xfrm>
            <a:off x="467995" y="2348865"/>
            <a:ext cx="8442960" cy="4383405"/>
          </a:xfrm>
          <a:prstGeom prst="rect">
            <a:avLst/>
          </a:prstGeom>
        </p:spPr>
      </p:pic>
      <p:pic>
        <p:nvPicPr>
          <p:cNvPr id="3" name="图片 2"/>
          <p:cNvPicPr>
            <a:picLocks noChangeAspect="1"/>
          </p:cNvPicPr>
          <p:nvPr>
            <p:custDataLst>
              <p:tags r:id="rId4"/>
            </p:custDataLst>
          </p:nvPr>
        </p:nvPicPr>
        <p:blipFill>
          <a:blip r:embed="rId5"/>
          <a:stretch>
            <a:fillRect/>
          </a:stretch>
        </p:blipFill>
        <p:spPr>
          <a:xfrm>
            <a:off x="323850" y="1341120"/>
            <a:ext cx="3371850" cy="6858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179705" y="260985"/>
            <a:ext cx="3371850" cy="685800"/>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467995" y="1412875"/>
            <a:ext cx="7764780" cy="420814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5560" y="1196975"/>
            <a:ext cx="8239760" cy="471106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179705" y="260985"/>
            <a:ext cx="3371850" cy="6858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179705" y="260985"/>
            <a:ext cx="3371850" cy="685800"/>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971550" y="1052830"/>
            <a:ext cx="7316470" cy="482790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179705" y="260985"/>
            <a:ext cx="3371850" cy="685800"/>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179705" y="1485265"/>
            <a:ext cx="8923020" cy="385000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179705" y="260985"/>
            <a:ext cx="3371850" cy="685800"/>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323850" y="1628775"/>
            <a:ext cx="8283575" cy="38163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5605" y="332740"/>
            <a:ext cx="3805555" cy="98742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539750" y="1772920"/>
            <a:ext cx="8060055" cy="356489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5605" y="188595"/>
            <a:ext cx="3805555" cy="98742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242570" y="1557020"/>
            <a:ext cx="8658225" cy="389572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51460" y="188595"/>
            <a:ext cx="4729480" cy="83375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395605" y="1404620"/>
            <a:ext cx="8210550" cy="404812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51460" y="188595"/>
            <a:ext cx="4729480" cy="83375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323850" y="1290320"/>
            <a:ext cx="8496300" cy="427672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339090" y="548640"/>
            <a:ext cx="7172325" cy="866775"/>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771525" y="1844675"/>
            <a:ext cx="7286625" cy="1533525"/>
          </a:xfrm>
          <a:prstGeom prst="rect">
            <a:avLst/>
          </a:prstGeom>
        </p:spPr>
      </p:pic>
      <p:pic>
        <p:nvPicPr>
          <p:cNvPr id="2" name="图片 1"/>
          <p:cNvPicPr>
            <a:picLocks noChangeAspect="1"/>
          </p:cNvPicPr>
          <p:nvPr>
            <p:custDataLst>
              <p:tags r:id="rId5"/>
            </p:custDataLst>
          </p:nvPr>
        </p:nvPicPr>
        <p:blipFill>
          <a:blip r:embed="rId6"/>
          <a:srcRect t="12304"/>
          <a:stretch>
            <a:fillRect/>
          </a:stretch>
        </p:blipFill>
        <p:spPr>
          <a:xfrm>
            <a:off x="394970" y="4364990"/>
            <a:ext cx="7799705" cy="102743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324128" y="476984"/>
            <a:ext cx="5974080" cy="645160"/>
          </a:xfrm>
          <a:prstGeom prst="rect">
            <a:avLst/>
          </a:prstGeom>
          <a:noFill/>
        </p:spPr>
        <p:txBody>
          <a:bodyPr wrap="none" rtlCol="0">
            <a:spAutoFit/>
          </a:bodyPr>
          <a:p>
            <a:pPr algn="l"/>
            <a:r>
              <a:rPr lang="en-US" altLang="zh-CN" sz="3600" b="1" dirty="0">
                <a:latin typeface="Arial" panose="020B0604020202020204" pitchFamily="34" charset="0"/>
                <a:ea typeface="微软雅黑" panose="020B0503020204020204" charset="-122"/>
              </a:rPr>
              <a:t>1.1.7 </a:t>
            </a:r>
            <a:r>
              <a:rPr lang="zh-CN" altLang="en-US" sz="3600" b="1" dirty="0">
                <a:latin typeface="Arial" panose="020B0604020202020204" pitchFamily="34" charset="0"/>
                <a:ea typeface="微软雅黑" panose="020B0503020204020204" charset="-122"/>
              </a:rPr>
              <a:t>电极电势的Nernst方程</a:t>
            </a:r>
            <a:endParaRPr lang="zh-CN" altLang="en-US" sz="3600" b="1" dirty="0">
              <a:latin typeface="Arial" panose="020B0604020202020204" pitchFamily="34" charset="0"/>
              <a:ea typeface="微软雅黑" panose="020B0503020204020204" charset="-122"/>
            </a:endParaRPr>
          </a:p>
        </p:txBody>
      </p:sp>
      <p:pic>
        <p:nvPicPr>
          <p:cNvPr id="2" name="图片 1"/>
          <p:cNvPicPr>
            <a:picLocks noChangeAspect="1"/>
          </p:cNvPicPr>
          <p:nvPr>
            <p:custDataLst>
              <p:tags r:id="rId2"/>
            </p:custDataLst>
          </p:nvPr>
        </p:nvPicPr>
        <p:blipFill>
          <a:blip r:embed="rId3"/>
          <a:stretch>
            <a:fillRect/>
          </a:stretch>
        </p:blipFill>
        <p:spPr>
          <a:xfrm>
            <a:off x="179070" y="1628775"/>
            <a:ext cx="8761095" cy="424942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4970" y="260985"/>
            <a:ext cx="3800475" cy="64770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490220" y="1428750"/>
            <a:ext cx="8162925" cy="40005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4970" y="260985"/>
            <a:ext cx="3800475" cy="64770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34925" y="1442720"/>
            <a:ext cx="8989060" cy="417449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1260475" y="836930"/>
            <a:ext cx="3440430" cy="518160"/>
          </a:xfrm>
          <a:prstGeom prst="rect">
            <a:avLst/>
          </a:prstGeom>
        </p:spPr>
        <p:txBody>
          <a:bodyPr>
            <a:noAutofit/>
          </a:bodyPr>
          <a:p>
            <a:r>
              <a:rPr lang="zh-CN" altLang="en-US" sz="2800">
                <a:latin typeface="+mj-ea"/>
                <a:ea typeface="+mj-ea"/>
              </a:rPr>
              <a:t>对于任何</a:t>
            </a:r>
            <a:r>
              <a:rPr lang="zh-CN" altLang="en-US" sz="2800" b="1">
                <a:solidFill>
                  <a:srgbClr val="0000FF"/>
                </a:solidFill>
                <a:latin typeface="+mj-ea"/>
                <a:ea typeface="+mj-ea"/>
              </a:rPr>
              <a:t>电极反应</a:t>
            </a:r>
            <a:r>
              <a:rPr lang="zh-CN" altLang="en-US" sz="2800">
                <a:latin typeface="+mj-ea"/>
                <a:ea typeface="+mj-ea"/>
              </a:rPr>
              <a:t>：</a:t>
            </a:r>
            <a:endParaRPr lang="zh-CN" altLang="en-US" sz="2800">
              <a:latin typeface="+mj-ea"/>
              <a:ea typeface="+mj-ea"/>
            </a:endParaRPr>
          </a:p>
        </p:txBody>
      </p:sp>
      <p:sp>
        <p:nvSpPr>
          <p:cNvPr id="5" name="文本框 4"/>
          <p:cNvSpPr txBox="1"/>
          <p:nvPr>
            <p:custDataLst>
              <p:tags r:id="rId2"/>
            </p:custDataLst>
          </p:nvPr>
        </p:nvSpPr>
        <p:spPr>
          <a:xfrm>
            <a:off x="467995" y="116840"/>
            <a:ext cx="5242560" cy="587375"/>
          </a:xfrm>
          <a:prstGeom prst="rect">
            <a:avLst/>
          </a:prstGeom>
          <a:noFill/>
        </p:spPr>
        <p:txBody>
          <a:bodyPr wrap="square" rtlCol="0" anchor="t">
            <a:noAutofit/>
          </a:bodyPr>
          <a:p>
            <a:pPr marL="457200" indent="-457200" algn="l">
              <a:buFont typeface="Wingdings" panose="05000000000000000000" charset="0"/>
              <a:buChar char="Ø"/>
            </a:pPr>
            <a:r>
              <a:rPr lang="zh-CN" altLang="en-US" sz="2800" b="1" dirty="0">
                <a:solidFill>
                  <a:srgbClr val="0000FF"/>
                </a:solidFill>
                <a:latin typeface="Arial" panose="020B0604020202020204" pitchFamily="34" charset="0"/>
                <a:ea typeface="微软雅黑" panose="020B0503020204020204" charset="-122"/>
                <a:sym typeface="+mn-ea"/>
              </a:rPr>
              <a:t>电极电势的Nernst方程</a:t>
            </a:r>
            <a:endParaRPr lang="zh-CN" altLang="en-US" sz="2800" b="1" dirty="0">
              <a:solidFill>
                <a:srgbClr val="0000FF"/>
              </a:solidFill>
              <a:latin typeface="Arial" panose="020B0604020202020204" pitchFamily="34" charset="0"/>
              <a:ea typeface="微软雅黑" panose="020B0503020204020204" charset="-122"/>
              <a:sym typeface="+mn-ea"/>
            </a:endParaRPr>
          </a:p>
        </p:txBody>
      </p:sp>
      <p:sp>
        <p:nvSpPr>
          <p:cNvPr id="6" name="文本框 5"/>
          <p:cNvSpPr txBox="1"/>
          <p:nvPr>
            <p:custDataLst>
              <p:tags r:id="rId3"/>
            </p:custDataLst>
          </p:nvPr>
        </p:nvSpPr>
        <p:spPr>
          <a:xfrm>
            <a:off x="530225" y="2853055"/>
            <a:ext cx="5242560" cy="587375"/>
          </a:xfrm>
          <a:prstGeom prst="rect">
            <a:avLst/>
          </a:prstGeom>
          <a:noFill/>
        </p:spPr>
        <p:txBody>
          <a:bodyPr wrap="square" rtlCol="0" anchor="t">
            <a:noAutofit/>
          </a:bodyPr>
          <a:p>
            <a:pPr marL="457200" indent="-457200" algn="l">
              <a:buFont typeface="Wingdings" panose="05000000000000000000" charset="0"/>
              <a:buChar char="Ø"/>
            </a:pPr>
            <a:r>
              <a:rPr lang="zh-CN" altLang="en-US" sz="2800" b="1" dirty="0">
                <a:solidFill>
                  <a:srgbClr val="0000FF"/>
                </a:solidFill>
                <a:latin typeface="Arial" panose="020B0604020202020204" pitchFamily="34" charset="0"/>
                <a:ea typeface="微软雅黑" panose="020B0503020204020204" charset="-122"/>
                <a:sym typeface="+mn-ea"/>
              </a:rPr>
              <a:t>电动势的Nernst方程</a:t>
            </a:r>
            <a:endParaRPr lang="zh-CN" altLang="en-US" sz="2800" b="1" dirty="0">
              <a:solidFill>
                <a:srgbClr val="0000FF"/>
              </a:solidFill>
              <a:latin typeface="Arial" panose="020B0604020202020204" pitchFamily="34" charset="0"/>
              <a:ea typeface="微软雅黑" panose="020B0503020204020204" charset="-122"/>
              <a:sym typeface="+mn-ea"/>
            </a:endParaRPr>
          </a:p>
        </p:txBody>
      </p:sp>
      <p:sp>
        <p:nvSpPr>
          <p:cNvPr id="7" name="文本框 6"/>
          <p:cNvSpPr txBox="1"/>
          <p:nvPr>
            <p:custDataLst>
              <p:tags r:id="rId4"/>
            </p:custDataLst>
          </p:nvPr>
        </p:nvSpPr>
        <p:spPr>
          <a:xfrm>
            <a:off x="1115695" y="3645535"/>
            <a:ext cx="3440430" cy="518160"/>
          </a:xfrm>
          <a:prstGeom prst="rect">
            <a:avLst/>
          </a:prstGeom>
        </p:spPr>
        <p:txBody>
          <a:bodyPr>
            <a:noAutofit/>
          </a:bodyPr>
          <a:p>
            <a:r>
              <a:rPr lang="zh-CN" altLang="en-US" sz="2800">
                <a:latin typeface="+mj-ea"/>
                <a:ea typeface="+mj-ea"/>
              </a:rPr>
              <a:t>对于任何</a:t>
            </a:r>
            <a:r>
              <a:rPr lang="zh-CN" altLang="en-US" sz="2800" b="1">
                <a:solidFill>
                  <a:srgbClr val="0000FF"/>
                </a:solidFill>
                <a:latin typeface="+mj-ea"/>
                <a:ea typeface="+mj-ea"/>
              </a:rPr>
              <a:t>电池反应</a:t>
            </a:r>
            <a:r>
              <a:rPr lang="zh-CN" altLang="en-US" sz="2800">
                <a:latin typeface="+mj-ea"/>
                <a:ea typeface="+mj-ea"/>
              </a:rPr>
              <a:t>：</a:t>
            </a:r>
            <a:endParaRPr lang="zh-CN" altLang="en-US" sz="2800">
              <a:latin typeface="+mj-ea"/>
              <a:ea typeface="+mj-ea"/>
            </a:endParaRPr>
          </a:p>
        </p:txBody>
      </p:sp>
      <mc:AlternateContent xmlns:mc="http://schemas.openxmlformats.org/markup-compatibility/2006">
        <mc:Choice xmlns:a14="http://schemas.microsoft.com/office/drawing/2010/main" Requires="a14">
          <p:sp>
            <p:nvSpPr>
              <p:cNvPr id="8" name="文本框 7"/>
              <p:cNvSpPr txBox="1"/>
              <p:nvPr/>
            </p:nvSpPr>
            <p:spPr>
              <a:xfrm>
                <a:off x="4427791" y="3641979"/>
                <a:ext cx="3834765" cy="52197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charset="0"/>
                          <a:cs typeface="Cambria Math" panose="02040503050406030204" charset="0"/>
                        </a:rPr>
                        <m:t>𝒂</m:t>
                      </m:r>
                      <m:r>
                        <a:rPr lang="en-US" altLang="zh-CN" sz="2800" b="1" i="1">
                          <a:latin typeface="Cambria Math" panose="02040503050406030204" charset="0"/>
                          <a:cs typeface="Cambria Math" panose="02040503050406030204" charset="0"/>
                        </a:rPr>
                        <m:t> </m:t>
                      </m:r>
                      <m:r>
                        <a:rPr lang="en-US" altLang="zh-CN" sz="2800" b="1">
                          <a:latin typeface="Cambria Math" panose="02040503050406030204" charset="0"/>
                          <a:cs typeface="Cambria Math" panose="02040503050406030204" charset="0"/>
                        </a:rPr>
                        <m:t>𝐀</m:t>
                      </m:r>
                      <m:r>
                        <a:rPr lang="en-US" altLang="zh-CN" sz="2800" b="1" i="1">
                          <a:latin typeface="Cambria Math" panose="02040503050406030204" charset="0"/>
                          <a:cs typeface="Cambria Math" panose="02040503050406030204" charset="0"/>
                        </a:rPr>
                        <m:t> + </m:t>
                      </m:r>
                      <m:r>
                        <a:rPr lang="en-US" altLang="zh-CN" sz="2800" b="1" i="1">
                          <a:latin typeface="Cambria Math" panose="02040503050406030204" charset="0"/>
                          <a:cs typeface="Cambria Math" panose="02040503050406030204" charset="0"/>
                        </a:rPr>
                        <m:t>𝒃</m:t>
                      </m:r>
                      <m:r>
                        <a:rPr lang="en-US" altLang="zh-CN" sz="2800" b="1" i="1">
                          <a:latin typeface="Cambria Math" panose="02040503050406030204" charset="0"/>
                          <a:cs typeface="Cambria Math" panose="02040503050406030204" charset="0"/>
                        </a:rPr>
                        <m:t> </m:t>
                      </m:r>
                      <m:r>
                        <a:rPr lang="en-US" altLang="zh-CN" sz="2800" b="1">
                          <a:latin typeface="Cambria Math" panose="02040503050406030204" charset="0"/>
                          <a:cs typeface="Cambria Math" panose="02040503050406030204" charset="0"/>
                        </a:rPr>
                        <m:t>𝐁</m:t>
                      </m:r>
                      <m:r>
                        <a:rPr lang="en-US" altLang="zh-CN" sz="2800" b="1" i="1">
                          <a:latin typeface="Cambria Math" panose="02040503050406030204" charset="0"/>
                          <a:cs typeface="Cambria Math" panose="02040503050406030204" charset="0"/>
                        </a:rPr>
                        <m:t>= </m:t>
                      </m:r>
                      <m:r>
                        <a:rPr lang="en-US" altLang="zh-CN" sz="2800" b="1" i="1">
                          <a:latin typeface="Cambria Math" panose="02040503050406030204" charset="0"/>
                          <a:cs typeface="Cambria Math" panose="02040503050406030204" charset="0"/>
                        </a:rPr>
                        <m:t>𝒄</m:t>
                      </m:r>
                      <m:r>
                        <a:rPr lang="en-US" altLang="zh-CN" sz="2800" b="1" i="1">
                          <a:latin typeface="Cambria Math" panose="02040503050406030204" charset="0"/>
                          <a:cs typeface="Cambria Math" panose="02040503050406030204" charset="0"/>
                        </a:rPr>
                        <m:t> </m:t>
                      </m:r>
                      <m:r>
                        <a:rPr lang="en-US" altLang="zh-CN" sz="2800" b="1">
                          <a:latin typeface="Cambria Math" panose="02040503050406030204" charset="0"/>
                          <a:cs typeface="Cambria Math" panose="02040503050406030204" charset="0"/>
                        </a:rPr>
                        <m:t>𝐂</m:t>
                      </m:r>
                      <m:r>
                        <a:rPr lang="en-US" altLang="zh-CN" sz="2800" b="1" i="1">
                          <a:latin typeface="Cambria Math" panose="02040503050406030204" charset="0"/>
                          <a:cs typeface="Cambria Math" panose="02040503050406030204" charset="0"/>
                        </a:rPr>
                        <m:t> + </m:t>
                      </m:r>
                      <m:r>
                        <a:rPr lang="en-US" altLang="zh-CN" sz="2800" b="1" i="1">
                          <a:latin typeface="Cambria Math" panose="02040503050406030204" charset="0"/>
                          <a:cs typeface="Cambria Math" panose="02040503050406030204" charset="0"/>
                        </a:rPr>
                        <m:t>𝒅</m:t>
                      </m:r>
                      <m:r>
                        <a:rPr lang="en-US" altLang="zh-CN" sz="2800" b="1" i="1">
                          <a:latin typeface="Cambria Math" panose="02040503050406030204" charset="0"/>
                          <a:cs typeface="Cambria Math" panose="02040503050406030204" charset="0"/>
                        </a:rPr>
                        <m:t> </m:t>
                      </m:r>
                      <m:r>
                        <a:rPr lang="en-US" altLang="zh-CN" sz="2800" b="1">
                          <a:latin typeface="Cambria Math" panose="02040503050406030204" charset="0"/>
                          <a:cs typeface="Cambria Math" panose="02040503050406030204" charset="0"/>
                        </a:rPr>
                        <m:t>𝐃</m:t>
                      </m:r>
                    </m:oMath>
                  </m:oMathPara>
                </a14:m>
                <a:endParaRPr lang="zh-CN" altLang="en-US" sz="2800" b="1"/>
              </a:p>
            </p:txBody>
          </p:sp>
        </mc:Choice>
        <mc:Fallback>
          <p:sp>
            <p:nvSpPr>
              <p:cNvPr id="8" name="文本框 7"/>
              <p:cNvSpPr txBox="1">
                <a:spLocks noRot="1" noChangeAspect="1" noMove="1" noResize="1" noEditPoints="1" noAdjustHandles="1" noChangeArrowheads="1" noChangeShapeType="1" noTextEdit="1"/>
              </p:cNvSpPr>
              <p:nvPr/>
            </p:nvSpPr>
            <p:spPr>
              <a:xfrm>
                <a:off x="4427791" y="3641979"/>
                <a:ext cx="3834765" cy="521970"/>
              </a:xfrm>
              <a:prstGeom prst="rect">
                <a:avLst/>
              </a:prstGeom>
              <a:blipFill rotWithShape="1">
                <a:blip r:embed="rId5"/>
                <a:stretch>
                  <a:fillRect l="-15" t="-49" r="-4208"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36894" y="4436999"/>
                <a:ext cx="8683625" cy="106299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2800" b="1" i="1">
                          <a:solidFill>
                            <a:schemeClr val="tx2"/>
                          </a:solidFill>
                          <a:latin typeface="Cambria Math" panose="02040503050406030204" charset="0"/>
                          <a:ea typeface="微软雅黑" panose="020B0503020204020204" charset="-122"/>
                          <a:cs typeface="Cambria Math" panose="02040503050406030204" charset="0"/>
                        </a:rPr>
                        <m:t>𝑬</m:t>
                      </m:r>
                      <m:r>
                        <a:rPr lang="en-US" altLang="zh-CN" sz="2800" b="1" i="1">
                          <a:latin typeface="Cambria Math" panose="02040503050406030204" charset="0"/>
                          <a:ea typeface="MS Mincho" charset="0"/>
                          <a:cs typeface="Cambria Math" panose="02040503050406030204" charset="0"/>
                        </a:rPr>
                        <m:t>=</m:t>
                      </m:r>
                      <m:sSup>
                        <m:sSupPr>
                          <m:ctrlPr>
                            <a:rPr lang="en-US" altLang="zh-CN" sz="2800" i="1">
                              <a:latin typeface="Cambria Math" panose="02040503050406030204" charset="0"/>
                              <a:ea typeface="微软雅黑" panose="020B0503020204020204" charset="-122"/>
                              <a:cs typeface="Cambria Math" panose="02040503050406030204" charset="0"/>
                            </a:rPr>
                          </m:ctrlPr>
                        </m:sSupPr>
                        <m:e>
                          <m:r>
                            <a:rPr lang="en-US" altLang="zh-CN" sz="2800" i="1">
                              <a:latin typeface="Cambria Math" panose="02040503050406030204" charset="0"/>
                              <a:ea typeface="微软雅黑" panose="020B0503020204020204" charset="-122"/>
                              <a:cs typeface="Cambria Math" panose="02040503050406030204" charset="0"/>
                            </a:rPr>
                            <m:t>𝐸</m:t>
                          </m:r>
                        </m:e>
                        <m:sup>
                          <m:r>
                            <a:rPr lang="en-US" altLang="zh-CN" sz="2800" i="1">
                              <a:latin typeface="Cambria Math" panose="02040503050406030204" charset="0"/>
                              <a:ea typeface="MS Mincho" charset="0"/>
                              <a:cs typeface="Cambria Math" panose="02040503050406030204" charset="0"/>
                            </a:rPr>
                            <m:t>+</m:t>
                          </m:r>
                        </m:sup>
                      </m:sSup>
                      <m:r>
                        <a:rPr lang="en-US" altLang="zh-CN" sz="2800" i="1">
                          <a:latin typeface="Cambria Math" panose="02040503050406030204" charset="0"/>
                          <a:ea typeface="MS Mincho" charset="0"/>
                          <a:cs typeface="Cambria Math" panose="02040503050406030204" charset="0"/>
                        </a:rPr>
                        <m:t>−</m:t>
                      </m:r>
                      <m:sSup>
                        <m:sSupPr>
                          <m:ctrlPr>
                            <a:rPr lang="en-US" altLang="zh-CN" sz="2800" i="1">
                              <a:latin typeface="Cambria Math" panose="02040503050406030204" charset="0"/>
                              <a:ea typeface="微软雅黑" panose="020B0503020204020204" charset="-122"/>
                              <a:cs typeface="Cambria Math" panose="02040503050406030204" charset="0"/>
                            </a:rPr>
                          </m:ctrlPr>
                        </m:sSupPr>
                        <m:e>
                          <m:r>
                            <a:rPr lang="en-US" altLang="zh-CN" sz="2800" i="1">
                              <a:latin typeface="Cambria Math" panose="02040503050406030204" charset="0"/>
                              <a:ea typeface="微软雅黑" panose="020B0503020204020204" charset="-122"/>
                              <a:cs typeface="Cambria Math" panose="02040503050406030204" charset="0"/>
                            </a:rPr>
                            <m:t>𝐸</m:t>
                          </m:r>
                        </m:e>
                        <m:sup>
                          <m:r>
                            <a:rPr lang="en-US" altLang="zh-CN" sz="2800" i="1">
                              <a:latin typeface="Cambria Math" panose="02040503050406030204" charset="0"/>
                              <a:ea typeface="MS Mincho" charset="0"/>
                              <a:cs typeface="Cambria Math" panose="02040503050406030204" charset="0"/>
                            </a:rPr>
                            <m:t>−</m:t>
                          </m:r>
                        </m:sup>
                      </m:sSup>
                      <m:r>
                        <a:rPr lang="en-US" altLang="zh-CN" sz="2800" b="1" i="1">
                          <a:latin typeface="Cambria Math" panose="02040503050406030204" charset="0"/>
                          <a:ea typeface="MS Mincho" charset="0"/>
                          <a:cs typeface="Cambria Math" panose="02040503050406030204" charset="0"/>
                        </a:rPr>
                        <m:t>= </m:t>
                      </m:r>
                      <m:sSup>
                        <m:sSupPr>
                          <m:ctrlPr>
                            <a:rPr lang="en-US" altLang="zh-CN" sz="2800" b="1" i="1">
                              <a:solidFill>
                                <a:schemeClr val="tx2"/>
                              </a:solidFill>
                              <a:latin typeface="Cambria Math" panose="02040503050406030204" charset="0"/>
                              <a:ea typeface="微软雅黑" panose="020B0503020204020204" charset="-122"/>
                              <a:cs typeface="Cambria Math" panose="02040503050406030204" charset="0"/>
                            </a:rPr>
                          </m:ctrlPr>
                        </m:sSupPr>
                        <m:e>
                          <m:r>
                            <a:rPr lang="en-US" altLang="zh-CN" sz="2800" b="1" i="1">
                              <a:solidFill>
                                <a:schemeClr val="tx2"/>
                              </a:solidFill>
                              <a:latin typeface="Cambria Math" panose="02040503050406030204" charset="0"/>
                              <a:ea typeface="微软雅黑" panose="020B0503020204020204" charset="-122"/>
                              <a:cs typeface="Cambria Math" panose="02040503050406030204" charset="0"/>
                            </a:rPr>
                            <m:t>𝑬</m:t>
                          </m:r>
                        </m:e>
                        <m:sup>
                          <m:r>
                            <a:rPr lang="en-US" altLang="zh-CN" sz="2800" b="1" i="1">
                              <a:solidFill>
                                <a:schemeClr val="tx2"/>
                              </a:solidFill>
                              <a:latin typeface="Cambria Math" panose="02040503050406030204" charset="0"/>
                              <a:ea typeface="MS Mincho" charset="0"/>
                              <a:cs typeface="Cambria Math" panose="02040503050406030204" charset="0"/>
                            </a:rPr>
                            <m:t>𝜽</m:t>
                          </m:r>
                        </m:sup>
                      </m:sSup>
                      <m:r>
                        <a:rPr lang="en-US" altLang="zh-CN" sz="2800" b="1" i="1">
                          <a:solidFill>
                            <a:schemeClr val="tx2"/>
                          </a:solidFill>
                          <a:latin typeface="Cambria Math" panose="02040503050406030204" charset="0"/>
                          <a:ea typeface="MS Mincho" charset="0"/>
                          <a:cs typeface="Cambria Math" panose="02040503050406030204" charset="0"/>
                        </a:rPr>
                        <m:t>−</m:t>
                      </m:r>
                      <m:f>
                        <m:fPr>
                          <m:ctrlPr>
                            <a:rPr lang="en-US" altLang="zh-CN" sz="2800" b="1" i="1">
                              <a:solidFill>
                                <a:schemeClr val="tx2"/>
                              </a:solidFill>
                              <a:latin typeface="Cambria Math" panose="02040503050406030204" charset="0"/>
                              <a:ea typeface="微软雅黑" panose="020B0503020204020204" charset="-122"/>
                              <a:cs typeface="Cambria Math" panose="02040503050406030204" charset="0"/>
                            </a:rPr>
                          </m:ctrlPr>
                        </m:fPr>
                        <m:num>
                          <m:r>
                            <a:rPr lang="en-US" altLang="zh-CN" sz="2800" b="1" i="1">
                              <a:solidFill>
                                <a:schemeClr val="tx2"/>
                              </a:solidFill>
                              <a:latin typeface="Cambria Math" panose="02040503050406030204" charset="0"/>
                              <a:ea typeface="微软雅黑" panose="020B0503020204020204" charset="-122"/>
                              <a:cs typeface="Cambria Math" panose="02040503050406030204" charset="0"/>
                            </a:rPr>
                            <m:t>𝑹𝑻</m:t>
                          </m:r>
                        </m:num>
                        <m:den>
                          <m:r>
                            <a:rPr lang="en-US" altLang="zh-CN" sz="2800" b="1" i="1">
                              <a:solidFill>
                                <a:schemeClr val="tx2"/>
                              </a:solidFill>
                              <a:latin typeface="Cambria Math" panose="02040503050406030204" charset="0"/>
                              <a:ea typeface="微软雅黑" panose="020B0503020204020204" charset="-122"/>
                              <a:cs typeface="Cambria Math" panose="02040503050406030204" charset="0"/>
                            </a:rPr>
                            <m:t>𝒛𝑭</m:t>
                          </m:r>
                        </m:den>
                      </m:f>
                      <m:r>
                        <a:rPr lang="en-US" altLang="zh-CN" sz="2800" b="1" i="1">
                          <a:solidFill>
                            <a:schemeClr val="tx2"/>
                          </a:solidFill>
                          <a:latin typeface="Cambria Math" panose="02040503050406030204" charset="0"/>
                          <a:ea typeface="微软雅黑" panose="020B0503020204020204" charset="-122"/>
                          <a:cs typeface="Cambria Math" panose="02040503050406030204" charset="0"/>
                        </a:rPr>
                        <m:t>𝒍𝒏</m:t>
                      </m:r>
                      <m:r>
                        <a:rPr lang="en-US" altLang="zh-CN" sz="2800" b="1" i="1">
                          <a:solidFill>
                            <a:schemeClr val="tx2"/>
                          </a:solidFill>
                          <a:latin typeface="Cambria Math" panose="02040503050406030204" charset="0"/>
                          <a:ea typeface="MS Mincho" charset="0"/>
                          <a:cs typeface="Cambria Math" panose="02040503050406030204" charset="0"/>
                        </a:rPr>
                        <m:t> </m:t>
                      </m:r>
                      <m:r>
                        <a:rPr lang="en-US" altLang="zh-CN" sz="2800" b="1" i="1">
                          <a:solidFill>
                            <a:schemeClr val="tx2"/>
                          </a:solidFill>
                          <a:latin typeface="Cambria Math" panose="02040503050406030204" charset="0"/>
                          <a:ea typeface="微软雅黑" panose="020B0503020204020204" charset="-122"/>
                          <a:cs typeface="Cambria Math" panose="02040503050406030204" charset="0"/>
                        </a:rPr>
                        <m:t>𝑸</m:t>
                      </m:r>
                      <m:r>
                        <a:rPr lang="en-US" altLang="zh-CN" sz="2800" b="1" i="1">
                          <a:latin typeface="Cambria Math" panose="02040503050406030204" charset="0"/>
                          <a:ea typeface="MS Mincho" charset="0"/>
                          <a:cs typeface="Cambria Math" panose="02040503050406030204" charset="0"/>
                        </a:rPr>
                        <m:t>=</m:t>
                      </m:r>
                      <m:sSup>
                        <m:sSupPr>
                          <m:ctrlPr>
                            <a:rPr lang="en-US" altLang="zh-CN" sz="2800" b="1" i="1">
                              <a:latin typeface="Cambria Math" panose="02040503050406030204" charset="0"/>
                              <a:ea typeface="微软雅黑" panose="020B0503020204020204" charset="-122"/>
                              <a:cs typeface="Cambria Math" panose="02040503050406030204" charset="0"/>
                            </a:rPr>
                          </m:ctrlPr>
                        </m:sSupPr>
                        <m:e>
                          <m:r>
                            <a:rPr lang="en-US" altLang="zh-CN" sz="2800" b="1" i="1">
                              <a:latin typeface="Cambria Math" panose="02040503050406030204" charset="0"/>
                              <a:ea typeface="微软雅黑" panose="020B0503020204020204" charset="-122"/>
                              <a:cs typeface="Cambria Math" panose="02040503050406030204" charset="0"/>
                            </a:rPr>
                            <m:t>𝑬</m:t>
                          </m:r>
                        </m:e>
                        <m:sup>
                          <m:r>
                            <a:rPr lang="en-US" altLang="zh-CN" sz="2800" b="1" i="1">
                              <a:latin typeface="Cambria Math" panose="02040503050406030204" charset="0"/>
                              <a:ea typeface="MS Mincho" charset="0"/>
                              <a:cs typeface="Cambria Math" panose="02040503050406030204" charset="0"/>
                            </a:rPr>
                            <m:t>𝜽</m:t>
                          </m:r>
                        </m:sup>
                      </m:sSup>
                      <m:r>
                        <a:rPr lang="en-US" altLang="zh-CN" sz="2800" b="1" i="1">
                          <a:latin typeface="Cambria Math" panose="02040503050406030204" charset="0"/>
                          <a:ea typeface="MS Mincho" charset="0"/>
                          <a:cs typeface="Cambria Math" panose="02040503050406030204" charset="0"/>
                        </a:rPr>
                        <m:t>−</m:t>
                      </m:r>
                      <m:f>
                        <m:fPr>
                          <m:ctrlPr>
                            <a:rPr lang="en-US" altLang="zh-CN" sz="2800" b="1" i="1">
                              <a:latin typeface="Cambria Math" panose="02040503050406030204" charset="0"/>
                              <a:ea typeface="微软雅黑" panose="020B0503020204020204" charset="-122"/>
                              <a:cs typeface="Cambria Math" panose="02040503050406030204" charset="0"/>
                            </a:rPr>
                          </m:ctrlPr>
                        </m:fPr>
                        <m:num>
                          <m:r>
                            <a:rPr lang="en-US" altLang="zh-CN" sz="2800" b="1" i="1">
                              <a:latin typeface="Cambria Math" panose="02040503050406030204" charset="0"/>
                              <a:ea typeface="微软雅黑" panose="020B0503020204020204" charset="-122"/>
                              <a:cs typeface="Cambria Math" panose="02040503050406030204" charset="0"/>
                            </a:rPr>
                            <m:t>𝑹𝑻</m:t>
                          </m:r>
                        </m:num>
                        <m:den>
                          <m:r>
                            <a:rPr lang="en-US" altLang="zh-CN" sz="2800" b="1" i="1">
                              <a:latin typeface="Cambria Math" panose="02040503050406030204" charset="0"/>
                              <a:ea typeface="微软雅黑" panose="020B0503020204020204" charset="-122"/>
                              <a:cs typeface="Cambria Math" panose="02040503050406030204" charset="0"/>
                            </a:rPr>
                            <m:t>𝒛𝑭</m:t>
                          </m:r>
                        </m:den>
                      </m:f>
                      <m:r>
                        <a:rPr lang="en-US" altLang="zh-CN" sz="2800" b="1" i="1">
                          <a:latin typeface="Cambria Math" panose="02040503050406030204" charset="0"/>
                          <a:ea typeface="微软雅黑" panose="020B0503020204020204" charset="-122"/>
                          <a:cs typeface="Cambria Math" panose="02040503050406030204" charset="0"/>
                        </a:rPr>
                        <m:t>𝒍𝒏</m:t>
                      </m:r>
                      <m:r>
                        <a:rPr lang="en-US" altLang="zh-CN" sz="2800" b="1" i="1">
                          <a:latin typeface="Cambria Math" panose="02040503050406030204" charset="0"/>
                          <a:ea typeface="MS Mincho" charset="0"/>
                          <a:cs typeface="Cambria Math" panose="02040503050406030204" charset="0"/>
                        </a:rPr>
                        <m:t> </m:t>
                      </m:r>
                      <m:f>
                        <m:fPr>
                          <m:ctrlPr>
                            <a:rPr lang="en-US" altLang="zh-CN" sz="2800" b="1" i="1">
                              <a:latin typeface="Cambria Math" panose="02040503050406030204" charset="0"/>
                              <a:ea typeface="微软雅黑" panose="020B0503020204020204" charset="-122"/>
                              <a:cs typeface="Cambria Math" panose="02040503050406030204" charset="0"/>
                            </a:rPr>
                          </m:ctrlPr>
                        </m:fPr>
                        <m:num>
                          <m:sSup>
                            <m:sSupPr>
                              <m:ctrlPr>
                                <a:rPr lang="en-US" altLang="zh-CN" sz="2800" b="1" i="1">
                                  <a:latin typeface="Cambria Math" panose="02040503050406030204" charset="0"/>
                                  <a:ea typeface="微软雅黑" panose="020B0503020204020204" charset="-122"/>
                                  <a:cs typeface="Cambria Math" panose="02040503050406030204" charset="0"/>
                                </a:rPr>
                              </m:ctrlPr>
                            </m:sSupPr>
                            <m:e>
                              <m:r>
                                <a:rPr lang="en-US" altLang="zh-CN" sz="2800" b="1" i="1">
                                  <a:latin typeface="Cambria Math" panose="02040503050406030204" charset="0"/>
                                  <a:ea typeface="MS Mincho" charset="0"/>
                                  <a:cs typeface="Cambria Math" panose="02040503050406030204" charset="0"/>
                                </a:rPr>
                                <m:t>[</m:t>
                              </m:r>
                              <m:r>
                                <a:rPr lang="en-US" altLang="zh-CN" sz="2800" b="1">
                                  <a:latin typeface="Cambria Math" panose="02040503050406030204" charset="0"/>
                                  <a:ea typeface="微软雅黑" panose="020B0503020204020204" charset="-122"/>
                                  <a:cs typeface="Cambria Math" panose="02040503050406030204" charset="0"/>
                                </a:rPr>
                                <m:t>𝐂</m:t>
                              </m:r>
                              <m:r>
                                <a:rPr lang="en-US" altLang="zh-CN" sz="2800" b="1" i="1">
                                  <a:latin typeface="Cambria Math" panose="02040503050406030204" charset="0"/>
                                  <a:ea typeface="MS Mincho" charset="0"/>
                                  <a:cs typeface="Cambria Math" panose="02040503050406030204" charset="0"/>
                                </a:rPr>
                                <m:t>]</m:t>
                              </m:r>
                            </m:e>
                            <m:sup>
                              <m:r>
                                <a:rPr lang="en-US" altLang="zh-CN" sz="2800" b="1" i="1">
                                  <a:latin typeface="Cambria Math" panose="02040503050406030204" charset="0"/>
                                  <a:ea typeface="微软雅黑" panose="020B0503020204020204" charset="-122"/>
                                  <a:cs typeface="Cambria Math" panose="02040503050406030204" charset="0"/>
                                </a:rPr>
                                <m:t>𝒄</m:t>
                              </m:r>
                            </m:sup>
                          </m:sSup>
                          <m:sSup>
                            <m:sSupPr>
                              <m:ctrlPr>
                                <a:rPr lang="en-US" altLang="zh-CN" sz="2800" b="1" i="1">
                                  <a:latin typeface="Cambria Math" panose="02040503050406030204" charset="0"/>
                                  <a:ea typeface="微软雅黑" panose="020B0503020204020204" charset="-122"/>
                                  <a:cs typeface="Cambria Math" panose="02040503050406030204" charset="0"/>
                                </a:rPr>
                              </m:ctrlPr>
                            </m:sSupPr>
                            <m:e>
                              <m:r>
                                <a:rPr lang="en-US" altLang="zh-CN" sz="2800" b="1" i="1">
                                  <a:latin typeface="Cambria Math" panose="02040503050406030204" charset="0"/>
                                  <a:ea typeface="MS Mincho" charset="0"/>
                                  <a:cs typeface="Cambria Math" panose="02040503050406030204" charset="0"/>
                                </a:rPr>
                                <m:t>[</m:t>
                              </m:r>
                              <m:r>
                                <a:rPr lang="en-US" altLang="zh-CN" sz="2800" b="1">
                                  <a:latin typeface="Cambria Math" panose="02040503050406030204" charset="0"/>
                                  <a:ea typeface="微软雅黑" panose="020B0503020204020204" charset="-122"/>
                                  <a:cs typeface="Cambria Math" panose="02040503050406030204" charset="0"/>
                                </a:rPr>
                                <m:t>𝐃</m:t>
                              </m:r>
                              <m:r>
                                <a:rPr lang="en-US" altLang="zh-CN" sz="2800" b="1" i="1">
                                  <a:latin typeface="Cambria Math" panose="02040503050406030204" charset="0"/>
                                  <a:ea typeface="MS Mincho" charset="0"/>
                                  <a:cs typeface="Cambria Math" panose="02040503050406030204" charset="0"/>
                                </a:rPr>
                                <m:t>]</m:t>
                              </m:r>
                            </m:e>
                            <m:sup>
                              <m:r>
                                <a:rPr lang="en-US" altLang="zh-CN" sz="2800" b="1" i="1">
                                  <a:latin typeface="Cambria Math" panose="02040503050406030204" charset="0"/>
                                  <a:ea typeface="微软雅黑" panose="020B0503020204020204" charset="-122"/>
                                  <a:cs typeface="Cambria Math" panose="02040503050406030204" charset="0"/>
                                </a:rPr>
                                <m:t>𝒅</m:t>
                              </m:r>
                            </m:sup>
                          </m:sSup>
                        </m:num>
                        <m:den>
                          <m:sSup>
                            <m:sSupPr>
                              <m:ctrlPr>
                                <a:rPr lang="en-US" altLang="zh-CN" sz="2800" b="1" i="1">
                                  <a:latin typeface="Cambria Math" panose="02040503050406030204" charset="0"/>
                                  <a:ea typeface="微软雅黑" panose="020B0503020204020204" charset="-122"/>
                                  <a:cs typeface="Cambria Math" panose="02040503050406030204" charset="0"/>
                                </a:rPr>
                              </m:ctrlPr>
                            </m:sSupPr>
                            <m:e>
                              <m:r>
                                <a:rPr lang="en-US" altLang="zh-CN" sz="2800" b="1" i="1">
                                  <a:latin typeface="Cambria Math" panose="02040503050406030204" charset="0"/>
                                  <a:ea typeface="MS Mincho" charset="0"/>
                                  <a:cs typeface="Cambria Math" panose="02040503050406030204" charset="0"/>
                                </a:rPr>
                                <m:t>[</m:t>
                              </m:r>
                              <m:r>
                                <a:rPr lang="en-US" altLang="zh-CN" sz="2800" b="1">
                                  <a:latin typeface="Cambria Math" panose="02040503050406030204" charset="0"/>
                                  <a:ea typeface="微软雅黑" panose="020B0503020204020204" charset="-122"/>
                                  <a:cs typeface="Cambria Math" panose="02040503050406030204" charset="0"/>
                                </a:rPr>
                                <m:t>𝐀</m:t>
                              </m:r>
                              <m:r>
                                <a:rPr lang="en-US" altLang="zh-CN" sz="2800" b="1" i="1">
                                  <a:latin typeface="Cambria Math" panose="02040503050406030204" charset="0"/>
                                  <a:ea typeface="MS Mincho" charset="0"/>
                                  <a:cs typeface="Cambria Math" panose="02040503050406030204" charset="0"/>
                                </a:rPr>
                                <m:t>]</m:t>
                              </m:r>
                            </m:e>
                            <m:sup>
                              <m:r>
                                <a:rPr lang="en-US" altLang="zh-CN" sz="2800" b="1" i="1">
                                  <a:latin typeface="Cambria Math" panose="02040503050406030204" charset="0"/>
                                  <a:ea typeface="微软雅黑" panose="020B0503020204020204" charset="-122"/>
                                  <a:cs typeface="Cambria Math" panose="02040503050406030204" charset="0"/>
                                </a:rPr>
                                <m:t>𝒂</m:t>
                              </m:r>
                            </m:sup>
                          </m:sSup>
                          <m:sSup>
                            <m:sSupPr>
                              <m:ctrlPr>
                                <a:rPr lang="en-US" altLang="zh-CN" sz="2800" b="1" i="1">
                                  <a:latin typeface="Cambria Math" panose="02040503050406030204" charset="0"/>
                                  <a:ea typeface="微软雅黑" panose="020B0503020204020204" charset="-122"/>
                                  <a:cs typeface="Cambria Math" panose="02040503050406030204" charset="0"/>
                                </a:rPr>
                              </m:ctrlPr>
                            </m:sSupPr>
                            <m:e>
                              <m:r>
                                <a:rPr lang="en-US" altLang="zh-CN" sz="2800" b="1" i="1">
                                  <a:latin typeface="Cambria Math" panose="02040503050406030204" charset="0"/>
                                  <a:ea typeface="MS Mincho" charset="0"/>
                                  <a:cs typeface="Cambria Math" panose="02040503050406030204" charset="0"/>
                                </a:rPr>
                                <m:t>[</m:t>
                              </m:r>
                              <m:r>
                                <a:rPr lang="en-US" altLang="zh-CN" sz="2800" b="1">
                                  <a:latin typeface="Cambria Math" panose="02040503050406030204" charset="0"/>
                                  <a:ea typeface="微软雅黑" panose="020B0503020204020204" charset="-122"/>
                                  <a:cs typeface="Cambria Math" panose="02040503050406030204" charset="0"/>
                                </a:rPr>
                                <m:t>𝐁</m:t>
                              </m:r>
                              <m:r>
                                <a:rPr lang="en-US" altLang="zh-CN" sz="2800" b="1" i="1">
                                  <a:latin typeface="Cambria Math" panose="02040503050406030204" charset="0"/>
                                  <a:ea typeface="MS Mincho" charset="0"/>
                                  <a:cs typeface="Cambria Math" panose="02040503050406030204" charset="0"/>
                                </a:rPr>
                                <m:t>]</m:t>
                              </m:r>
                            </m:e>
                            <m:sup>
                              <m:r>
                                <a:rPr lang="en-US" altLang="zh-CN" sz="2800" b="1" i="1">
                                  <a:latin typeface="Cambria Math" panose="02040503050406030204" charset="0"/>
                                  <a:ea typeface="微软雅黑" panose="020B0503020204020204" charset="-122"/>
                                  <a:cs typeface="Cambria Math" panose="02040503050406030204" charset="0"/>
                                </a:rPr>
                                <m:t>𝒃</m:t>
                              </m:r>
                            </m:sup>
                          </m:sSup>
                        </m:den>
                      </m:f>
                      <m:r>
                        <a:rPr lang="en-US" altLang="zh-CN" sz="2800" i="1">
                          <a:latin typeface="Cambria Math" panose="02040503050406030204" charset="0"/>
                          <a:ea typeface="MS Mincho" charset="0"/>
                          <a:cs typeface="Cambria Math" panose="02040503050406030204" charset="0"/>
                        </a:rPr>
                        <m:t>   </m:t>
                      </m:r>
                    </m:oMath>
                  </m:oMathPara>
                </a14:m>
                <a:endParaRPr lang="zh-CN" altLang="en-US" sz="2800">
                  <a:latin typeface="Arial" panose="020B0604020202020204" pitchFamily="34" charset="0"/>
                  <a:ea typeface="微软雅黑" panose="020B0503020204020204" charset="-122"/>
                  <a:cs typeface="Times New Roman" panose="020206030504050203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36894" y="4436999"/>
                <a:ext cx="8683625" cy="1062990"/>
              </a:xfrm>
              <a:prstGeom prst="rect">
                <a:avLst/>
              </a:prstGeom>
              <a:blipFill rotWithShape="1">
                <a:blip r:embed="rId6"/>
                <a:stretch>
                  <a:fillRect l="1" t="-24" r="7"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611505" y="1484630"/>
                <a:ext cx="5613400" cy="864870"/>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sSub>
                        <m:sSubPr>
                          <m:ctrlPr>
                            <a:rPr lang="en-US" altLang="zh-CN" sz="2800" b="1" i="1">
                              <a:solidFill>
                                <a:schemeClr val="tx2"/>
                              </a:solidFill>
                              <a:latin typeface="Cambria Math" panose="02040503050406030204" charset="0"/>
                              <a:cs typeface="Cambria Math" panose="02040503050406030204" charset="0"/>
                            </a:rPr>
                          </m:ctrlPr>
                        </m:sSubPr>
                        <m:e>
                          <m:r>
                            <a:rPr lang="en-US" altLang="zh-CN" sz="2800" b="1" i="1">
                              <a:solidFill>
                                <a:schemeClr val="tx2"/>
                              </a:solidFill>
                              <a:latin typeface="Cambria Math" panose="02040503050406030204" charset="0"/>
                              <a:cs typeface="Cambria Math" panose="02040503050406030204" charset="0"/>
                            </a:rPr>
                            <m:t>𝑬</m:t>
                          </m:r>
                        </m:e>
                        <m:sub>
                          <m:r>
                            <a:rPr lang="en-US" altLang="zh-CN" sz="2800" b="1" i="1">
                              <a:solidFill>
                                <a:schemeClr val="tx2"/>
                              </a:solidFill>
                              <a:latin typeface="Cambria Math" panose="02040503050406030204" charset="0"/>
                              <a:cs typeface="Cambria Math" panose="02040503050406030204" charset="0"/>
                            </a:rPr>
                            <m:t>𝑶</m:t>
                          </m:r>
                          <m:r>
                            <a:rPr lang="en-US" altLang="zh-CN" sz="2800" b="1" i="1">
                              <a:solidFill>
                                <a:schemeClr val="tx2"/>
                              </a:solidFill>
                              <a:latin typeface="Cambria Math" panose="02040503050406030204" charset="0"/>
                              <a:cs typeface="Cambria Math" panose="02040503050406030204" charset="0"/>
                            </a:rPr>
                            <m:t>/</m:t>
                          </m:r>
                          <m:r>
                            <a:rPr lang="en-US" altLang="zh-CN" sz="2800" b="1" i="1">
                              <a:solidFill>
                                <a:schemeClr val="tx2"/>
                              </a:solidFill>
                              <a:latin typeface="Cambria Math" panose="02040503050406030204" charset="0"/>
                              <a:cs typeface="Cambria Math" panose="02040503050406030204" charset="0"/>
                            </a:rPr>
                            <m:t>𝑹</m:t>
                          </m:r>
                        </m:sub>
                      </m:sSub>
                      <m:r>
                        <a:rPr lang="en-US" altLang="zh-CN" sz="2800" b="1" i="1">
                          <a:solidFill>
                            <a:schemeClr val="tx2"/>
                          </a:solidFill>
                          <a:latin typeface="Cambria Math" panose="02040503050406030204" charset="0"/>
                          <a:cs typeface="Cambria Math" panose="02040503050406030204" charset="0"/>
                        </a:rPr>
                        <m:t>= </m:t>
                      </m:r>
                      <m:sSubSup>
                        <m:sSubSupPr>
                          <m:ctrlPr>
                            <a:rPr lang="en-US" altLang="zh-CN" sz="2800" b="1" i="1">
                              <a:solidFill>
                                <a:schemeClr val="tx2"/>
                              </a:solidFill>
                              <a:latin typeface="Cambria Math" panose="02040503050406030204" charset="0"/>
                              <a:cs typeface="Cambria Math" panose="02040503050406030204" charset="0"/>
                            </a:rPr>
                          </m:ctrlPr>
                        </m:sSubSupPr>
                        <m:e>
                          <m:r>
                            <a:rPr lang="en-US" altLang="zh-CN" sz="2800" b="1" i="1">
                              <a:solidFill>
                                <a:schemeClr val="tx2"/>
                              </a:solidFill>
                              <a:latin typeface="Cambria Math" panose="02040503050406030204" charset="0"/>
                              <a:cs typeface="Cambria Math" panose="02040503050406030204" charset="0"/>
                            </a:rPr>
                            <m:t>𝑬</m:t>
                          </m:r>
                        </m:e>
                        <m:sub>
                          <m:r>
                            <a:rPr lang="en-US" altLang="zh-CN" sz="2800" b="1" i="1">
                              <a:solidFill>
                                <a:schemeClr val="tx2"/>
                              </a:solidFill>
                              <a:latin typeface="Cambria Math" panose="02040503050406030204" charset="0"/>
                              <a:cs typeface="Cambria Math" panose="02040503050406030204" charset="0"/>
                            </a:rPr>
                            <m:t>𝑶</m:t>
                          </m:r>
                          <m:r>
                            <a:rPr lang="en-US" altLang="zh-CN" sz="2800" b="1" i="1">
                              <a:solidFill>
                                <a:schemeClr val="tx2"/>
                              </a:solidFill>
                              <a:latin typeface="Cambria Math" panose="02040503050406030204" charset="0"/>
                              <a:cs typeface="Cambria Math" panose="02040503050406030204" charset="0"/>
                            </a:rPr>
                            <m:t>/</m:t>
                          </m:r>
                          <m:r>
                            <a:rPr lang="en-US" altLang="zh-CN" sz="2800" b="1" i="1">
                              <a:solidFill>
                                <a:schemeClr val="tx2"/>
                              </a:solidFill>
                              <a:latin typeface="Cambria Math" panose="02040503050406030204" charset="0"/>
                              <a:cs typeface="Cambria Math" panose="02040503050406030204" charset="0"/>
                            </a:rPr>
                            <m:t>𝑹</m:t>
                          </m:r>
                        </m:sub>
                        <m:sup>
                          <m:r>
                            <a:rPr lang="en-US" altLang="zh-CN" sz="2800" b="1">
                              <a:solidFill>
                                <a:schemeClr val="tx2"/>
                              </a:solidFill>
                              <a:latin typeface="Cambria Math" panose="02040503050406030204" charset="0"/>
                              <a:cs typeface="Cambria Math" panose="02040503050406030204" charset="0"/>
                            </a:rPr>
                            <m:t>𝛉</m:t>
                          </m:r>
                        </m:sup>
                      </m:sSubSup>
                      <m:r>
                        <a:rPr lang="en-US" altLang="zh-CN" sz="2800" b="1" i="1">
                          <a:solidFill>
                            <a:schemeClr val="tx2"/>
                          </a:solidFill>
                          <a:latin typeface="Cambria Math" panose="02040503050406030204" charset="0"/>
                          <a:cs typeface="Cambria Math" panose="02040503050406030204" charset="0"/>
                        </a:rPr>
                        <m:t>−</m:t>
                      </m:r>
                      <m:f>
                        <m:fPr>
                          <m:ctrlPr>
                            <a:rPr lang="en-US" altLang="zh-CN" sz="2800" b="1" i="1">
                              <a:solidFill>
                                <a:schemeClr val="tx2"/>
                              </a:solidFill>
                              <a:latin typeface="Cambria Math" panose="02040503050406030204" charset="0"/>
                              <a:cs typeface="Cambria Math" panose="02040503050406030204" charset="0"/>
                            </a:rPr>
                          </m:ctrlPr>
                        </m:fPr>
                        <m:num>
                          <m:r>
                            <a:rPr lang="en-US" altLang="zh-CN" sz="2800" b="1" i="1">
                              <a:solidFill>
                                <a:schemeClr val="tx2"/>
                              </a:solidFill>
                              <a:latin typeface="Cambria Math" panose="02040503050406030204" charset="0"/>
                              <a:cs typeface="Cambria Math" panose="02040503050406030204" charset="0"/>
                            </a:rPr>
                            <m:t>𝑹𝑻</m:t>
                          </m:r>
                        </m:num>
                        <m:den>
                          <m:r>
                            <a:rPr lang="en-US" altLang="zh-CN" sz="2800" b="1" i="1">
                              <a:solidFill>
                                <a:schemeClr val="tx2"/>
                              </a:solidFill>
                              <a:latin typeface="Cambria Math" panose="02040503050406030204" charset="0"/>
                              <a:cs typeface="Cambria Math" panose="02040503050406030204" charset="0"/>
                            </a:rPr>
                            <m:t>𝒛𝑭</m:t>
                          </m:r>
                        </m:den>
                      </m:f>
                      <m:r>
                        <a:rPr lang="en-US" altLang="zh-CN" sz="2800" b="1" i="1">
                          <a:solidFill>
                            <a:schemeClr val="tx2"/>
                          </a:solidFill>
                          <a:latin typeface="Cambria Math" panose="02040503050406030204" charset="0"/>
                          <a:cs typeface="Cambria Math" panose="02040503050406030204" charset="0"/>
                        </a:rPr>
                        <m:t> </m:t>
                      </m:r>
                      <m:r>
                        <a:rPr lang="en-US" altLang="zh-CN" sz="2800" b="1" i="1">
                          <a:solidFill>
                            <a:schemeClr val="tx2"/>
                          </a:solidFill>
                          <a:latin typeface="Cambria Math" panose="02040503050406030204" charset="0"/>
                          <a:cs typeface="Cambria Math" panose="02040503050406030204" charset="0"/>
                        </a:rPr>
                        <m:t>𝒍𝒏</m:t>
                      </m:r>
                      <m:r>
                        <a:rPr lang="en-US" altLang="zh-CN" sz="2800" b="1" i="1">
                          <a:solidFill>
                            <a:schemeClr val="tx2"/>
                          </a:solidFill>
                          <a:latin typeface="Cambria Math" panose="02040503050406030204" charset="0"/>
                          <a:cs typeface="Cambria Math" panose="02040503050406030204" charset="0"/>
                        </a:rPr>
                        <m:t> </m:t>
                      </m:r>
                      <m:r>
                        <a:rPr lang="en-US" altLang="zh-CN" sz="2800" b="1" i="1">
                          <a:solidFill>
                            <a:schemeClr val="tx2"/>
                          </a:solidFill>
                          <a:latin typeface="Cambria Math" panose="02040503050406030204" charset="0"/>
                          <a:cs typeface="Cambria Math" panose="02040503050406030204" charset="0"/>
                        </a:rPr>
                        <m:t>𝑸</m:t>
                      </m:r>
                      <m:r>
                        <a:rPr lang="en-US" altLang="zh-CN" sz="2800" i="1">
                          <a:latin typeface="Cambria Math" panose="02040503050406030204" charset="0"/>
                          <a:cs typeface="Cambria Math" panose="02040503050406030204" charset="0"/>
                        </a:rPr>
                        <m:t> =</m:t>
                      </m:r>
                      <m:sSubSup>
                        <m:sSubSupPr>
                          <m:ctrlPr>
                            <a:rPr lang="en-US" altLang="zh-CN" sz="2800" b="1" i="1">
                              <a:latin typeface="Cambria Math" panose="02040503050406030204" charset="0"/>
                              <a:cs typeface="Cambria Math" panose="02040503050406030204" charset="0"/>
                            </a:rPr>
                          </m:ctrlPr>
                        </m:sSubSupPr>
                        <m:e>
                          <m:r>
                            <a:rPr lang="en-US" altLang="zh-CN" sz="2800" b="1" i="1">
                              <a:latin typeface="Cambria Math" panose="02040503050406030204" charset="0"/>
                              <a:cs typeface="Cambria Math" panose="02040503050406030204" charset="0"/>
                            </a:rPr>
                            <m:t>𝑬</m:t>
                          </m:r>
                        </m:e>
                        <m:sub>
                          <m:r>
                            <a:rPr lang="en-US" altLang="zh-CN" sz="2800" b="1" i="1">
                              <a:latin typeface="Cambria Math" panose="02040503050406030204" charset="0"/>
                              <a:cs typeface="Cambria Math" panose="02040503050406030204" charset="0"/>
                            </a:rPr>
                            <m:t>𝑶</m:t>
                          </m:r>
                          <m:r>
                            <a:rPr lang="en-US" altLang="zh-CN" sz="2800" b="1" i="1">
                              <a:latin typeface="Cambria Math" panose="02040503050406030204" charset="0"/>
                              <a:cs typeface="Cambria Math" panose="02040503050406030204" charset="0"/>
                            </a:rPr>
                            <m:t>/</m:t>
                          </m:r>
                          <m:r>
                            <a:rPr lang="en-US" altLang="zh-CN" sz="2800" b="1" i="1">
                              <a:latin typeface="Cambria Math" panose="02040503050406030204" charset="0"/>
                              <a:cs typeface="Cambria Math" panose="02040503050406030204" charset="0"/>
                            </a:rPr>
                            <m:t>𝑹</m:t>
                          </m:r>
                        </m:sub>
                        <m:sup>
                          <m:r>
                            <a:rPr lang="en-US" altLang="zh-CN" sz="2800" b="1">
                              <a:latin typeface="Cambria Math" panose="02040503050406030204" charset="0"/>
                              <a:cs typeface="Cambria Math" panose="02040503050406030204" charset="0"/>
                            </a:rPr>
                            <m:t>𝛉</m:t>
                          </m:r>
                        </m:sup>
                      </m:sSubSup>
                      <m:r>
                        <a:rPr lang="en-US" altLang="zh-CN" sz="2800" b="1" i="1">
                          <a:latin typeface="Cambria Math" panose="02040503050406030204" charset="0"/>
                          <a:cs typeface="Cambria Math" panose="02040503050406030204" charset="0"/>
                        </a:rPr>
                        <m:t>−</m:t>
                      </m:r>
                      <m:r>
                        <a:rPr lang="en-US" altLang="zh-CN" sz="2800" b="1" i="1">
                          <a:latin typeface="Cambria Math" panose="02040503050406030204" charset="0"/>
                          <a:cs typeface="Cambria Math" panose="02040503050406030204" charset="0"/>
                        </a:rPr>
                        <m:t> </m:t>
                      </m:r>
                      <m:f>
                        <m:fPr>
                          <m:ctrlPr>
                            <a:rPr lang="en-US" altLang="zh-CN" sz="2800" b="1" i="1">
                              <a:latin typeface="Cambria Math" panose="02040503050406030204" charset="0"/>
                              <a:cs typeface="Cambria Math" panose="02040503050406030204" charset="0"/>
                            </a:rPr>
                          </m:ctrlPr>
                        </m:fPr>
                        <m:num>
                          <m:r>
                            <a:rPr lang="en-US" altLang="zh-CN" sz="2800" b="1" i="1">
                              <a:latin typeface="Cambria Math" panose="02040503050406030204" charset="0"/>
                              <a:cs typeface="Cambria Math" panose="02040503050406030204" charset="0"/>
                            </a:rPr>
                            <m:t>𝑹𝑻</m:t>
                          </m:r>
                        </m:num>
                        <m:den>
                          <m:r>
                            <a:rPr lang="en-US" altLang="zh-CN" sz="2800" b="1" i="1">
                              <a:latin typeface="Cambria Math" panose="02040503050406030204" charset="0"/>
                              <a:cs typeface="Cambria Math" panose="02040503050406030204" charset="0"/>
                            </a:rPr>
                            <m:t>𝒛</m:t>
                          </m:r>
                          <m:r>
                            <a:rPr lang="en-US" altLang="zh-CN" sz="2800" b="1" i="1">
                              <a:latin typeface="Cambria Math" panose="02040503050406030204" charset="0"/>
                              <a:cs typeface="Cambria Math" panose="02040503050406030204" charset="0"/>
                            </a:rPr>
                            <m:t>𝑭</m:t>
                          </m:r>
                        </m:den>
                      </m:f>
                      <m:r>
                        <a:rPr lang="en-US" altLang="zh-CN" sz="2800" b="1" i="1">
                          <a:latin typeface="Cambria Math" panose="02040503050406030204" charset="0"/>
                          <a:cs typeface="Cambria Math" panose="02040503050406030204" charset="0"/>
                        </a:rPr>
                        <m:t> </m:t>
                      </m:r>
                      <m:r>
                        <a:rPr lang="en-US" altLang="zh-CN" sz="2800" b="1" i="1">
                          <a:latin typeface="Cambria Math" panose="02040503050406030204" charset="0"/>
                          <a:cs typeface="Cambria Math" panose="02040503050406030204" charset="0"/>
                        </a:rPr>
                        <m:t>𝒍𝒏</m:t>
                      </m:r>
                      <m:r>
                        <a:rPr lang="en-US" altLang="zh-CN" sz="2800" b="1" i="1">
                          <a:latin typeface="Cambria Math" panose="02040503050406030204" charset="0"/>
                          <a:cs typeface="Cambria Math" panose="02040503050406030204" charset="0"/>
                        </a:rPr>
                        <m:t> </m:t>
                      </m:r>
                      <m:f>
                        <m:fPr>
                          <m:ctrlPr>
                            <a:rPr lang="en-US" altLang="zh-CN" sz="2800" b="1" i="1">
                              <a:latin typeface="Cambria Math" panose="02040503050406030204" charset="0"/>
                              <a:cs typeface="Cambria Math" panose="02040503050406030204" charset="0"/>
                            </a:rPr>
                          </m:ctrlPr>
                        </m:fPr>
                        <m:num>
                          <m:sSup>
                            <m:sSupPr>
                              <m:ctrlPr>
                                <a:rPr lang="en-US" altLang="zh-CN" sz="2800" b="1" i="1">
                                  <a:latin typeface="Cambria Math" panose="02040503050406030204" charset="0"/>
                                  <a:cs typeface="Cambria Math" panose="02040503050406030204" charset="0"/>
                                </a:rPr>
                              </m:ctrlPr>
                            </m:sSupPr>
                            <m:e>
                              <m:r>
                                <a:rPr lang="en-US" altLang="zh-CN" sz="2800" b="1" i="1">
                                  <a:latin typeface="Cambria Math" panose="02040503050406030204" charset="0"/>
                                  <a:cs typeface="Cambria Math" panose="02040503050406030204" charset="0"/>
                                </a:rPr>
                                <m:t>[</m:t>
                              </m:r>
                              <m:r>
                                <a:rPr lang="en-US" altLang="zh-CN" sz="2800" b="1" i="1">
                                  <a:latin typeface="Cambria Math" panose="02040503050406030204" charset="0"/>
                                  <a:cs typeface="Cambria Math" panose="02040503050406030204" charset="0"/>
                                </a:rPr>
                                <m:t>𝑹</m:t>
                              </m:r>
                              <m:r>
                                <a:rPr lang="en-US" altLang="zh-CN" sz="2800" b="1" i="1">
                                  <a:latin typeface="Cambria Math" panose="02040503050406030204" charset="0"/>
                                  <a:cs typeface="Cambria Math" panose="02040503050406030204" charset="0"/>
                                </a:rPr>
                                <m:t>]</m:t>
                              </m:r>
                            </m:e>
                            <m:sup>
                              <m:sSub>
                                <m:sSubPr>
                                  <m:ctrlPr>
                                    <a:rPr lang="en-US" altLang="zh-CN" sz="2800" b="1" i="1">
                                      <a:latin typeface="Cambria Math" panose="02040503050406030204" charset="0"/>
                                      <a:cs typeface="Cambria Math" panose="02040503050406030204" charset="0"/>
                                    </a:rPr>
                                  </m:ctrlPr>
                                </m:sSubPr>
                                <m:e>
                                  <m:r>
                                    <a:rPr lang="en-US" altLang="zh-CN" sz="2800" b="1" i="1">
                                      <a:latin typeface="Cambria Math" panose="02040503050406030204" charset="0"/>
                                      <a:cs typeface="Cambria Math" panose="02040503050406030204" charset="0"/>
                                    </a:rPr>
                                    <m:t>𝒗</m:t>
                                  </m:r>
                                </m:e>
                                <m:sub>
                                  <m:r>
                                    <a:rPr lang="en-US" altLang="zh-CN" sz="2800" b="1" i="1">
                                      <a:latin typeface="Cambria Math" panose="02040503050406030204" charset="0"/>
                                      <a:cs typeface="Cambria Math" panose="02040503050406030204" charset="0"/>
                                    </a:rPr>
                                    <m:t>𝑹</m:t>
                                  </m:r>
                                </m:sub>
                              </m:sSub>
                            </m:sup>
                          </m:sSup>
                        </m:num>
                        <m:den>
                          <m:sSup>
                            <m:sSupPr>
                              <m:ctrlPr>
                                <a:rPr lang="en-US" altLang="zh-CN" sz="2800" b="1" i="1">
                                  <a:latin typeface="Cambria Math" panose="02040503050406030204" charset="0"/>
                                  <a:cs typeface="Cambria Math" panose="02040503050406030204" charset="0"/>
                                </a:rPr>
                              </m:ctrlPr>
                            </m:sSupPr>
                            <m:e>
                              <m:r>
                                <a:rPr lang="en-US" altLang="zh-CN" sz="2800" b="1" i="1">
                                  <a:latin typeface="Cambria Math" panose="02040503050406030204" charset="0"/>
                                  <a:cs typeface="Cambria Math" panose="02040503050406030204" charset="0"/>
                                </a:rPr>
                                <m:t>[</m:t>
                              </m:r>
                              <m:r>
                                <a:rPr lang="en-US" altLang="zh-CN" sz="2800" b="1" i="1">
                                  <a:latin typeface="Cambria Math" panose="02040503050406030204" charset="0"/>
                                  <a:cs typeface="Cambria Math" panose="02040503050406030204" charset="0"/>
                                </a:rPr>
                                <m:t>𝑶</m:t>
                              </m:r>
                              <m:r>
                                <a:rPr lang="en-US" altLang="zh-CN" sz="2800" b="1" i="1">
                                  <a:latin typeface="Cambria Math" panose="02040503050406030204" charset="0"/>
                                  <a:cs typeface="Cambria Math" panose="02040503050406030204" charset="0"/>
                                </a:rPr>
                                <m:t>]</m:t>
                              </m:r>
                            </m:e>
                            <m:sup>
                              <m:sSub>
                                <m:sSubPr>
                                  <m:ctrlPr>
                                    <a:rPr lang="en-US" altLang="zh-CN" sz="2800" b="1" i="1">
                                      <a:latin typeface="Cambria Math" panose="02040503050406030204" charset="0"/>
                                      <a:cs typeface="Cambria Math" panose="02040503050406030204" charset="0"/>
                                    </a:rPr>
                                  </m:ctrlPr>
                                </m:sSubPr>
                                <m:e>
                                  <m:r>
                                    <a:rPr lang="en-US" altLang="zh-CN" sz="2800" b="1" i="1">
                                      <a:latin typeface="Cambria Math" panose="02040503050406030204" charset="0"/>
                                      <a:cs typeface="Cambria Math" panose="02040503050406030204" charset="0"/>
                                    </a:rPr>
                                    <m:t>𝒗</m:t>
                                  </m:r>
                                </m:e>
                                <m:sub>
                                  <m:r>
                                    <a:rPr lang="en-US" altLang="zh-CN" sz="2800" b="1" i="1">
                                      <a:latin typeface="Cambria Math" panose="02040503050406030204" charset="0"/>
                                      <a:cs typeface="Cambria Math" panose="02040503050406030204" charset="0"/>
                                    </a:rPr>
                                    <m:t>𝑶</m:t>
                                  </m:r>
                                </m:sub>
                              </m:sSub>
                            </m:sup>
                          </m:sSup>
                        </m:den>
                      </m:f>
                    </m:oMath>
                  </m:oMathPara>
                </a14:m>
                <a:endParaRPr lang="zh-CN" altLang="en-US" sz="2800" b="1"/>
              </a:p>
            </p:txBody>
          </p:sp>
        </mc:Choice>
        <mc:Fallback>
          <p:sp>
            <p:nvSpPr>
              <p:cNvPr id="10" name="文本框 9"/>
              <p:cNvSpPr txBox="1">
                <a:spLocks noRot="1" noChangeAspect="1" noMove="1" noResize="1" noEditPoints="1" noAdjustHandles="1" noChangeArrowheads="1" noChangeShapeType="1" noTextEdit="1"/>
              </p:cNvSpPr>
              <p:nvPr/>
            </p:nvSpPr>
            <p:spPr>
              <a:xfrm>
                <a:off x="611505" y="1484630"/>
                <a:ext cx="5613400" cy="864870"/>
              </a:xfrm>
              <a:prstGeom prst="rect">
                <a:avLst/>
              </a:prstGeom>
              <a:blipFill rotWithShape="1">
                <a:blip r:embed="rId7"/>
                <a:stretch>
                  <a:fillRect r="-37557" b="-778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4572000" y="836930"/>
                <a:ext cx="3513455" cy="578485"/>
              </a:xfrm>
              <a:prstGeom prst="rect">
                <a:avLst/>
              </a:prstGeom>
              <a:noFill/>
            </p:spPr>
            <p:txBody>
              <a:bodyPr wrap="square" rtlCol="0">
                <a:noAutofit/>
              </a:bodyPr>
              <a:p>
                <a14:m>
                  <m:oMath xmlns:m="http://schemas.openxmlformats.org/officeDocument/2006/math">
                    <m:sSub>
                      <m:sSubPr>
                        <m:ctrlPr>
                          <a:rPr lang="en-US" altLang="zh-CN" sz="2800" b="1" i="1">
                            <a:latin typeface="Cambria Math" panose="02040503050406030204" charset="0"/>
                            <a:cs typeface="Cambria Math" panose="02040503050406030204" charset="0"/>
                          </a:rPr>
                        </m:ctrlPr>
                      </m:sSubPr>
                      <m:e>
                        <m:r>
                          <a:rPr lang="en-US" altLang="zh-CN" sz="2800" b="1" i="1">
                            <a:latin typeface="Cambria Math" panose="02040503050406030204" charset="0"/>
                            <a:cs typeface="Cambria Math" panose="02040503050406030204" charset="0"/>
                          </a:rPr>
                          <m:t>𝒗</m:t>
                        </m:r>
                      </m:e>
                      <m:sub>
                        <m:r>
                          <a:rPr lang="en-US" altLang="zh-CN" sz="2800" b="1" i="1">
                            <a:latin typeface="Cambria Math" panose="02040503050406030204" charset="0"/>
                            <a:cs typeface="Cambria Math" panose="02040503050406030204" charset="0"/>
                          </a:rPr>
                          <m:t>𝑶</m:t>
                        </m:r>
                      </m:sub>
                    </m:sSub>
                    <m:r>
                      <a:rPr lang="en-US" altLang="zh-CN" sz="2800" b="1">
                        <a:latin typeface="Cambria Math" panose="02040503050406030204" charset="0"/>
                        <a:cs typeface="Cambria Math" panose="02040503050406030204" charset="0"/>
                      </a:rPr>
                      <m:t>𝐎</m:t>
                    </m:r>
                  </m:oMath>
                </a14:m>
                <a:r>
                  <a:rPr lang="en-US" altLang="zh-CN" sz="2800" b="1"/>
                  <a:t> + z </a:t>
                </a:r>
                <a14:m>
                  <m:oMath xmlns:m="http://schemas.openxmlformats.org/officeDocument/2006/math">
                    <m:sSup>
                      <m:sSupPr>
                        <m:ctrlPr>
                          <a:rPr lang="en-US" altLang="zh-CN" sz="2800" b="1" i="1">
                            <a:latin typeface="Cambria Math" panose="02040503050406030204" charset="0"/>
                            <a:cs typeface="Cambria Math" panose="02040503050406030204" charset="0"/>
                          </a:rPr>
                        </m:ctrlPr>
                      </m:sSupPr>
                      <m:e>
                        <m:r>
                          <a:rPr lang="en-US" altLang="zh-CN" sz="2800" b="1" i="1">
                            <a:latin typeface="Cambria Math" panose="02040503050406030204" charset="0"/>
                            <a:cs typeface="Cambria Math" panose="02040503050406030204" charset="0"/>
                          </a:rPr>
                          <m:t>𝒆</m:t>
                        </m:r>
                      </m:e>
                      <m:sup>
                        <m:r>
                          <a:rPr lang="en-US" altLang="zh-CN" sz="2800" b="1" i="1">
                            <a:latin typeface="Cambria Math" panose="02040503050406030204" charset="0"/>
                            <a:cs typeface="Cambria Math" panose="02040503050406030204" charset="0"/>
                          </a:rPr>
                          <m:t>−</m:t>
                        </m:r>
                      </m:sup>
                    </m:sSup>
                    <m:r>
                      <a:rPr lang="en-US" altLang="zh-CN" sz="2800" b="1" i="1">
                        <a:latin typeface="Cambria Math" panose="02040503050406030204" charset="0"/>
                        <a:cs typeface="Cambria Math" panose="02040503050406030204" charset="0"/>
                      </a:rPr>
                      <m:t>→ </m:t>
                    </m:r>
                    <m:sSub>
                      <m:sSubPr>
                        <m:ctrlPr>
                          <a:rPr lang="en-US" altLang="zh-CN" sz="2800" b="1" i="1">
                            <a:latin typeface="Cambria Math" panose="02040503050406030204" charset="0"/>
                            <a:cs typeface="Cambria Math" panose="02040503050406030204" charset="0"/>
                          </a:rPr>
                        </m:ctrlPr>
                      </m:sSubPr>
                      <m:e>
                        <m:r>
                          <a:rPr lang="en-US" altLang="zh-CN" sz="2800" b="1" i="1">
                            <a:latin typeface="Cambria Math" panose="02040503050406030204" charset="0"/>
                            <a:cs typeface="Cambria Math" panose="02040503050406030204" charset="0"/>
                          </a:rPr>
                          <m:t>𝒗</m:t>
                        </m:r>
                      </m:e>
                      <m:sub>
                        <m:r>
                          <a:rPr lang="en-US" altLang="zh-CN" sz="2800" b="1" i="1">
                            <a:latin typeface="Cambria Math" panose="02040503050406030204" charset="0"/>
                            <a:cs typeface="Cambria Math" panose="02040503050406030204" charset="0"/>
                          </a:rPr>
                          <m:t>𝑹</m:t>
                        </m:r>
                      </m:sub>
                    </m:sSub>
                    <m:r>
                      <a:rPr lang="en-US" altLang="zh-CN" sz="2800" b="1">
                        <a:latin typeface="Cambria Math" panose="02040503050406030204" charset="0"/>
                        <a:cs typeface="Cambria Math" panose="02040503050406030204" charset="0"/>
                      </a:rPr>
                      <m:t>𝐑</m:t>
                    </m:r>
                  </m:oMath>
                </a14:m>
                <a:endParaRPr lang="en-US" altLang="zh-CN" sz="2800" b="1"/>
              </a:p>
            </p:txBody>
          </p:sp>
        </mc:Choice>
        <mc:Fallback>
          <p:sp>
            <p:nvSpPr>
              <p:cNvPr id="12" name="文本框 11"/>
              <p:cNvSpPr txBox="1">
                <a:spLocks noRot="1" noChangeAspect="1" noMove="1" noResize="1" noEditPoints="1" noAdjustHandles="1" noChangeArrowheads="1" noChangeShapeType="1" noTextEdit="1"/>
              </p:cNvSpPr>
              <p:nvPr/>
            </p:nvSpPr>
            <p:spPr>
              <a:xfrm>
                <a:off x="4572000" y="836930"/>
                <a:ext cx="3513455" cy="578485"/>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921000" y="44450"/>
            <a:ext cx="4004310" cy="469900"/>
          </a:xfrm>
          <a:prstGeom prst="rect">
            <a:avLst/>
          </a:prstGeom>
        </p:spPr>
        <p:txBody>
          <a:bodyPr>
            <a:noAutofit/>
          </a:bodyPr>
          <a:p>
            <a:pPr marL="0" indent="0" algn="l"/>
            <a:r>
              <a:rPr lang="zh-CN" altLang="en-US" sz="3600" b="0" i="0">
                <a:solidFill>
                  <a:srgbClr val="333333"/>
                </a:solidFill>
                <a:latin typeface="Arial" panose="020B0604020202020204" pitchFamily="34" charset="0"/>
                <a:ea typeface="微软雅黑" panose="020B0503020204020204" charset="-122"/>
              </a:rPr>
              <a:t>反应商（</a:t>
            </a:r>
            <a:r>
              <a:rPr lang="en-US" altLang="zh-CN" sz="3600" b="0" i="0">
                <a:solidFill>
                  <a:srgbClr val="333333"/>
                </a:solidFill>
                <a:latin typeface="Arial" panose="020B0604020202020204" pitchFamily="34" charset="0"/>
                <a:ea typeface="微软雅黑" panose="020B0503020204020204" charset="-122"/>
              </a:rPr>
              <a:t>Q</a:t>
            </a:r>
            <a:r>
              <a:rPr lang="zh-CN" altLang="en-US" sz="3600" b="0" i="0">
                <a:solidFill>
                  <a:srgbClr val="333333"/>
                </a:solidFill>
                <a:latin typeface="Arial" panose="020B0604020202020204" pitchFamily="34" charset="0"/>
                <a:ea typeface="微软雅黑" panose="020B0503020204020204" charset="-122"/>
              </a:rPr>
              <a:t>）</a:t>
            </a:r>
            <a:endParaRPr lang="zh-CN" altLang="en-US" sz="3600" b="0" i="0">
              <a:solidFill>
                <a:srgbClr val="333333"/>
              </a:solidFill>
              <a:latin typeface="Arial" panose="020B0604020202020204" pitchFamily="34" charset="0"/>
              <a:ea typeface="微软雅黑" panose="020B0503020204020204" charset="-122"/>
            </a:endParaRPr>
          </a:p>
        </p:txBody>
      </p:sp>
      <p:sp>
        <p:nvSpPr>
          <p:cNvPr id="3" name="文本框 2"/>
          <p:cNvSpPr txBox="1"/>
          <p:nvPr/>
        </p:nvSpPr>
        <p:spPr>
          <a:xfrm>
            <a:off x="323850" y="692785"/>
            <a:ext cx="7513320" cy="1464945"/>
          </a:xfrm>
          <a:prstGeom prst="rect">
            <a:avLst/>
          </a:prstGeom>
          <a:noFill/>
        </p:spPr>
        <p:txBody>
          <a:bodyPr wrap="square" rtlCol="0" anchor="t">
            <a:noAutofit/>
          </a:bodyPr>
          <a:p>
            <a:r>
              <a:rPr lang="zh-CN" altLang="en-US" sz="2400">
                <a:latin typeface="微软雅黑" panose="020B0503020204020204" charset="-122"/>
                <a:ea typeface="微软雅黑" panose="020B0503020204020204" charset="-122"/>
                <a:cs typeface="微软雅黑" panose="020B0503020204020204" charset="-122"/>
              </a:rPr>
              <a:t>反应商（</a:t>
            </a:r>
            <a:r>
              <a:rPr lang="en-US" altLang="zh-CN" sz="2400">
                <a:latin typeface="微软雅黑" panose="020B0503020204020204" charset="-122"/>
                <a:ea typeface="微软雅黑" panose="020B0503020204020204" charset="-122"/>
                <a:cs typeface="微软雅黑" panose="020B0503020204020204" charset="-122"/>
              </a:rPr>
              <a:t>Q</a:t>
            </a:r>
            <a:r>
              <a:rPr lang="zh-CN" altLang="en-US" sz="2400">
                <a:latin typeface="微软雅黑" panose="020B0503020204020204" charset="-122"/>
                <a:ea typeface="微软雅黑" panose="020B0503020204020204" charset="-122"/>
                <a:cs typeface="微软雅黑" panose="020B0503020204020204" charset="-122"/>
              </a:rPr>
              <a:t>）是描述化学反应进程的关键参数，其定义为反应物与产物瞬时活度（浓度或分压）幂次方的比值，幂次方由反应计量系数确定</a:t>
            </a:r>
            <a:r>
              <a:rPr lang="en-US" altLang="zh-CN" sz="2400">
                <a:latin typeface="微软雅黑" panose="020B0503020204020204" charset="-122"/>
                <a:ea typeface="微软雅黑" panose="020B0503020204020204" charset="-122"/>
                <a:cs typeface="微软雅黑" panose="020B0503020204020204" charset="-122"/>
              </a:rPr>
              <a:t>‌</a:t>
            </a:r>
            <a:r>
              <a:rPr lang="zh-CN" altLang="en-US" sz="2400">
                <a:latin typeface="微软雅黑" panose="020B0503020204020204" charset="-122"/>
                <a:ea typeface="微软雅黑" panose="020B0503020204020204" charset="-122"/>
                <a:cs typeface="微软雅黑" panose="020B0503020204020204" charset="-122"/>
              </a:rPr>
              <a:t>。</a:t>
            </a:r>
            <a:endParaRPr lang="zh-CN" altLang="en-US" sz="2400">
              <a:latin typeface="微软雅黑" panose="020B0503020204020204" charset="-122"/>
              <a:ea typeface="微软雅黑" panose="020B0503020204020204" charset="-122"/>
              <a:cs typeface="微软雅黑" panose="020B0503020204020204" charset="-122"/>
            </a:endParaRPr>
          </a:p>
          <a:p>
            <a:endParaRPr lang="en-US" altLang="zh-CN" sz="2400">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395605" y="1988503"/>
            <a:ext cx="5080000" cy="829945"/>
          </a:xfrm>
          <a:prstGeom prst="rect">
            <a:avLst/>
          </a:prstGeom>
        </p:spPr>
        <p:txBody>
          <a:bodyPr>
            <a:spAutoFit/>
          </a:bodyPr>
          <a:p>
            <a:pPr marL="0" indent="0" algn="l">
              <a:spcBef>
                <a:spcPct val="0"/>
              </a:spcBef>
              <a:spcAft>
                <a:spcPct val="0"/>
              </a:spcAft>
            </a:pPr>
            <a:r>
              <a:rPr lang="en-US" altLang="zh-CN" sz="2400" b="1" i="0">
                <a:solidFill>
                  <a:srgbClr val="333333"/>
                </a:solidFill>
                <a:latin typeface="Arial" panose="020B0604020202020204" pitchFamily="34" charset="0"/>
                <a:ea typeface="微软雅黑" panose="020B0503020204020204" charset="-122"/>
              </a:rPr>
              <a:t>1. </a:t>
            </a:r>
            <a:r>
              <a:rPr lang="zh-CN" altLang="en-US" sz="2400" b="1" i="0">
                <a:solidFill>
                  <a:srgbClr val="333333"/>
                </a:solidFill>
                <a:latin typeface="Arial" panose="020B0604020202020204" pitchFamily="34" charset="0"/>
                <a:ea typeface="微软雅黑" panose="020B0503020204020204" charset="-122"/>
              </a:rPr>
              <a:t>表达式：</a:t>
            </a:r>
            <a:endParaRPr lang="zh-CN" altLang="en-US" sz="2400" b="1" i="0">
              <a:solidFill>
                <a:srgbClr val="333333"/>
              </a:solidFill>
              <a:latin typeface="Arial" panose="020B0604020202020204" pitchFamily="34" charset="0"/>
              <a:ea typeface="微软雅黑" panose="020B0503020204020204" charset="-122"/>
            </a:endParaRPr>
          </a:p>
          <a:p>
            <a:pPr marL="0" indent="0" algn="l">
              <a:spcBef>
                <a:spcPct val="0"/>
              </a:spcBef>
              <a:spcAft>
                <a:spcPct val="0"/>
              </a:spcAft>
            </a:pPr>
            <a:r>
              <a:rPr lang="zh-CN" altLang="en-US" sz="2400" b="0" i="0">
                <a:solidFill>
                  <a:srgbClr val="333333"/>
                </a:solidFill>
                <a:latin typeface="Arial" panose="020B0604020202020204" pitchFamily="34" charset="0"/>
                <a:ea typeface="微软雅黑" panose="020B0503020204020204" charset="-122"/>
              </a:rPr>
              <a:t>对于反应</a:t>
            </a:r>
            <a:endParaRPr lang="en-US" altLang="zh-CN" sz="2400" b="0" i="1">
              <a:solidFill>
                <a:srgbClr val="333333"/>
              </a:solidFill>
              <a:latin typeface="Arial" panose="020B0604020202020204" pitchFamily="34" charset="0"/>
              <a:ea typeface="微软雅黑" panose="020B0503020204020204" charset="-122"/>
            </a:endParaRPr>
          </a:p>
        </p:txBody>
      </p:sp>
      <mc:AlternateContent xmlns:mc="http://schemas.openxmlformats.org/markup-compatibility/2006">
        <mc:Choice xmlns:a14="http://schemas.microsoft.com/office/drawing/2010/main" Requires="a14">
          <p:sp>
            <p:nvSpPr>
              <p:cNvPr id="7" name="文本框 6"/>
              <p:cNvSpPr txBox="1"/>
              <p:nvPr/>
            </p:nvSpPr>
            <p:spPr>
              <a:xfrm>
                <a:off x="1187450" y="2379980"/>
                <a:ext cx="4572000" cy="460375"/>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sz="2400" b="1" i="1">
                          <a:latin typeface="Cambria Math" panose="02040503050406030204" charset="0"/>
                          <a:cs typeface="Cambria Math" panose="02040503050406030204" charset="0"/>
                        </a:rPr>
                        <m:t>𝒂</m:t>
                      </m:r>
                      <m:r>
                        <a:rPr lang="en-US" altLang="zh-CN" sz="2400" b="1" i="1">
                          <a:latin typeface="Cambria Math" panose="02040503050406030204" charset="0"/>
                          <a:cs typeface="Cambria Math" panose="02040503050406030204" charset="0"/>
                        </a:rPr>
                        <m:t> </m:t>
                      </m:r>
                      <m:r>
                        <a:rPr lang="en-US" altLang="zh-CN" sz="2400" b="1">
                          <a:latin typeface="Cambria Math" panose="02040503050406030204" charset="0"/>
                          <a:cs typeface="Cambria Math" panose="02040503050406030204" charset="0"/>
                        </a:rPr>
                        <m:t>𝐀</m:t>
                      </m:r>
                      <m:r>
                        <a:rPr lang="en-US" altLang="zh-CN" sz="2400" b="1" i="1">
                          <a:latin typeface="Cambria Math" panose="02040503050406030204" charset="0"/>
                          <a:cs typeface="Cambria Math" panose="02040503050406030204" charset="0"/>
                        </a:rPr>
                        <m:t> + </m:t>
                      </m:r>
                      <m:r>
                        <a:rPr lang="en-US" altLang="zh-CN" sz="2400" b="1" i="1">
                          <a:latin typeface="Cambria Math" panose="02040503050406030204" charset="0"/>
                          <a:cs typeface="Cambria Math" panose="02040503050406030204" charset="0"/>
                        </a:rPr>
                        <m:t>𝒃</m:t>
                      </m:r>
                      <m:r>
                        <a:rPr lang="en-US" altLang="zh-CN" sz="2400" b="1" i="1">
                          <a:latin typeface="Cambria Math" panose="02040503050406030204" charset="0"/>
                          <a:cs typeface="Cambria Math" panose="02040503050406030204" charset="0"/>
                        </a:rPr>
                        <m:t> </m:t>
                      </m:r>
                      <m:r>
                        <a:rPr lang="en-US" altLang="zh-CN" sz="2400" b="1">
                          <a:latin typeface="Cambria Math" panose="02040503050406030204" charset="0"/>
                          <a:cs typeface="Cambria Math" panose="02040503050406030204" charset="0"/>
                        </a:rPr>
                        <m:t>𝐁</m:t>
                      </m:r>
                      <m:r>
                        <a:rPr lang="en-US" altLang="zh-CN" sz="2400" b="1" i="1">
                          <a:latin typeface="Cambria Math" panose="02040503050406030204" charset="0"/>
                          <a:cs typeface="Cambria Math" panose="02040503050406030204" charset="0"/>
                        </a:rPr>
                        <m:t>↔ </m:t>
                      </m:r>
                      <m:r>
                        <a:rPr lang="en-US" altLang="zh-CN" sz="2400" b="1" i="1">
                          <a:latin typeface="Cambria Math" panose="02040503050406030204" charset="0"/>
                          <a:cs typeface="Cambria Math" panose="02040503050406030204" charset="0"/>
                        </a:rPr>
                        <m:t>𝒄</m:t>
                      </m:r>
                      <m:r>
                        <a:rPr lang="en-US" altLang="zh-CN" sz="2400" b="1" i="1">
                          <a:latin typeface="Cambria Math" panose="02040503050406030204" charset="0"/>
                          <a:cs typeface="Cambria Math" panose="02040503050406030204" charset="0"/>
                        </a:rPr>
                        <m:t> </m:t>
                      </m:r>
                      <m:r>
                        <a:rPr lang="en-US" altLang="zh-CN" sz="2400" b="1">
                          <a:latin typeface="Cambria Math" panose="02040503050406030204" charset="0"/>
                          <a:cs typeface="Cambria Math" panose="02040503050406030204" charset="0"/>
                        </a:rPr>
                        <m:t>𝐂</m:t>
                      </m:r>
                      <m:r>
                        <a:rPr lang="en-US" altLang="zh-CN" sz="2400" b="1" i="1">
                          <a:latin typeface="Cambria Math" panose="02040503050406030204" charset="0"/>
                          <a:cs typeface="Cambria Math" panose="02040503050406030204" charset="0"/>
                        </a:rPr>
                        <m:t> + </m:t>
                      </m:r>
                      <m:r>
                        <a:rPr lang="en-US" altLang="zh-CN" sz="2400" b="1" i="1">
                          <a:latin typeface="Cambria Math" panose="02040503050406030204" charset="0"/>
                          <a:cs typeface="Cambria Math" panose="02040503050406030204" charset="0"/>
                        </a:rPr>
                        <m:t>𝒅</m:t>
                      </m:r>
                      <m:r>
                        <a:rPr lang="en-US" altLang="zh-CN" sz="2400" b="1" i="1">
                          <a:latin typeface="Cambria Math" panose="02040503050406030204" charset="0"/>
                          <a:cs typeface="Cambria Math" panose="02040503050406030204" charset="0"/>
                        </a:rPr>
                        <m:t> </m:t>
                      </m:r>
                      <m:r>
                        <a:rPr lang="en-US" altLang="zh-CN" sz="2400" b="1">
                          <a:latin typeface="Cambria Math" panose="02040503050406030204" charset="0"/>
                          <a:cs typeface="Cambria Math" panose="02040503050406030204" charset="0"/>
                        </a:rPr>
                        <m:t>𝐃</m:t>
                      </m:r>
                    </m:oMath>
                  </m:oMathPara>
                </a14:m>
                <a:endParaRPr lang="en-US" altLang="zh-CN" sz="2400" b="1">
                  <a:latin typeface="Cambria Math" panose="02040503050406030204" charset="0"/>
                  <a:cs typeface="Cambria Math" panose="02040503050406030204"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1187450" y="2379980"/>
                <a:ext cx="4572000" cy="46037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5580380" y="1917065"/>
                <a:ext cx="2857500" cy="106299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sz="2800" b="1" i="1">
                          <a:solidFill>
                            <a:schemeClr val="tx1"/>
                          </a:solidFill>
                          <a:latin typeface="Cambria Math" panose="02040503050406030204" charset="0"/>
                          <a:ea typeface="微软雅黑" panose="020B0503020204020204" charset="-122"/>
                          <a:cs typeface="Cambria Math" panose="02040503050406030204" charset="0"/>
                        </a:rPr>
                        <m:t>𝑸</m:t>
                      </m:r>
                      <m:r>
                        <a:rPr lang="en-US" altLang="zh-CN" sz="2800" b="1" i="1">
                          <a:latin typeface="Cambria Math" panose="02040503050406030204" charset="0"/>
                          <a:ea typeface="MS Mincho" charset="0"/>
                          <a:cs typeface="Cambria Math" panose="02040503050406030204" charset="0"/>
                        </a:rPr>
                        <m:t>=</m:t>
                      </m:r>
                      <m:f>
                        <m:fPr>
                          <m:ctrlPr>
                            <a:rPr lang="en-US" altLang="zh-CN" sz="2800" b="1" i="1">
                              <a:latin typeface="Cambria Math" panose="02040503050406030204" charset="0"/>
                              <a:ea typeface="微软雅黑" panose="020B0503020204020204" charset="-122"/>
                              <a:cs typeface="Cambria Math" panose="02040503050406030204" charset="0"/>
                            </a:rPr>
                          </m:ctrlPr>
                        </m:fPr>
                        <m:num>
                          <m:sSup>
                            <m:sSupPr>
                              <m:ctrlPr>
                                <a:rPr lang="en-US" altLang="zh-CN" sz="2800" b="1" i="1">
                                  <a:latin typeface="Cambria Math" panose="02040503050406030204" charset="0"/>
                                  <a:ea typeface="微软雅黑" panose="020B0503020204020204" charset="-122"/>
                                  <a:cs typeface="Cambria Math" panose="02040503050406030204" charset="0"/>
                                </a:rPr>
                              </m:ctrlPr>
                            </m:sSupPr>
                            <m:e>
                              <m:r>
                                <a:rPr lang="en-US" altLang="zh-CN" sz="2800" b="1" i="1">
                                  <a:latin typeface="Cambria Math" panose="02040503050406030204" charset="0"/>
                                  <a:ea typeface="MS Mincho" charset="0"/>
                                  <a:cs typeface="Cambria Math" panose="02040503050406030204" charset="0"/>
                                </a:rPr>
                                <m:t>[</m:t>
                              </m:r>
                              <m:r>
                                <a:rPr lang="en-US" altLang="zh-CN" sz="2800" b="1">
                                  <a:latin typeface="Cambria Math" panose="02040503050406030204" charset="0"/>
                                  <a:ea typeface="微软雅黑" panose="020B0503020204020204" charset="-122"/>
                                  <a:cs typeface="Cambria Math" panose="02040503050406030204" charset="0"/>
                                </a:rPr>
                                <m:t>𝐂</m:t>
                              </m:r>
                              <m:r>
                                <a:rPr lang="en-US" altLang="zh-CN" sz="2800" b="1" i="1">
                                  <a:latin typeface="Cambria Math" panose="02040503050406030204" charset="0"/>
                                  <a:ea typeface="MS Mincho" charset="0"/>
                                  <a:cs typeface="Cambria Math" panose="02040503050406030204" charset="0"/>
                                </a:rPr>
                                <m:t>]</m:t>
                              </m:r>
                            </m:e>
                            <m:sup>
                              <m:r>
                                <a:rPr lang="en-US" altLang="zh-CN" sz="2800" b="1" i="1">
                                  <a:latin typeface="Cambria Math" panose="02040503050406030204" charset="0"/>
                                  <a:ea typeface="微软雅黑" panose="020B0503020204020204" charset="-122"/>
                                  <a:cs typeface="Cambria Math" panose="02040503050406030204" charset="0"/>
                                </a:rPr>
                                <m:t>𝒄</m:t>
                              </m:r>
                            </m:sup>
                          </m:sSup>
                          <m:sSup>
                            <m:sSupPr>
                              <m:ctrlPr>
                                <a:rPr lang="en-US" altLang="zh-CN" sz="2800" b="1" i="1">
                                  <a:latin typeface="Cambria Math" panose="02040503050406030204" charset="0"/>
                                  <a:ea typeface="微软雅黑" panose="020B0503020204020204" charset="-122"/>
                                  <a:cs typeface="Cambria Math" panose="02040503050406030204" charset="0"/>
                                </a:rPr>
                              </m:ctrlPr>
                            </m:sSupPr>
                            <m:e>
                              <m:r>
                                <a:rPr lang="en-US" altLang="zh-CN" sz="2800" b="1" i="1">
                                  <a:latin typeface="Cambria Math" panose="02040503050406030204" charset="0"/>
                                  <a:ea typeface="MS Mincho" charset="0"/>
                                  <a:cs typeface="Cambria Math" panose="02040503050406030204" charset="0"/>
                                </a:rPr>
                                <m:t>[</m:t>
                              </m:r>
                              <m:r>
                                <a:rPr lang="en-US" altLang="zh-CN" sz="2800" b="1">
                                  <a:latin typeface="Cambria Math" panose="02040503050406030204" charset="0"/>
                                  <a:ea typeface="微软雅黑" panose="020B0503020204020204" charset="-122"/>
                                  <a:cs typeface="Cambria Math" panose="02040503050406030204" charset="0"/>
                                </a:rPr>
                                <m:t>𝐃</m:t>
                              </m:r>
                              <m:r>
                                <a:rPr lang="en-US" altLang="zh-CN" sz="2800" b="1" i="1">
                                  <a:latin typeface="Cambria Math" panose="02040503050406030204" charset="0"/>
                                  <a:ea typeface="MS Mincho" charset="0"/>
                                  <a:cs typeface="Cambria Math" panose="02040503050406030204" charset="0"/>
                                </a:rPr>
                                <m:t>]</m:t>
                              </m:r>
                            </m:e>
                            <m:sup>
                              <m:r>
                                <a:rPr lang="en-US" altLang="zh-CN" sz="2800" b="1" i="1">
                                  <a:latin typeface="Cambria Math" panose="02040503050406030204" charset="0"/>
                                  <a:ea typeface="微软雅黑" panose="020B0503020204020204" charset="-122"/>
                                  <a:cs typeface="Cambria Math" panose="02040503050406030204" charset="0"/>
                                </a:rPr>
                                <m:t>𝒅</m:t>
                              </m:r>
                            </m:sup>
                          </m:sSup>
                        </m:num>
                        <m:den>
                          <m:sSup>
                            <m:sSupPr>
                              <m:ctrlPr>
                                <a:rPr lang="en-US" altLang="zh-CN" sz="2800" b="1" i="1">
                                  <a:latin typeface="Cambria Math" panose="02040503050406030204" charset="0"/>
                                  <a:ea typeface="微软雅黑" panose="020B0503020204020204" charset="-122"/>
                                  <a:cs typeface="Cambria Math" panose="02040503050406030204" charset="0"/>
                                </a:rPr>
                              </m:ctrlPr>
                            </m:sSupPr>
                            <m:e>
                              <m:r>
                                <a:rPr lang="en-US" altLang="zh-CN" sz="2800" b="1" i="1">
                                  <a:latin typeface="Cambria Math" panose="02040503050406030204" charset="0"/>
                                  <a:ea typeface="MS Mincho" charset="0"/>
                                  <a:cs typeface="Cambria Math" panose="02040503050406030204" charset="0"/>
                                </a:rPr>
                                <m:t>[</m:t>
                              </m:r>
                              <m:r>
                                <a:rPr lang="en-US" altLang="zh-CN" sz="2800" b="1">
                                  <a:latin typeface="Cambria Math" panose="02040503050406030204" charset="0"/>
                                  <a:ea typeface="微软雅黑" panose="020B0503020204020204" charset="-122"/>
                                  <a:cs typeface="Cambria Math" panose="02040503050406030204" charset="0"/>
                                </a:rPr>
                                <m:t>𝐀</m:t>
                              </m:r>
                              <m:r>
                                <a:rPr lang="en-US" altLang="zh-CN" sz="2800" b="1" i="1">
                                  <a:latin typeface="Cambria Math" panose="02040503050406030204" charset="0"/>
                                  <a:ea typeface="MS Mincho" charset="0"/>
                                  <a:cs typeface="Cambria Math" panose="02040503050406030204" charset="0"/>
                                </a:rPr>
                                <m:t>]</m:t>
                              </m:r>
                            </m:e>
                            <m:sup>
                              <m:r>
                                <a:rPr lang="en-US" altLang="zh-CN" sz="2800" b="1" i="1">
                                  <a:latin typeface="Cambria Math" panose="02040503050406030204" charset="0"/>
                                  <a:ea typeface="微软雅黑" panose="020B0503020204020204" charset="-122"/>
                                  <a:cs typeface="Cambria Math" panose="02040503050406030204" charset="0"/>
                                </a:rPr>
                                <m:t>𝒂</m:t>
                              </m:r>
                            </m:sup>
                          </m:sSup>
                          <m:sSup>
                            <m:sSupPr>
                              <m:ctrlPr>
                                <a:rPr lang="en-US" altLang="zh-CN" sz="2800" b="1" i="1">
                                  <a:latin typeface="Cambria Math" panose="02040503050406030204" charset="0"/>
                                  <a:ea typeface="微软雅黑" panose="020B0503020204020204" charset="-122"/>
                                  <a:cs typeface="Cambria Math" panose="02040503050406030204" charset="0"/>
                                </a:rPr>
                              </m:ctrlPr>
                            </m:sSupPr>
                            <m:e>
                              <m:r>
                                <a:rPr lang="en-US" altLang="zh-CN" sz="2800" b="1" i="1">
                                  <a:latin typeface="Cambria Math" panose="02040503050406030204" charset="0"/>
                                  <a:ea typeface="MS Mincho" charset="0"/>
                                  <a:cs typeface="Cambria Math" panose="02040503050406030204" charset="0"/>
                                </a:rPr>
                                <m:t>[</m:t>
                              </m:r>
                              <m:r>
                                <a:rPr lang="en-US" altLang="zh-CN" sz="2800" b="1">
                                  <a:latin typeface="Cambria Math" panose="02040503050406030204" charset="0"/>
                                  <a:ea typeface="微软雅黑" panose="020B0503020204020204" charset="-122"/>
                                  <a:cs typeface="Cambria Math" panose="02040503050406030204" charset="0"/>
                                </a:rPr>
                                <m:t>𝐁</m:t>
                              </m:r>
                              <m:r>
                                <a:rPr lang="en-US" altLang="zh-CN" sz="2800" b="1" i="1">
                                  <a:latin typeface="Cambria Math" panose="02040503050406030204" charset="0"/>
                                  <a:ea typeface="MS Mincho" charset="0"/>
                                  <a:cs typeface="Cambria Math" panose="02040503050406030204" charset="0"/>
                                </a:rPr>
                                <m:t>]</m:t>
                              </m:r>
                            </m:e>
                            <m:sup>
                              <m:r>
                                <a:rPr lang="en-US" altLang="zh-CN" sz="2800" b="1" i="1">
                                  <a:latin typeface="Cambria Math" panose="02040503050406030204" charset="0"/>
                                  <a:ea typeface="微软雅黑" panose="020B0503020204020204" charset="-122"/>
                                  <a:cs typeface="Cambria Math" panose="02040503050406030204" charset="0"/>
                                </a:rPr>
                                <m:t>𝒃</m:t>
                              </m:r>
                            </m:sup>
                          </m:sSup>
                        </m:den>
                      </m:f>
                      <m:r>
                        <a:rPr lang="en-US" altLang="zh-CN" sz="2800" b="1" i="1">
                          <a:latin typeface="Cambria Math" panose="02040503050406030204" charset="0"/>
                          <a:ea typeface="MS Mincho" charset="0"/>
                          <a:cs typeface="Cambria Math" panose="02040503050406030204" charset="0"/>
                        </a:rPr>
                        <m:t>   </m:t>
                      </m:r>
                    </m:oMath>
                  </m:oMathPara>
                </a14:m>
                <a:endParaRPr lang="en-US" altLang="zh-CN" sz="2800" b="1" i="1">
                  <a:latin typeface="Arial" panose="020B0604020202020204" pitchFamily="34" charset="0"/>
                  <a:ea typeface="微软雅黑" panose="020B0503020204020204" charset="-122"/>
                  <a:cs typeface="Cambria Math" panose="02040503050406030204"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5580380" y="1917065"/>
                <a:ext cx="2857500" cy="1062990"/>
              </a:xfrm>
              <a:prstGeom prst="rect">
                <a:avLst/>
              </a:prstGeom>
              <a:blipFill rotWithShape="1">
                <a:blip r:embed="rId2"/>
                <a:stretch>
                  <a:fillRect/>
                </a:stretch>
              </a:blipFill>
            </p:spPr>
            <p:txBody>
              <a:bodyPr/>
              <a:lstStyle/>
              <a:p>
                <a:r>
                  <a:rPr lang="zh-CN" altLang="en-US">
                    <a:noFill/>
                  </a:rPr>
                  <a:t> </a:t>
                </a:r>
              </a:p>
            </p:txBody>
          </p:sp>
        </mc:Fallback>
      </mc:AlternateContent>
      <p:sp>
        <p:nvSpPr>
          <p:cNvPr id="12" name="文本框 11"/>
          <p:cNvSpPr txBox="1"/>
          <p:nvPr/>
        </p:nvSpPr>
        <p:spPr>
          <a:xfrm>
            <a:off x="323850" y="4221480"/>
            <a:ext cx="5080000" cy="379730"/>
          </a:xfrm>
          <a:prstGeom prst="rect">
            <a:avLst/>
          </a:prstGeom>
        </p:spPr>
        <p:txBody>
          <a:bodyPr>
            <a:spAutoFit/>
          </a:bodyPr>
          <a:p>
            <a:pPr marL="0" indent="0" algn="l">
              <a:lnSpc>
                <a:spcPts val="2250"/>
              </a:lnSpc>
              <a:spcBef>
                <a:spcPts val="800"/>
              </a:spcBef>
              <a:spcAft>
                <a:spcPts val="400"/>
              </a:spcAft>
            </a:pPr>
            <a:r>
              <a:rPr lang="en-US" altLang="zh-CN" sz="2400" b="1" i="0">
                <a:solidFill>
                  <a:srgbClr val="333333"/>
                </a:solidFill>
                <a:latin typeface="Arial" panose="020B0604020202020204" pitchFamily="34" charset="0"/>
                <a:ea typeface="微软雅黑" panose="020B0503020204020204" charset="-122"/>
              </a:rPr>
              <a:t>2. ‌</a:t>
            </a:r>
            <a:r>
              <a:rPr lang="zh-CN" altLang="en-US" sz="2400" b="1" i="0">
                <a:solidFill>
                  <a:srgbClr val="333333"/>
                </a:solidFill>
                <a:latin typeface="Arial" panose="020B0604020202020204" pitchFamily="34" charset="0"/>
                <a:ea typeface="微软雅黑" panose="020B0503020204020204" charset="-122"/>
              </a:rPr>
              <a:t>与平衡常数（</a:t>
            </a:r>
            <a:r>
              <a:rPr lang="en-US" altLang="zh-CN" sz="2400" b="1" i="0">
                <a:solidFill>
                  <a:srgbClr val="333333"/>
                </a:solidFill>
                <a:latin typeface="Arial" panose="020B0604020202020204" pitchFamily="34" charset="0"/>
                <a:ea typeface="微软雅黑" panose="020B0503020204020204" charset="-122"/>
              </a:rPr>
              <a:t>K</a:t>
            </a:r>
            <a:r>
              <a:rPr lang="zh-CN" altLang="en-US" sz="2400" b="1" i="0">
                <a:solidFill>
                  <a:srgbClr val="333333"/>
                </a:solidFill>
                <a:latin typeface="Arial" panose="020B0604020202020204" pitchFamily="34" charset="0"/>
                <a:ea typeface="微软雅黑" panose="020B0503020204020204" charset="-122"/>
              </a:rPr>
              <a:t>）的关系</a:t>
            </a:r>
            <a:endParaRPr lang="zh-CN" altLang="en-US" sz="2400" b="1" i="0">
              <a:solidFill>
                <a:srgbClr val="333333"/>
              </a:solidFill>
              <a:latin typeface="Arial" panose="020B0604020202020204" pitchFamily="34" charset="0"/>
              <a:ea typeface="微软雅黑" panose="020B0503020204020204" charset="-122"/>
            </a:endParaRPr>
          </a:p>
        </p:txBody>
      </p:sp>
      <p:sp>
        <p:nvSpPr>
          <p:cNvPr id="13" name="文本框 12"/>
          <p:cNvSpPr txBox="1"/>
          <p:nvPr/>
        </p:nvSpPr>
        <p:spPr>
          <a:xfrm>
            <a:off x="1764030" y="4797425"/>
            <a:ext cx="7112635" cy="1568450"/>
          </a:xfrm>
          <a:prstGeom prst="rect">
            <a:avLst/>
          </a:prstGeom>
        </p:spPr>
        <p:txBody>
          <a:bodyPr wrap="square">
            <a:spAutoFit/>
          </a:bodyPr>
          <a:p>
            <a:pPr marL="0" indent="0">
              <a:spcBef>
                <a:spcPct val="0"/>
              </a:spcBef>
              <a:spcAft>
                <a:spcPct val="0"/>
              </a:spcAft>
            </a:pPr>
            <a:r>
              <a:rPr lang="zh-CN" altLang="en-US" sz="2400" b="0">
                <a:latin typeface="Arial" panose="020B0604020202020204" pitchFamily="34" charset="0"/>
                <a:ea typeface="微软雅黑" panose="020B0503020204020204" charset="-122"/>
              </a:rPr>
              <a:t>判断反应方向</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a:t>
            </a:r>
            <a:endParaRPr lang="zh-CN" altLang="en-US" sz="2400">
              <a:latin typeface="Arial" panose="020B0604020202020204" pitchFamily="34" charset="0"/>
              <a:ea typeface="微软雅黑" panose="020B0503020204020204" charset="-122"/>
            </a:endParaRPr>
          </a:p>
          <a:p>
            <a:pPr marL="0" indent="0">
              <a:spcBef>
                <a:spcPct val="0"/>
              </a:spcBef>
              <a:spcAft>
                <a:spcPct val="0"/>
              </a:spcAft>
              <a:buFont typeface="Arial" panose="020B0604020202020204"/>
              <a:buChar char="•"/>
            </a:pPr>
            <a:r>
              <a:rPr lang="en-US" altLang="zh-CN" sz="2400">
                <a:latin typeface="Arial" panose="020B0604020202020204" pitchFamily="34" charset="0"/>
                <a:ea typeface="微软雅黑" panose="020B0503020204020204" charset="-122"/>
              </a:rPr>
              <a:t>Q&lt;K</a:t>
            </a:r>
            <a:r>
              <a:rPr lang="zh-CN" altLang="en-US" sz="2400">
                <a:latin typeface="Arial" panose="020B0604020202020204" pitchFamily="34" charset="0"/>
                <a:ea typeface="微软雅黑" panose="020B0503020204020204" charset="-122"/>
              </a:rPr>
              <a:t>：正反应自发进行，平衡向生成物方向移动</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a:t>
            </a:r>
            <a:endParaRPr lang="zh-CN" altLang="en-US" sz="2400">
              <a:latin typeface="Arial" panose="020B0604020202020204" pitchFamily="34" charset="0"/>
              <a:ea typeface="微软雅黑" panose="020B0503020204020204" charset="-122"/>
            </a:endParaRPr>
          </a:p>
          <a:p>
            <a:pPr marL="0" indent="0">
              <a:spcBef>
                <a:spcPct val="0"/>
              </a:spcBef>
              <a:spcAft>
                <a:spcPct val="0"/>
              </a:spcAft>
              <a:buFont typeface="Arial" panose="020B0604020202020204"/>
              <a:buChar char="•"/>
            </a:pPr>
            <a:r>
              <a:rPr lang="en-US" altLang="zh-CN" sz="2400">
                <a:latin typeface="Arial" panose="020B0604020202020204" pitchFamily="34" charset="0"/>
                <a:ea typeface="微软雅黑" panose="020B0503020204020204" charset="-122"/>
              </a:rPr>
              <a:t>Q=K</a:t>
            </a:r>
            <a:r>
              <a:rPr lang="zh-CN" altLang="en-US" sz="2400">
                <a:latin typeface="Arial" panose="020B0604020202020204" pitchFamily="34" charset="0"/>
                <a:ea typeface="微软雅黑" panose="020B0503020204020204" charset="-122"/>
              </a:rPr>
              <a:t>：体系处于平衡状态，正逆反应速率相等</a:t>
            </a:r>
            <a:r>
              <a:rPr lang="en-US" altLang="zh-CN" sz="2400">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a:t>
            </a:r>
            <a:endParaRPr lang="zh-CN" altLang="en-US" sz="2400">
              <a:latin typeface="Arial" panose="020B0604020202020204" pitchFamily="34" charset="0"/>
              <a:ea typeface="微软雅黑" panose="020B0503020204020204" charset="-122"/>
            </a:endParaRPr>
          </a:p>
          <a:p>
            <a:pPr marL="0" indent="0" algn="l">
              <a:spcBef>
                <a:spcPct val="0"/>
              </a:spcBef>
              <a:spcAft>
                <a:spcPct val="0"/>
              </a:spcAft>
              <a:buFont typeface="Arial" panose="020B0604020202020204"/>
              <a:buChar char="•"/>
            </a:pPr>
            <a:r>
              <a:rPr lang="en-US" altLang="zh-CN" sz="2400" b="0">
                <a:solidFill>
                  <a:srgbClr val="333333"/>
                </a:solidFill>
                <a:latin typeface="Arial" panose="020B0604020202020204" pitchFamily="34" charset="0"/>
                <a:ea typeface="微软雅黑" panose="020B0503020204020204" charset="-122"/>
              </a:rPr>
              <a:t>Q&gt;K</a:t>
            </a:r>
            <a:r>
              <a:rPr lang="zh-CN" altLang="en-US" sz="2400" b="0" i="0">
                <a:solidFill>
                  <a:srgbClr val="333333"/>
                </a:solidFill>
                <a:latin typeface="Arial" panose="020B0604020202020204" pitchFamily="34" charset="0"/>
                <a:ea typeface="微软雅黑" panose="020B0503020204020204" charset="-122"/>
              </a:rPr>
              <a:t>：逆反应自发进行，平衡向反应物方向移动。</a:t>
            </a:r>
            <a:endParaRPr lang="zh-CN" altLang="en-US" sz="2400" b="0" i="0">
              <a:solidFill>
                <a:srgbClr val="333333"/>
              </a:solidFill>
              <a:latin typeface="Arial" panose="020B0604020202020204" pitchFamily="34" charset="0"/>
              <a:ea typeface="微软雅黑" panose="020B0503020204020204" charset="-122"/>
            </a:endParaRPr>
          </a:p>
        </p:txBody>
      </p:sp>
      <p:sp>
        <p:nvSpPr>
          <p:cNvPr id="4" name="文本框 3"/>
          <p:cNvSpPr txBox="1"/>
          <p:nvPr/>
        </p:nvSpPr>
        <p:spPr>
          <a:xfrm>
            <a:off x="539750" y="3198495"/>
            <a:ext cx="7994015" cy="460375"/>
          </a:xfrm>
          <a:prstGeom prst="rect">
            <a:avLst/>
          </a:prstGeom>
          <a:noFill/>
        </p:spPr>
        <p:txBody>
          <a:bodyPr wrap="square" rtlCol="0" anchor="t">
            <a:spAutoFit/>
          </a:bodyPr>
          <a:p>
            <a:r>
              <a:rPr lang="zh-CN" altLang="en-US" sz="2400">
                <a:latin typeface="微软雅黑" panose="020B0503020204020204" charset="-122"/>
                <a:ea typeface="微软雅黑" panose="020B0503020204020204" charset="-122"/>
                <a:cs typeface="微软雅黑" panose="020B0503020204020204" charset="-122"/>
                <a:sym typeface="+mn-ea"/>
              </a:rPr>
              <a:t>在</a:t>
            </a:r>
            <a:r>
              <a:rPr lang="zh-CN" altLang="en-US" sz="2400">
                <a:latin typeface="微软雅黑" panose="020B0503020204020204" charset="-122"/>
                <a:ea typeface="微软雅黑" panose="020B0503020204020204" charset="-122"/>
                <a:cs typeface="微软雅黑" panose="020B0503020204020204" charset="-122"/>
                <a:sym typeface="+mn-ea"/>
              </a:rPr>
              <a:t>溶液</a:t>
            </a:r>
            <a:r>
              <a:rPr lang="zh-CN" altLang="en-US" sz="2400">
                <a:latin typeface="微软雅黑" panose="020B0503020204020204" charset="-122"/>
                <a:ea typeface="微软雅黑" panose="020B0503020204020204" charset="-122"/>
                <a:cs typeface="微软雅黑" panose="020B0503020204020204" charset="-122"/>
                <a:sym typeface="+mn-ea"/>
              </a:rPr>
              <a:t>和气相中，反应商也分别称为和活度商和</a:t>
            </a:r>
            <a:r>
              <a:rPr lang="zh-CN" altLang="en-US" sz="2400">
                <a:latin typeface="微软雅黑" panose="020B0503020204020204" charset="-122"/>
                <a:ea typeface="微软雅黑" panose="020B0503020204020204" charset="-122"/>
                <a:cs typeface="微软雅黑" panose="020B0503020204020204" charset="-122"/>
                <a:sym typeface="+mn-ea"/>
              </a:rPr>
              <a:t>压力商</a:t>
            </a:r>
            <a:r>
              <a:rPr lang="en-US" altLang="zh-CN" sz="2400">
                <a:latin typeface="微软雅黑" panose="020B0503020204020204" charset="-122"/>
                <a:ea typeface="微软雅黑" panose="020B0503020204020204" charset="-122"/>
                <a:cs typeface="微软雅黑" panose="020B0503020204020204" charset="-122"/>
                <a:sym typeface="+mn-ea"/>
              </a:rPr>
              <a:t>‌</a:t>
            </a:r>
            <a:r>
              <a:rPr lang="zh-CN" altLang="en-US" sz="2400">
                <a:latin typeface="微软雅黑" panose="020B0503020204020204" charset="-122"/>
                <a:ea typeface="微软雅黑" panose="020B0503020204020204" charset="-122"/>
                <a:cs typeface="微软雅黑" panose="020B0503020204020204" charset="-122"/>
                <a:sym typeface="+mn-ea"/>
              </a:rPr>
              <a:t>。</a:t>
            </a:r>
            <a:endParaRPr lang="zh-CN" altLang="en-US" sz="240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4970" y="260985"/>
            <a:ext cx="3800475" cy="64770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142875" y="1347470"/>
            <a:ext cx="8858250" cy="416242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4970" y="260985"/>
            <a:ext cx="3800475" cy="64770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314325" y="1428750"/>
            <a:ext cx="8515350" cy="40005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4970" y="260985"/>
            <a:ext cx="3800475" cy="64770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394970" y="1268730"/>
            <a:ext cx="7580630" cy="1642745"/>
          </a:xfrm>
          <a:prstGeom prst="rect">
            <a:avLst/>
          </a:prstGeom>
        </p:spPr>
      </p:pic>
      <p:pic>
        <p:nvPicPr>
          <p:cNvPr id="5" name="图片 4"/>
          <p:cNvPicPr>
            <a:picLocks noChangeAspect="1"/>
          </p:cNvPicPr>
          <p:nvPr/>
        </p:nvPicPr>
        <p:blipFill>
          <a:blip r:embed="rId5"/>
          <a:stretch>
            <a:fillRect/>
          </a:stretch>
        </p:blipFill>
        <p:spPr>
          <a:xfrm>
            <a:off x="971550" y="3500755"/>
            <a:ext cx="8159750" cy="3155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51460" y="1628775"/>
            <a:ext cx="8343900" cy="351472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UNIT_PLACING_PICTURE_USER_VIEWPORT" val="{&quot;height&quot;:6645,&quot;width&quot;:10335}"/>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DIAGRAM_VIRTUALLY_FRAME" val="{&quot;height&quot;:318.65,&quot;left&quot;:36.85,&quot;top&quot;:9.2,&quot;width&quot;:680.45}"/>
</p:tagLst>
</file>

<file path=ppt/tags/tag44.xml><?xml version="1.0" encoding="utf-8"?>
<p:tagLst xmlns:p="http://schemas.openxmlformats.org/presentationml/2006/main">
  <p:tag name="KSO_WM_DIAGRAM_VIRTUALLY_FRAME" val="{&quot;height&quot;:318.65,&quot;left&quot;:36.85,&quot;top&quot;:9.2,&quot;width&quot;:680.45}"/>
</p:tagLst>
</file>

<file path=ppt/tags/tag45.xml><?xml version="1.0" encoding="utf-8"?>
<p:tagLst xmlns:p="http://schemas.openxmlformats.org/presentationml/2006/main">
  <p:tag name="KSO_WM_DIAGRAM_VIRTUALLY_FRAME" val="{&quot;height&quot;:318.65,&quot;left&quot;:36.85,&quot;top&quot;:9.2,&quot;width&quot;:680.45}"/>
</p:tagLst>
</file>

<file path=ppt/tags/tag46.xml><?xml version="1.0" encoding="utf-8"?>
<p:tagLst xmlns:p="http://schemas.openxmlformats.org/presentationml/2006/main">
  <p:tag name="KSO_WM_DIAGRAM_VIRTUALLY_FRAME" val="{&quot;height&quot;:318.65,&quot;left&quot;:36.85,&quot;top&quot;:9.2,&quot;width&quot;:680.45}"/>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PP_MARK_KEY" val="501aeaa4-d200-42a5-b726-68e8e8b733bf"/>
  <p:tag name="COMMONDATA" val="eyJoZGlkIjoiODIyZGQ3MzI3NDI1MDU1N2YyZWRhMDJkZThkMjhmMDYifQ=="/>
  <p:tag name="FULLTEXTBEAUTIFYED" val="1"/>
  <p:tag name="resource_record_key" val="{&quot;13&quot;:[4650186]}"/>
</p:tagLst>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Crayons</Template>
  <TotalTime>0</TotalTime>
  <Words>1967</Words>
  <Application>WPS 演示</Application>
  <PresentationFormat>全屏显示(4:3)</PresentationFormat>
  <Paragraphs>122</Paragraphs>
  <Slides>63</Slides>
  <Notes>0</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4</vt:i4>
      </vt:variant>
      <vt:variant>
        <vt:lpstr>幻灯片标题</vt:lpstr>
      </vt:variant>
      <vt:variant>
        <vt:i4>63</vt:i4>
      </vt:variant>
    </vt:vector>
  </HeadingPairs>
  <TitlesOfParts>
    <vt:vector size="85" baseType="lpstr">
      <vt:lpstr>Arial</vt:lpstr>
      <vt:lpstr>宋体</vt:lpstr>
      <vt:lpstr>Wingdings</vt:lpstr>
      <vt:lpstr>Comic Sans MS</vt:lpstr>
      <vt:lpstr>Calibri</vt:lpstr>
      <vt:lpstr>Times New Roman</vt:lpstr>
      <vt:lpstr>微软雅黑</vt:lpstr>
      <vt:lpstr>Arial Unicode MS</vt:lpstr>
      <vt:lpstr>Cambria Math</vt:lpstr>
      <vt:lpstr>MS Mincho</vt:lpstr>
      <vt:lpstr>Segoe Print</vt:lpstr>
      <vt:lpstr>Wingdings</vt:lpstr>
      <vt:lpstr>PingFang SC</vt:lpstr>
      <vt:lpstr>Arial</vt:lpstr>
      <vt:lpstr>katex_main</vt:lpstr>
      <vt:lpstr>KaTeX_Math</vt:lpstr>
      <vt:lpstr>Crayons</vt:lpstr>
      <vt:lpstr>1_Crayons</vt:lpstr>
      <vt:lpstr>Paint.Picture</vt:lpstr>
      <vt:lpstr>Word.Document.8</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电化学研究方法及实验</dc:title>
  <dc:creator>a</dc:creator>
  <cp:lastModifiedBy>无际</cp:lastModifiedBy>
  <cp:revision>132</cp:revision>
  <dcterms:created xsi:type="dcterms:W3CDTF">2008-04-21T01:26:00Z</dcterms:created>
  <dcterms:modified xsi:type="dcterms:W3CDTF">2025-10-10T00:27:00Z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14B357D0E8084C92B5E221E751F3CBCF</vt:lpwstr>
  </property>
  <property fmtid="{D5CDD505-2E9C-101B-9397-08002B2CF9AE}" pid="3" name="KSOProductBuildVer">
    <vt:lpwstr>2052-12.1.0.22529</vt:lpwstr>
  </property>
</Properties>
</file>