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1057" r:id="rId4"/>
    <p:sldId id="1058" r:id="rId5"/>
    <p:sldId id="1059" r:id="rId6"/>
    <p:sldId id="1060" r:id="rId7"/>
    <p:sldId id="1061" r:id="rId8"/>
    <p:sldId id="1062" r:id="rId9"/>
    <p:sldId id="1063" r:id="rId10"/>
    <p:sldId id="1064" r:id="rId11"/>
    <p:sldId id="1065" r:id="rId12"/>
    <p:sldId id="1067" r:id="rId13"/>
    <p:sldId id="1068" r:id="rId14"/>
    <p:sldId id="1066" r:id="rId15"/>
    <p:sldId id="1069" r:id="rId16"/>
    <p:sldId id="1070" r:id="rId17"/>
    <p:sldId id="1071" r:id="rId18"/>
    <p:sldId id="1072" r:id="rId19"/>
    <p:sldId id="1073" r:id="rId20"/>
    <p:sldId id="1074" r:id="rId21"/>
    <p:sldId id="1075" r:id="rId22"/>
    <p:sldId id="1076" r:id="rId23"/>
    <p:sldId id="1077" r:id="rId24"/>
    <p:sldId id="1078" r:id="rId25"/>
    <p:sldId id="1079" r:id="rId26"/>
    <p:sldId id="1080" r:id="rId27"/>
    <p:sldId id="1081" r:id="rId28"/>
    <p:sldId id="1082" r:id="rId29"/>
    <p:sldId id="1083" r:id="rId30"/>
    <p:sldId id="1084" r:id="rId31"/>
    <p:sldId id="1085" r:id="rId32"/>
    <p:sldId id="1086" r:id="rId33"/>
    <p:sldId id="1087" r:id="rId34"/>
    <p:sldId id="1088" r:id="rId35"/>
    <p:sldId id="1089" r:id="rId36"/>
    <p:sldId id="1090" r:id="rId37"/>
    <p:sldId id="1091" r:id="rId38"/>
    <p:sldId id="1092" r:id="rId39"/>
    <p:sldId id="1093" r:id="rId40"/>
    <p:sldId id="1094" r:id="rId41"/>
    <p:sldId id="1095" r:id="rId42"/>
    <p:sldId id="1096" r:id="rId43"/>
    <p:sldId id="1097" r:id="rId44"/>
  </p:sldIdLst>
  <p:sldSz cx="9144000" cy="6858000" type="screen4x3"/>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j" initials="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586" autoAdjust="0"/>
  </p:normalViewPr>
  <p:slideViewPr>
    <p:cSldViewPr snapToGrid="0">
      <p:cViewPr varScale="1">
        <p:scale>
          <a:sx n="81" d="100"/>
          <a:sy n="81" d="100"/>
        </p:scale>
        <p:origin x="1296" y="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gs" Target="tags/tag7.xml"/><Relationship Id="rId48" Type="http://schemas.openxmlformats.org/officeDocument/2006/relationships/commentAuthors" Target="commentAuthors.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5335"/>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135"/>
            </a:lvl1pPr>
            <a:lvl2pPr marL="406400" indent="0" algn="ctr">
              <a:buNone/>
              <a:defRPr sz="1780"/>
            </a:lvl2pPr>
            <a:lvl3pPr marL="812800" indent="0" algn="ctr">
              <a:buNone/>
              <a:defRPr sz="1600"/>
            </a:lvl3pPr>
            <a:lvl4pPr marL="1219200" indent="0" algn="ctr">
              <a:buNone/>
              <a:defRPr sz="1420"/>
            </a:lvl4pPr>
            <a:lvl5pPr marL="1625600" indent="0" algn="ctr">
              <a:buNone/>
              <a:defRPr sz="1420"/>
            </a:lvl5pPr>
            <a:lvl6pPr marL="2032000" indent="0" algn="ctr">
              <a:buNone/>
              <a:defRPr sz="1420"/>
            </a:lvl6pPr>
            <a:lvl7pPr marL="2438400" indent="0" algn="ctr">
              <a:buNone/>
              <a:defRPr sz="1420"/>
            </a:lvl7pPr>
            <a:lvl8pPr marL="2844800" indent="0" algn="ctr">
              <a:buNone/>
              <a:defRPr sz="1420"/>
            </a:lvl8pPr>
            <a:lvl9pPr marL="3251200" indent="0" algn="ctr">
              <a:buNone/>
              <a:defRPr sz="1420"/>
            </a:lvl9pPr>
          </a:lstStyle>
          <a:p>
            <a:r>
              <a:rPr lang="zh-CN" altLang="en-US"/>
              <a:t>单击此处编辑母版副标题样式</a:t>
            </a:r>
            <a:endParaRPr lang="zh-CN" altLang="en-US"/>
          </a:p>
        </p:txBody>
      </p:sp>
      <p:sp>
        <p:nvSpPr>
          <p:cNvPr id="4" name="灯片编号占位符 3"/>
          <p:cNvSpPr>
            <a:spLocks noGrp="1"/>
          </p:cNvSpPr>
          <p:nvPr>
            <p:ph type="sldNum" sz="quarter" idx="10"/>
          </p:nvPr>
        </p:nvSpPr>
        <p:spPr/>
        <p:txBody>
          <a:bodyPr/>
          <a:lstStyle>
            <a:lvl1pPr>
              <a:defRPr/>
            </a:lvl1pPr>
          </a:lstStyle>
          <a:p>
            <a:fld id="{2E5CA3A9-AA34-461B-A2FE-A31999C7E8EB}" type="slidenum">
              <a:rPr lang="zh-CN" altLang="en-US"/>
            </a:fld>
            <a:r>
              <a:rPr lang="en-US" altLang="zh-CN"/>
              <a:t> of 109 </a:t>
            </a: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灯片编号占位符 3"/>
          <p:cNvSpPr>
            <a:spLocks noGrp="1"/>
          </p:cNvSpPr>
          <p:nvPr>
            <p:ph type="sldNum" sz="quarter" idx="10"/>
          </p:nvPr>
        </p:nvSpPr>
        <p:spPr/>
        <p:txBody>
          <a:bodyPr/>
          <a:lstStyle>
            <a:lvl1pPr>
              <a:defRPr/>
            </a:lvl1pPr>
          </a:lstStyle>
          <a:p>
            <a:fld id="{4719874D-E5BB-4418-84F9-FDDB8765DF78}" type="slidenum">
              <a:rPr lang="zh-CN" altLang="en-US"/>
            </a:fld>
            <a:r>
              <a:rPr lang="en-US" altLang="zh-CN"/>
              <a:t> of 109 </a:t>
            </a: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711" y="1709739"/>
            <a:ext cx="7886700" cy="2852737"/>
          </a:xfrm>
        </p:spPr>
        <p:txBody>
          <a:bodyPr anchor="b"/>
          <a:lstStyle>
            <a:lvl1pPr>
              <a:defRPr sz="5335"/>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711" y="4589464"/>
            <a:ext cx="7886700" cy="1500187"/>
          </a:xfrm>
        </p:spPr>
        <p:txBody>
          <a:bodyPr/>
          <a:lstStyle>
            <a:lvl1pPr marL="0" indent="0">
              <a:buNone/>
              <a:defRPr sz="2135"/>
            </a:lvl1pPr>
            <a:lvl2pPr marL="406400" indent="0">
              <a:buNone/>
              <a:defRPr sz="1780"/>
            </a:lvl2pPr>
            <a:lvl3pPr marL="812800" indent="0">
              <a:buNone/>
              <a:defRPr sz="1600"/>
            </a:lvl3pPr>
            <a:lvl4pPr marL="1219200" indent="0">
              <a:buNone/>
              <a:defRPr sz="1420"/>
            </a:lvl4pPr>
            <a:lvl5pPr marL="1625600" indent="0">
              <a:buNone/>
              <a:defRPr sz="1420"/>
            </a:lvl5pPr>
            <a:lvl6pPr marL="2032000" indent="0">
              <a:buNone/>
              <a:defRPr sz="1420"/>
            </a:lvl6pPr>
            <a:lvl7pPr marL="2438400" indent="0">
              <a:buNone/>
              <a:defRPr sz="1420"/>
            </a:lvl7pPr>
            <a:lvl8pPr marL="2844800" indent="0">
              <a:buNone/>
              <a:defRPr sz="1420"/>
            </a:lvl8pPr>
            <a:lvl9pPr marL="3251200" indent="0">
              <a:buNone/>
              <a:defRPr sz="142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lstStyle>
            <a:lvl1pPr>
              <a:defRPr/>
            </a:lvl1pPr>
          </a:lstStyle>
          <a:p>
            <a:fld id="{E650C09A-E02F-46C8-A9F7-9B8461D07FF8}" type="slidenum">
              <a:rPr lang="zh-CN" altLang="en-US"/>
            </a:fld>
            <a:r>
              <a:rPr lang="en-US" altLang="zh-CN"/>
              <a:t> of 109 </a:t>
            </a:r>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505656" y="1865313"/>
            <a:ext cx="3361267"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5002390" y="1865313"/>
            <a:ext cx="3361267"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灯片编号占位符 4"/>
          <p:cNvSpPr>
            <a:spLocks noGrp="1"/>
          </p:cNvSpPr>
          <p:nvPr>
            <p:ph type="sldNum" sz="quarter" idx="10"/>
          </p:nvPr>
        </p:nvSpPr>
        <p:spPr/>
        <p:txBody>
          <a:bodyPr/>
          <a:lstStyle>
            <a:lvl1pPr>
              <a:defRPr/>
            </a:lvl1pPr>
          </a:lstStyle>
          <a:p>
            <a:fld id="{18654E2F-258C-44C8-AF6B-764BE5AD42E5}" type="slidenum">
              <a:rPr lang="zh-CN" altLang="en-US"/>
            </a:fld>
            <a:r>
              <a:rPr lang="en-US" altLang="zh-CN"/>
              <a:t> of 109 </a:t>
            </a:r>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356" y="365126"/>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356" y="1681163"/>
            <a:ext cx="3869267" cy="823912"/>
          </a:xfrm>
        </p:spPr>
        <p:txBody>
          <a:bodyPr anchor="b"/>
          <a:lstStyle>
            <a:lvl1pPr marL="0" indent="0">
              <a:buNone/>
              <a:defRPr sz="2135" b="1"/>
            </a:lvl1pPr>
            <a:lvl2pPr marL="406400" indent="0">
              <a:buNone/>
              <a:defRPr sz="1780" b="1"/>
            </a:lvl2pPr>
            <a:lvl3pPr marL="812800" indent="0">
              <a:buNone/>
              <a:defRPr sz="1600" b="1"/>
            </a:lvl3pPr>
            <a:lvl4pPr marL="1219200" indent="0">
              <a:buNone/>
              <a:defRPr sz="1420" b="1"/>
            </a:lvl4pPr>
            <a:lvl5pPr marL="1625600" indent="0">
              <a:buNone/>
              <a:defRPr sz="1420" b="1"/>
            </a:lvl5pPr>
            <a:lvl6pPr marL="2032000" indent="0">
              <a:buNone/>
              <a:defRPr sz="1420" b="1"/>
            </a:lvl6pPr>
            <a:lvl7pPr marL="2438400" indent="0">
              <a:buNone/>
              <a:defRPr sz="1420" b="1"/>
            </a:lvl7pPr>
            <a:lvl8pPr marL="2844800" indent="0">
              <a:buNone/>
              <a:defRPr sz="1420" b="1"/>
            </a:lvl8pPr>
            <a:lvl9pPr marL="3251200" indent="0">
              <a:buNone/>
              <a:defRPr sz="142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356" y="2505075"/>
            <a:ext cx="386926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856" y="1681163"/>
            <a:ext cx="3886200" cy="823912"/>
          </a:xfrm>
        </p:spPr>
        <p:txBody>
          <a:bodyPr anchor="b"/>
          <a:lstStyle>
            <a:lvl1pPr marL="0" indent="0">
              <a:buNone/>
              <a:defRPr sz="2135" b="1"/>
            </a:lvl1pPr>
            <a:lvl2pPr marL="406400" indent="0">
              <a:buNone/>
              <a:defRPr sz="1780" b="1"/>
            </a:lvl2pPr>
            <a:lvl3pPr marL="812800" indent="0">
              <a:buNone/>
              <a:defRPr sz="1600" b="1"/>
            </a:lvl3pPr>
            <a:lvl4pPr marL="1219200" indent="0">
              <a:buNone/>
              <a:defRPr sz="1420" b="1"/>
            </a:lvl4pPr>
            <a:lvl5pPr marL="1625600" indent="0">
              <a:buNone/>
              <a:defRPr sz="1420" b="1"/>
            </a:lvl5pPr>
            <a:lvl6pPr marL="2032000" indent="0">
              <a:buNone/>
              <a:defRPr sz="1420" b="1"/>
            </a:lvl6pPr>
            <a:lvl7pPr marL="2438400" indent="0">
              <a:buNone/>
              <a:defRPr sz="1420" b="1"/>
            </a:lvl7pPr>
            <a:lvl8pPr marL="2844800" indent="0">
              <a:buNone/>
              <a:defRPr sz="1420" b="1"/>
            </a:lvl8pPr>
            <a:lvl9pPr marL="3251200" indent="0">
              <a:buNone/>
              <a:defRPr sz="142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856" y="2505075"/>
            <a:ext cx="388620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灯片编号占位符 6"/>
          <p:cNvSpPr>
            <a:spLocks noGrp="1"/>
          </p:cNvSpPr>
          <p:nvPr>
            <p:ph type="sldNum" sz="quarter" idx="10"/>
          </p:nvPr>
        </p:nvSpPr>
        <p:spPr/>
        <p:txBody>
          <a:bodyPr/>
          <a:lstStyle>
            <a:lvl1pPr>
              <a:defRPr/>
            </a:lvl1pPr>
          </a:lstStyle>
          <a:p>
            <a:fld id="{9BDF555C-49C4-4825-8AA5-65587520C102}" type="slidenum">
              <a:rPr lang="zh-CN" altLang="en-US"/>
            </a:fld>
            <a:r>
              <a:rPr lang="en-US" altLang="zh-CN"/>
              <a:t> of 109 </a:t>
            </a:r>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lstStyle>
            <a:lvl1pPr>
              <a:defRPr/>
            </a:lvl1pPr>
          </a:lstStyle>
          <a:p>
            <a:fld id="{135C9B21-2C28-47DE-8E0A-0C154416C1E9}" type="slidenum">
              <a:rPr lang="zh-CN" altLang="en-US"/>
            </a:fld>
            <a:r>
              <a:rPr lang="en-US" altLang="zh-CN"/>
              <a:t> of 109 </a:t>
            </a:r>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2C1AD398-3F62-4EC2-9308-65F899E6DB1A}" type="slidenum">
              <a:rPr lang="zh-CN" altLang="en-US"/>
            </a:fld>
            <a:r>
              <a:rPr lang="en-US" altLang="zh-CN"/>
              <a:t> of 109 </a:t>
            </a:r>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356" y="457200"/>
            <a:ext cx="2949222" cy="1600200"/>
          </a:xfrm>
        </p:spPr>
        <p:txBody>
          <a:bodyPr anchor="b"/>
          <a:lstStyle>
            <a:lvl1pPr>
              <a:defRPr sz="2845"/>
            </a:lvl1pPr>
          </a:lstStyle>
          <a:p>
            <a:r>
              <a:rPr lang="zh-CN" altLang="en-US"/>
              <a:t>单击此处编辑母版标题样式</a:t>
            </a:r>
            <a:endParaRPr lang="zh-CN" altLang="en-US"/>
          </a:p>
        </p:txBody>
      </p:sp>
      <p:sp>
        <p:nvSpPr>
          <p:cNvPr id="3" name="内容占位符 2"/>
          <p:cNvSpPr>
            <a:spLocks noGrp="1"/>
          </p:cNvSpPr>
          <p:nvPr>
            <p:ph idx="1"/>
          </p:nvPr>
        </p:nvSpPr>
        <p:spPr>
          <a:xfrm>
            <a:off x="3887612" y="987426"/>
            <a:ext cx="4628444" cy="4873625"/>
          </a:xfrm>
        </p:spPr>
        <p:txBody>
          <a:bodyPr/>
          <a:lstStyle>
            <a:lvl1pPr>
              <a:defRPr sz="2845"/>
            </a:lvl1pPr>
            <a:lvl2pPr>
              <a:defRPr sz="2490"/>
            </a:lvl2pPr>
            <a:lvl3pPr>
              <a:defRPr sz="2135"/>
            </a:lvl3pPr>
            <a:lvl4pPr>
              <a:defRPr sz="1780"/>
            </a:lvl4pPr>
            <a:lvl5pPr>
              <a:defRPr sz="1780"/>
            </a:lvl5pPr>
            <a:lvl6pPr>
              <a:defRPr sz="1780"/>
            </a:lvl6pPr>
            <a:lvl7pPr>
              <a:defRPr sz="1780"/>
            </a:lvl7pPr>
            <a:lvl8pPr>
              <a:defRPr sz="1780"/>
            </a:lvl8pPr>
            <a:lvl9pPr>
              <a:defRPr sz="178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356" y="2057400"/>
            <a:ext cx="2949222" cy="3811588"/>
          </a:xfrm>
        </p:spPr>
        <p:txBody>
          <a:bodyPr/>
          <a:lstStyle>
            <a:lvl1pPr marL="0" indent="0">
              <a:buNone/>
              <a:defRPr sz="1420"/>
            </a:lvl1pPr>
            <a:lvl2pPr marL="406400" indent="0">
              <a:buNone/>
              <a:defRPr sz="1245"/>
            </a:lvl2pPr>
            <a:lvl3pPr marL="812800" indent="0">
              <a:buNone/>
              <a:defRPr sz="1065"/>
            </a:lvl3pPr>
            <a:lvl4pPr marL="1219200" indent="0">
              <a:buNone/>
              <a:defRPr sz="890"/>
            </a:lvl4pPr>
            <a:lvl5pPr marL="1625600" indent="0">
              <a:buNone/>
              <a:defRPr sz="890"/>
            </a:lvl5pPr>
            <a:lvl6pPr marL="2032000" indent="0">
              <a:buNone/>
              <a:defRPr sz="890"/>
            </a:lvl6pPr>
            <a:lvl7pPr marL="2438400" indent="0">
              <a:buNone/>
              <a:defRPr sz="890"/>
            </a:lvl7pPr>
            <a:lvl8pPr marL="2844800" indent="0">
              <a:buNone/>
              <a:defRPr sz="890"/>
            </a:lvl8pPr>
            <a:lvl9pPr marL="3251200" indent="0">
              <a:buNone/>
              <a:defRPr sz="89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lstStyle>
            <a:lvl1pPr>
              <a:defRPr/>
            </a:lvl1pPr>
          </a:lstStyle>
          <a:p>
            <a:fld id="{D3656374-4376-4BD4-9B9A-6E90B7D02300}" type="slidenum">
              <a:rPr lang="zh-CN" altLang="en-US"/>
            </a:fld>
            <a:r>
              <a:rPr lang="en-US" altLang="zh-CN"/>
              <a:t> of 109 </a:t>
            </a:r>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356" y="457200"/>
            <a:ext cx="2949222" cy="1600200"/>
          </a:xfrm>
        </p:spPr>
        <p:txBody>
          <a:bodyPr anchor="b"/>
          <a:lstStyle>
            <a:lvl1pPr>
              <a:defRPr sz="2845"/>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612" y="987426"/>
            <a:ext cx="4628444" cy="4873625"/>
          </a:xfrm>
        </p:spPr>
        <p:txBody>
          <a:bodyPr/>
          <a:lstStyle>
            <a:lvl1pPr marL="0" indent="0">
              <a:buNone/>
              <a:defRPr sz="2845"/>
            </a:lvl1pPr>
            <a:lvl2pPr marL="406400" indent="0">
              <a:buNone/>
              <a:defRPr sz="2490"/>
            </a:lvl2pPr>
            <a:lvl3pPr marL="812800" indent="0">
              <a:buNone/>
              <a:defRPr sz="2135"/>
            </a:lvl3pPr>
            <a:lvl4pPr marL="1219200" indent="0">
              <a:buNone/>
              <a:defRPr sz="1780"/>
            </a:lvl4pPr>
            <a:lvl5pPr marL="1625600" indent="0">
              <a:buNone/>
              <a:defRPr sz="1780"/>
            </a:lvl5pPr>
            <a:lvl6pPr marL="2032000" indent="0">
              <a:buNone/>
              <a:defRPr sz="1780"/>
            </a:lvl6pPr>
            <a:lvl7pPr marL="2438400" indent="0">
              <a:buNone/>
              <a:defRPr sz="1780"/>
            </a:lvl7pPr>
            <a:lvl8pPr marL="2844800" indent="0">
              <a:buNone/>
              <a:defRPr sz="1780"/>
            </a:lvl8pPr>
            <a:lvl9pPr marL="3251200" indent="0">
              <a:buNone/>
              <a:defRPr sz="1780"/>
            </a:lvl9pPr>
          </a:lstStyle>
          <a:p>
            <a:endParaRPr lang="zh-CN" altLang="en-US"/>
          </a:p>
        </p:txBody>
      </p:sp>
      <p:sp>
        <p:nvSpPr>
          <p:cNvPr id="4" name="文本占位符 3"/>
          <p:cNvSpPr>
            <a:spLocks noGrp="1"/>
          </p:cNvSpPr>
          <p:nvPr>
            <p:ph type="body" sz="half" idx="2"/>
          </p:nvPr>
        </p:nvSpPr>
        <p:spPr>
          <a:xfrm>
            <a:off x="629356" y="2057400"/>
            <a:ext cx="2949222" cy="3811588"/>
          </a:xfrm>
        </p:spPr>
        <p:txBody>
          <a:bodyPr/>
          <a:lstStyle>
            <a:lvl1pPr marL="0" indent="0">
              <a:buNone/>
              <a:defRPr sz="1420"/>
            </a:lvl1pPr>
            <a:lvl2pPr marL="406400" indent="0">
              <a:buNone/>
              <a:defRPr sz="1245"/>
            </a:lvl2pPr>
            <a:lvl3pPr marL="812800" indent="0">
              <a:buNone/>
              <a:defRPr sz="1065"/>
            </a:lvl3pPr>
            <a:lvl4pPr marL="1219200" indent="0">
              <a:buNone/>
              <a:defRPr sz="890"/>
            </a:lvl4pPr>
            <a:lvl5pPr marL="1625600" indent="0">
              <a:buNone/>
              <a:defRPr sz="890"/>
            </a:lvl5pPr>
            <a:lvl6pPr marL="2032000" indent="0">
              <a:buNone/>
              <a:defRPr sz="890"/>
            </a:lvl6pPr>
            <a:lvl7pPr marL="2438400" indent="0">
              <a:buNone/>
              <a:defRPr sz="890"/>
            </a:lvl7pPr>
            <a:lvl8pPr marL="2844800" indent="0">
              <a:buNone/>
              <a:defRPr sz="890"/>
            </a:lvl8pPr>
            <a:lvl9pPr marL="3251200" indent="0">
              <a:buNone/>
              <a:defRPr sz="89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lstStyle>
            <a:lvl1pPr>
              <a:defRPr/>
            </a:lvl1pPr>
          </a:lstStyle>
          <a:p>
            <a:fld id="{360032B6-D9C9-4FDC-AD22-AC2458BF0F80}" type="slidenum">
              <a:rPr lang="zh-CN" altLang="en-US"/>
            </a:fld>
            <a:r>
              <a:rPr lang="en-US" altLang="zh-CN"/>
              <a:t> of 109 </a:t>
            </a:r>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灯片编号占位符 3"/>
          <p:cNvSpPr>
            <a:spLocks noGrp="1"/>
          </p:cNvSpPr>
          <p:nvPr>
            <p:ph type="sldNum" sz="quarter" idx="10"/>
          </p:nvPr>
        </p:nvSpPr>
        <p:spPr/>
        <p:txBody>
          <a:bodyPr/>
          <a:lstStyle>
            <a:lvl1pPr>
              <a:defRPr/>
            </a:lvl1pPr>
          </a:lstStyle>
          <a:p>
            <a:fld id="{E96CF5BA-D58A-444F-BAE7-639CB6EC056B}" type="slidenum">
              <a:rPr lang="zh-CN" altLang="en-US"/>
            </a:fld>
            <a:r>
              <a:rPr lang="en-US" altLang="zh-CN"/>
              <a:t> of 109 </a:t>
            </a:r>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99956" y="427039"/>
            <a:ext cx="1730022" cy="55530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505656" y="427039"/>
            <a:ext cx="5058833" cy="555307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灯片编号占位符 3"/>
          <p:cNvSpPr>
            <a:spLocks noGrp="1"/>
          </p:cNvSpPr>
          <p:nvPr>
            <p:ph type="sldNum" sz="quarter" idx="10"/>
          </p:nvPr>
        </p:nvSpPr>
        <p:spPr/>
        <p:txBody>
          <a:bodyPr/>
          <a:lstStyle>
            <a:lvl1pPr>
              <a:defRPr/>
            </a:lvl1pPr>
          </a:lstStyle>
          <a:p>
            <a:fld id="{0F8B4202-7ADB-4D67-A997-9DF5A2D2F685}" type="slidenum">
              <a:rPr lang="zh-CN" altLang="en-US"/>
            </a:fld>
            <a:r>
              <a:rPr lang="en-US" altLang="zh-CN"/>
              <a:t> of 109 </a:t>
            </a:r>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47990" y="427038"/>
            <a:ext cx="6881988"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505656" y="1865313"/>
            <a:ext cx="3361267"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5002390" y="1865313"/>
            <a:ext cx="3361267"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灯片编号占位符 4"/>
          <p:cNvSpPr>
            <a:spLocks noGrp="1"/>
          </p:cNvSpPr>
          <p:nvPr>
            <p:ph type="sldNum" sz="quarter" idx="10"/>
          </p:nvPr>
        </p:nvSpPr>
        <p:spPr>
          <a:xfrm>
            <a:off x="7239000" y="6572250"/>
            <a:ext cx="1905000" cy="457200"/>
          </a:xfrm>
        </p:spPr>
        <p:txBody>
          <a:bodyPr/>
          <a:lstStyle>
            <a:lvl1pPr>
              <a:defRPr/>
            </a:lvl1pPr>
          </a:lstStyle>
          <a:p>
            <a:fld id="{DD0F7A18-F61B-4351-A603-EB5084247D40}" type="slidenum">
              <a:rPr lang="zh-CN" altLang="en-US"/>
            </a:fld>
            <a:r>
              <a:rPr lang="en-US" altLang="zh-CN"/>
              <a:t> of 109 </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0" Type="http://schemas.openxmlformats.org/officeDocument/2006/relationships/theme" Target="../theme/theme2.xml"/><Relationship Id="rId2" Type="http://schemas.openxmlformats.org/officeDocument/2006/relationships/slideLayout" Target="../slideLayouts/slideLayout13.xml"/><Relationship Id="rId19" Type="http://schemas.openxmlformats.org/officeDocument/2006/relationships/image" Target="../media/image7.png"/><Relationship Id="rId18" Type="http://schemas.openxmlformats.org/officeDocument/2006/relationships/image" Target="../media/image6.png"/><Relationship Id="rId17" Type="http://schemas.openxmlformats.org/officeDocument/2006/relationships/image" Target="../media/image5.png"/><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F29C9B-8CE5-43BC-A8ED-373B412DCAE6}" type="datetimeFigureOut">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DC82C3-01F7-4B45-9202-42784281006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bwMode="auto">
          <a:xfrm>
            <a:off x="1547990" y="427038"/>
            <a:ext cx="688198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en-US" altLang="zh-CN"/>
              <a:t>Click to edit Master title style</a:t>
            </a:r>
            <a:endParaRPr lang="en-US" altLang="zh-CN"/>
          </a:p>
        </p:txBody>
      </p:sp>
      <p:sp>
        <p:nvSpPr>
          <p:cNvPr id="1028" name="Rectangle 4"/>
          <p:cNvSpPr>
            <a:spLocks noGrp="1" noChangeArrowheads="1"/>
          </p:cNvSpPr>
          <p:nvPr>
            <p:ph type="body" idx="1"/>
          </p:nvPr>
        </p:nvSpPr>
        <p:spPr bwMode="auto">
          <a:xfrm>
            <a:off x="1505656" y="1865313"/>
            <a:ext cx="6858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32" name="Rectangle 8"/>
          <p:cNvSpPr>
            <a:spLocks noGrp="1" noChangeArrowheads="1"/>
          </p:cNvSpPr>
          <p:nvPr>
            <p:ph type="sldNum" sz="quarter" idx="4"/>
          </p:nvPr>
        </p:nvSpPr>
        <p:spPr bwMode="auto">
          <a:xfrm>
            <a:off x="7239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45" b="1">
                <a:solidFill>
                  <a:schemeClr val="bg1"/>
                </a:solidFill>
                <a:ea typeface="宋体" panose="02010600030101010101" pitchFamily="2" charset="-122"/>
              </a:defRPr>
            </a:lvl1pPr>
          </a:lstStyle>
          <a:p>
            <a:fld id="{DB926631-E03F-49E0-B3C1-DB0DB725F966}" type="slidenum">
              <a:rPr lang="zh-CN" altLang="en-US"/>
            </a:fld>
            <a:r>
              <a:rPr lang="en-US" altLang="zh-CN"/>
              <a:t> of 109 </a:t>
            </a:r>
            <a:endParaRPr lang="en-US" altLang="zh-CN"/>
          </a:p>
        </p:txBody>
      </p:sp>
      <p:pic>
        <p:nvPicPr>
          <p:cNvPr id="10" name="Picture 2" descr="下边框"/>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5688014"/>
            <a:ext cx="9144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descr="后退">
            <a:hlinkClick r:id="" action="ppaction://hlinkshowjump?jump=lastslideviewed" highlightClick="1"/>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6916738" y="6364288"/>
            <a:ext cx="10398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descr="目录">
            <a:hlinkClick r:id="" action="ppaction://noaction" highlightClick="1"/>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3603625" y="6364288"/>
            <a:ext cx="10398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descr="上一页">
            <a:hlinkClick r:id="" action="ppaction://hlinkshowjump?jump=previousslide" highlightClick="1"/>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4684713" y="6364288"/>
            <a:ext cx="10398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descr="退出">
            <a:hlinkClick r:id="" action="ppaction://hlinkshowjump?jump=endshow" highlightClick="1"/>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8027988" y="6364288"/>
            <a:ext cx="10398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7" descr="下一页">
            <a:hlinkClick r:id="" action="ppaction://hlinkshowjump?jump=nextslide" highlightClick="1"/>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5795963" y="6364288"/>
            <a:ext cx="10398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8" descr="主页">
            <a:hlinkClick r:id="" action="ppaction://hlinkshowjump?jump=firstslide" highlightClick="1"/>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2522538" y="6364288"/>
            <a:ext cx="10414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rtl="0" eaLnBrk="0" fontAlgn="base" hangingPunct="0">
        <a:spcBef>
          <a:spcPct val="0"/>
        </a:spcBef>
        <a:spcAft>
          <a:spcPct val="0"/>
        </a:spcAft>
        <a:defRPr sz="3555" b="1" kern="1200">
          <a:solidFill>
            <a:schemeClr val="tx1"/>
          </a:solidFill>
          <a:latin typeface="+mj-lt"/>
          <a:ea typeface="+mj-ea"/>
          <a:cs typeface="+mj-cs"/>
        </a:defRPr>
      </a:lvl1pPr>
      <a:lvl2pPr algn="ctr" rtl="0" eaLnBrk="0" fontAlgn="base" hangingPunct="0">
        <a:spcBef>
          <a:spcPct val="0"/>
        </a:spcBef>
        <a:spcAft>
          <a:spcPct val="0"/>
        </a:spcAft>
        <a:defRPr sz="3555" b="1">
          <a:solidFill>
            <a:schemeClr val="tx1"/>
          </a:solidFill>
          <a:latin typeface="Times New Roman" panose="02020603050405020304" pitchFamily="18" charset="0"/>
        </a:defRPr>
      </a:lvl2pPr>
      <a:lvl3pPr algn="ctr" rtl="0" eaLnBrk="0" fontAlgn="base" hangingPunct="0">
        <a:spcBef>
          <a:spcPct val="0"/>
        </a:spcBef>
        <a:spcAft>
          <a:spcPct val="0"/>
        </a:spcAft>
        <a:defRPr sz="3555" b="1">
          <a:solidFill>
            <a:schemeClr val="tx1"/>
          </a:solidFill>
          <a:latin typeface="Times New Roman" panose="02020603050405020304" pitchFamily="18" charset="0"/>
        </a:defRPr>
      </a:lvl3pPr>
      <a:lvl4pPr algn="ctr" rtl="0" eaLnBrk="0" fontAlgn="base" hangingPunct="0">
        <a:spcBef>
          <a:spcPct val="0"/>
        </a:spcBef>
        <a:spcAft>
          <a:spcPct val="0"/>
        </a:spcAft>
        <a:defRPr sz="3555" b="1">
          <a:solidFill>
            <a:schemeClr val="tx1"/>
          </a:solidFill>
          <a:latin typeface="Times New Roman" panose="02020603050405020304" pitchFamily="18" charset="0"/>
        </a:defRPr>
      </a:lvl4pPr>
      <a:lvl5pPr algn="ctr" rtl="0" eaLnBrk="0" fontAlgn="base" hangingPunct="0">
        <a:spcBef>
          <a:spcPct val="0"/>
        </a:spcBef>
        <a:spcAft>
          <a:spcPct val="0"/>
        </a:spcAft>
        <a:defRPr sz="3555" b="1">
          <a:solidFill>
            <a:schemeClr val="tx1"/>
          </a:solidFill>
          <a:latin typeface="Times New Roman" panose="02020603050405020304" pitchFamily="18" charset="0"/>
        </a:defRPr>
      </a:lvl5pPr>
      <a:lvl6pPr marL="406400" algn="ctr" rtl="0" eaLnBrk="0" fontAlgn="base" hangingPunct="0">
        <a:spcBef>
          <a:spcPct val="0"/>
        </a:spcBef>
        <a:spcAft>
          <a:spcPct val="0"/>
        </a:spcAft>
        <a:defRPr sz="3555" b="1">
          <a:solidFill>
            <a:schemeClr val="tx1"/>
          </a:solidFill>
          <a:latin typeface="Times New Roman" panose="02020603050405020304" pitchFamily="18" charset="0"/>
        </a:defRPr>
      </a:lvl6pPr>
      <a:lvl7pPr marL="812800" algn="ctr" rtl="0" eaLnBrk="0" fontAlgn="base" hangingPunct="0">
        <a:spcBef>
          <a:spcPct val="0"/>
        </a:spcBef>
        <a:spcAft>
          <a:spcPct val="0"/>
        </a:spcAft>
        <a:defRPr sz="3555" b="1">
          <a:solidFill>
            <a:schemeClr val="tx1"/>
          </a:solidFill>
          <a:latin typeface="Times New Roman" panose="02020603050405020304" pitchFamily="18" charset="0"/>
        </a:defRPr>
      </a:lvl7pPr>
      <a:lvl8pPr marL="1219200" algn="ctr" rtl="0" eaLnBrk="0" fontAlgn="base" hangingPunct="0">
        <a:spcBef>
          <a:spcPct val="0"/>
        </a:spcBef>
        <a:spcAft>
          <a:spcPct val="0"/>
        </a:spcAft>
        <a:defRPr sz="3555" b="1">
          <a:solidFill>
            <a:schemeClr val="tx1"/>
          </a:solidFill>
          <a:latin typeface="Times New Roman" panose="02020603050405020304" pitchFamily="18" charset="0"/>
        </a:defRPr>
      </a:lvl8pPr>
      <a:lvl9pPr marL="1625600" algn="ctr" rtl="0" eaLnBrk="0" fontAlgn="base" hangingPunct="0">
        <a:spcBef>
          <a:spcPct val="0"/>
        </a:spcBef>
        <a:spcAft>
          <a:spcPct val="0"/>
        </a:spcAft>
        <a:defRPr sz="3555" b="1">
          <a:solidFill>
            <a:schemeClr val="tx1"/>
          </a:solidFill>
          <a:latin typeface="Times New Roman" panose="02020603050405020304" pitchFamily="18" charset="0"/>
        </a:defRPr>
      </a:lvl9pPr>
    </p:titleStyle>
    <p:bodyStyle>
      <a:lvl1pPr marL="304800" indent="-304800" algn="l" rtl="0" eaLnBrk="0" fontAlgn="base" hangingPunct="0">
        <a:spcBef>
          <a:spcPct val="20000"/>
        </a:spcBef>
        <a:spcAft>
          <a:spcPct val="0"/>
        </a:spcAft>
        <a:buChar char="•"/>
        <a:defRPr sz="2135" kern="1200">
          <a:solidFill>
            <a:schemeClr val="tx1"/>
          </a:solidFill>
          <a:latin typeface="+mn-lt"/>
          <a:ea typeface="+mn-ea"/>
          <a:cs typeface="+mn-cs"/>
        </a:defRPr>
      </a:lvl1pPr>
      <a:lvl2pPr marL="660400" indent="-254000" algn="l" rtl="0" eaLnBrk="0" fontAlgn="base" hangingPunct="0">
        <a:spcBef>
          <a:spcPct val="20000"/>
        </a:spcBef>
        <a:spcAft>
          <a:spcPct val="0"/>
        </a:spcAft>
        <a:buChar char="–"/>
        <a:defRPr sz="1780" kern="1200">
          <a:solidFill>
            <a:schemeClr val="tx1"/>
          </a:solidFill>
          <a:latin typeface="+mn-lt"/>
          <a:ea typeface="+mn-ea"/>
          <a:cs typeface="+mn-cs"/>
        </a:defRPr>
      </a:lvl2pPr>
      <a:lvl3pPr marL="1016000" indent="-203200" algn="l" rtl="0" eaLnBrk="0" fontAlgn="base" hangingPunct="0">
        <a:spcBef>
          <a:spcPct val="20000"/>
        </a:spcBef>
        <a:spcAft>
          <a:spcPct val="0"/>
        </a:spcAft>
        <a:buChar char="•"/>
        <a:defRPr kern="1200">
          <a:solidFill>
            <a:schemeClr val="tx1"/>
          </a:solidFill>
          <a:latin typeface="+mn-lt"/>
          <a:ea typeface="+mn-ea"/>
          <a:cs typeface="+mn-cs"/>
        </a:defRPr>
      </a:lvl3pPr>
      <a:lvl4pPr marL="1422400" indent="-203200" algn="l" rtl="0" eaLnBrk="0" fontAlgn="base" hangingPunct="0">
        <a:spcBef>
          <a:spcPct val="20000"/>
        </a:spcBef>
        <a:spcAft>
          <a:spcPct val="0"/>
        </a:spcAft>
        <a:buChar char="–"/>
        <a:defRPr sz="1420" kern="1200">
          <a:solidFill>
            <a:schemeClr val="tx1"/>
          </a:solidFill>
          <a:latin typeface="+mn-lt"/>
          <a:ea typeface="+mn-ea"/>
          <a:cs typeface="+mn-cs"/>
        </a:defRPr>
      </a:lvl4pPr>
      <a:lvl5pPr marL="1828800" indent="-203200" algn="l" rtl="0" eaLnBrk="0" fontAlgn="base" hangingPunct="0">
        <a:spcBef>
          <a:spcPct val="20000"/>
        </a:spcBef>
        <a:spcAft>
          <a:spcPct val="0"/>
        </a:spcAft>
        <a:buChar char="»"/>
        <a:defRPr sz="1420" kern="1200">
          <a:solidFill>
            <a:schemeClr val="tx1"/>
          </a:solidFill>
          <a:latin typeface="+mn-lt"/>
          <a:ea typeface="+mn-ea"/>
          <a:cs typeface="+mn-cs"/>
        </a:defRPr>
      </a:lvl5pPr>
      <a:lvl6pPr marL="22352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6pPr>
      <a:lvl7pPr marL="26416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7pPr>
      <a:lvl8pPr marL="30480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8pPr>
      <a:lvl9pPr marL="34544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9pPr>
    </p:bodyStyle>
    <p:otherStyle>
      <a:defPPr>
        <a:defRPr lang="zh-CN"/>
      </a:defPPr>
      <a:lvl1pPr marL="0" algn="l" defTabSz="812800" rtl="0" eaLnBrk="1" latinLnBrk="0" hangingPunct="1">
        <a:defRPr sz="1600" kern="1200">
          <a:solidFill>
            <a:schemeClr val="tx1"/>
          </a:solidFill>
          <a:latin typeface="+mn-lt"/>
          <a:ea typeface="+mn-ea"/>
          <a:cs typeface="+mn-cs"/>
        </a:defRPr>
      </a:lvl1pPr>
      <a:lvl2pPr marL="406400" algn="l" defTabSz="812800" rtl="0" eaLnBrk="1" latinLnBrk="0" hangingPunct="1">
        <a:defRPr sz="1600" kern="1200">
          <a:solidFill>
            <a:schemeClr val="tx1"/>
          </a:solidFill>
          <a:latin typeface="+mn-lt"/>
          <a:ea typeface="+mn-ea"/>
          <a:cs typeface="+mn-cs"/>
        </a:defRPr>
      </a:lvl2pPr>
      <a:lvl3pPr marL="812800" algn="l" defTabSz="812800" rtl="0" eaLnBrk="1" latinLnBrk="0" hangingPunct="1">
        <a:defRPr sz="1600" kern="1200">
          <a:solidFill>
            <a:schemeClr val="tx1"/>
          </a:solidFill>
          <a:latin typeface="+mn-lt"/>
          <a:ea typeface="+mn-ea"/>
          <a:cs typeface="+mn-cs"/>
        </a:defRPr>
      </a:lvl3pPr>
      <a:lvl4pPr marL="1219200" algn="l" defTabSz="812800" rtl="0" eaLnBrk="1" latinLnBrk="0" hangingPunct="1">
        <a:defRPr sz="1600" kern="1200">
          <a:solidFill>
            <a:schemeClr val="tx1"/>
          </a:solidFill>
          <a:latin typeface="+mn-lt"/>
          <a:ea typeface="+mn-ea"/>
          <a:cs typeface="+mn-cs"/>
        </a:defRPr>
      </a:lvl4pPr>
      <a:lvl5pPr marL="1625600" algn="l" defTabSz="812800" rtl="0" eaLnBrk="1" latinLnBrk="0" hangingPunct="1">
        <a:defRPr sz="1600" kern="1200">
          <a:solidFill>
            <a:schemeClr val="tx1"/>
          </a:solidFill>
          <a:latin typeface="+mn-lt"/>
          <a:ea typeface="+mn-ea"/>
          <a:cs typeface="+mn-cs"/>
        </a:defRPr>
      </a:lvl5pPr>
      <a:lvl6pPr marL="2032000" algn="l" defTabSz="812800" rtl="0" eaLnBrk="1" latinLnBrk="0" hangingPunct="1">
        <a:defRPr sz="1600" kern="1200">
          <a:solidFill>
            <a:schemeClr val="tx1"/>
          </a:solidFill>
          <a:latin typeface="+mn-lt"/>
          <a:ea typeface="+mn-ea"/>
          <a:cs typeface="+mn-cs"/>
        </a:defRPr>
      </a:lvl6pPr>
      <a:lvl7pPr marL="2438400" algn="l" defTabSz="812800" rtl="0" eaLnBrk="1" latinLnBrk="0" hangingPunct="1">
        <a:defRPr sz="1600" kern="1200">
          <a:solidFill>
            <a:schemeClr val="tx1"/>
          </a:solidFill>
          <a:latin typeface="+mn-lt"/>
          <a:ea typeface="+mn-ea"/>
          <a:cs typeface="+mn-cs"/>
        </a:defRPr>
      </a:lvl7pPr>
      <a:lvl8pPr marL="2844800" algn="l" defTabSz="812800" rtl="0" eaLnBrk="1" latinLnBrk="0" hangingPunct="1">
        <a:defRPr sz="1600" kern="1200">
          <a:solidFill>
            <a:schemeClr val="tx1"/>
          </a:solidFill>
          <a:latin typeface="+mn-lt"/>
          <a:ea typeface="+mn-ea"/>
          <a:cs typeface="+mn-cs"/>
        </a:defRPr>
      </a:lvl8pPr>
      <a:lvl9pPr marL="3251200" algn="l" defTabSz="812800"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0.png"/><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2.png"/><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4.pn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6.png"/><Relationship Id="rId1"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image" Target="../media/image23.pn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22.png"/><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slideLayout" Target="../slideLayouts/slideLayout13.xml"/><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26.png"/><Relationship Id="rId1"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1.jpeg"/><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sp>
        <p:nvSpPr>
          <p:cNvPr id="3074" name="Rectangle 2"/>
          <p:cNvSpPr>
            <a:spLocks noGrp="1" noChangeArrowheads="1"/>
          </p:cNvSpPr>
          <p:nvPr>
            <p:ph type="ctrTitle"/>
          </p:nvPr>
        </p:nvSpPr>
        <p:spPr>
          <a:xfrm>
            <a:off x="942552" y="245040"/>
            <a:ext cx="6443133" cy="818444"/>
          </a:xfrm>
        </p:spPr>
        <p:txBody>
          <a:bodyPr anchor="ctr"/>
          <a:p>
            <a:r>
              <a:rPr lang="en-US" altLang="zh-CN" sz="3555" dirty="0">
                <a:ea typeface="微软雅黑" panose="020B0503020204020204" charset="-122"/>
              </a:rPr>
              <a:t>4.2</a:t>
            </a:r>
            <a:r>
              <a:rPr lang="zh-CN" altLang="en-US" sz="3555" dirty="0">
                <a:ea typeface="微软雅黑" panose="020B0503020204020204" charset="-122"/>
              </a:rPr>
              <a:t>  电镀过程</a:t>
            </a:r>
            <a:endParaRPr lang="zh-CN" altLang="en-US" sz="3555" dirty="0">
              <a:ea typeface="微软雅黑" panose="020B0503020204020204" charset="-122"/>
            </a:endParaRPr>
          </a:p>
        </p:txBody>
      </p:sp>
      <p:pic>
        <p:nvPicPr>
          <p:cNvPr id="6" name="图片 5"/>
          <p:cNvPicPr>
            <a:picLocks noChangeAspect="1"/>
          </p:cNvPicPr>
          <p:nvPr/>
        </p:nvPicPr>
        <p:blipFill>
          <a:blip r:embed="rId1"/>
          <a:stretch>
            <a:fillRect/>
          </a:stretch>
        </p:blipFill>
        <p:spPr>
          <a:xfrm>
            <a:off x="1711960" y="1101725"/>
            <a:ext cx="5253990" cy="4654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pic>
        <p:nvPicPr>
          <p:cNvPr id="5" name="图片 4"/>
          <p:cNvPicPr>
            <a:picLocks noChangeAspect="1"/>
          </p:cNvPicPr>
          <p:nvPr/>
        </p:nvPicPr>
        <p:blipFill>
          <a:blip r:embed="rId1"/>
          <a:stretch>
            <a:fillRect/>
          </a:stretch>
        </p:blipFill>
        <p:spPr>
          <a:xfrm>
            <a:off x="1123315" y="1549400"/>
            <a:ext cx="7572375" cy="4188460"/>
          </a:xfrm>
          <a:prstGeom prst="rect">
            <a:avLst/>
          </a:prstGeom>
        </p:spPr>
      </p:pic>
      <p:pic>
        <p:nvPicPr>
          <p:cNvPr id="6" name="图片 5"/>
          <p:cNvPicPr>
            <a:picLocks noChangeAspect="1"/>
          </p:cNvPicPr>
          <p:nvPr/>
        </p:nvPicPr>
        <p:blipFill>
          <a:blip r:embed="rId2"/>
          <a:stretch>
            <a:fillRect/>
          </a:stretch>
        </p:blipFill>
        <p:spPr>
          <a:xfrm>
            <a:off x="320040" y="339725"/>
            <a:ext cx="3669030" cy="8953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pic>
        <p:nvPicPr>
          <p:cNvPr id="5" name="图片 4"/>
          <p:cNvPicPr>
            <a:picLocks noChangeAspect="1"/>
          </p:cNvPicPr>
          <p:nvPr/>
        </p:nvPicPr>
        <p:blipFill>
          <a:blip r:embed="rId1"/>
          <a:stretch>
            <a:fillRect/>
          </a:stretch>
        </p:blipFill>
        <p:spPr>
          <a:xfrm>
            <a:off x="527685" y="373380"/>
            <a:ext cx="3422015" cy="809625"/>
          </a:xfrm>
          <a:prstGeom prst="rect">
            <a:avLst/>
          </a:prstGeom>
        </p:spPr>
      </p:pic>
      <p:pic>
        <p:nvPicPr>
          <p:cNvPr id="6" name="图片 5"/>
          <p:cNvPicPr>
            <a:picLocks noChangeAspect="1"/>
          </p:cNvPicPr>
          <p:nvPr/>
        </p:nvPicPr>
        <p:blipFill>
          <a:blip r:embed="rId2"/>
          <a:stretch>
            <a:fillRect/>
          </a:stretch>
        </p:blipFill>
        <p:spPr>
          <a:xfrm>
            <a:off x="911860" y="1351915"/>
            <a:ext cx="7685405" cy="44824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pic>
        <p:nvPicPr>
          <p:cNvPr id="2" name="图片 1"/>
          <p:cNvPicPr>
            <a:picLocks noChangeAspect="1"/>
          </p:cNvPicPr>
          <p:nvPr/>
        </p:nvPicPr>
        <p:blipFill>
          <a:blip r:embed="rId1"/>
          <a:stretch>
            <a:fillRect/>
          </a:stretch>
        </p:blipFill>
        <p:spPr>
          <a:xfrm>
            <a:off x="1050290" y="1536065"/>
            <a:ext cx="7431405" cy="4037330"/>
          </a:xfrm>
          <a:prstGeom prst="rect">
            <a:avLst/>
          </a:prstGeom>
        </p:spPr>
      </p:pic>
      <p:pic>
        <p:nvPicPr>
          <p:cNvPr id="3" name="图片 2"/>
          <p:cNvPicPr>
            <a:picLocks noChangeAspect="1"/>
          </p:cNvPicPr>
          <p:nvPr/>
        </p:nvPicPr>
        <p:blipFill>
          <a:blip r:embed="rId2"/>
          <a:stretch>
            <a:fillRect/>
          </a:stretch>
        </p:blipFill>
        <p:spPr>
          <a:xfrm>
            <a:off x="418465" y="338455"/>
            <a:ext cx="3059430" cy="8559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pic>
        <p:nvPicPr>
          <p:cNvPr id="2" name="图片 1"/>
          <p:cNvPicPr>
            <a:picLocks noChangeAspect="1"/>
          </p:cNvPicPr>
          <p:nvPr/>
        </p:nvPicPr>
        <p:blipFill>
          <a:blip r:embed="rId1"/>
          <a:stretch>
            <a:fillRect/>
          </a:stretch>
        </p:blipFill>
        <p:spPr>
          <a:xfrm>
            <a:off x="452120" y="1741170"/>
            <a:ext cx="8825230" cy="3375660"/>
          </a:xfrm>
          <a:prstGeom prst="rect">
            <a:avLst/>
          </a:prstGeom>
        </p:spPr>
      </p:pic>
      <p:pic>
        <p:nvPicPr>
          <p:cNvPr id="3" name="图片 2"/>
          <p:cNvPicPr>
            <a:picLocks noChangeAspect="1"/>
          </p:cNvPicPr>
          <p:nvPr/>
        </p:nvPicPr>
        <p:blipFill>
          <a:blip r:embed="rId2"/>
          <a:stretch>
            <a:fillRect/>
          </a:stretch>
        </p:blipFill>
        <p:spPr>
          <a:xfrm>
            <a:off x="452120" y="438150"/>
            <a:ext cx="5081270" cy="8147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pic>
        <p:nvPicPr>
          <p:cNvPr id="2" name="图片 1"/>
          <p:cNvPicPr>
            <a:picLocks noChangeAspect="1"/>
          </p:cNvPicPr>
          <p:nvPr/>
        </p:nvPicPr>
        <p:blipFill>
          <a:blip r:embed="rId1"/>
          <a:stretch>
            <a:fillRect/>
          </a:stretch>
        </p:blipFill>
        <p:spPr>
          <a:xfrm>
            <a:off x="499745" y="1423670"/>
            <a:ext cx="8143875" cy="4010025"/>
          </a:xfrm>
          <a:prstGeom prst="rect">
            <a:avLst/>
          </a:prstGeom>
        </p:spPr>
      </p:pic>
      <p:sp>
        <p:nvSpPr>
          <p:cNvPr id="36868" name="Text Box 4"/>
          <p:cNvSpPr txBox="1">
            <a:spLocks noChangeArrowheads="1"/>
          </p:cNvSpPr>
          <p:nvPr/>
        </p:nvSpPr>
        <p:spPr bwMode="auto">
          <a:xfrm>
            <a:off x="365549" y="440268"/>
            <a:ext cx="495582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defTabSz="812800" eaLnBrk="0" fontAlgn="base" hangingPunct="0">
              <a:spcBef>
                <a:spcPct val="50000"/>
              </a:spcBef>
              <a:spcAft>
                <a:spcPct val="0"/>
              </a:spcAft>
            </a:pPr>
            <a:r>
              <a:rPr lang="en-US" altLang="zh-CN" sz="2800" b="1" dirty="0">
                <a:solidFill>
                  <a:srgbClr val="FF0000"/>
                </a:solidFill>
                <a:latin typeface="Arial" panose="020B0604020202020204" pitchFamily="34" charset="0"/>
                <a:ea typeface="微软雅黑" panose="020B0503020204020204" charset="-122"/>
              </a:rPr>
              <a:t>4.2.2   </a:t>
            </a:r>
            <a:r>
              <a:rPr lang="zh-CN" altLang="en-US" sz="2800" b="1" dirty="0">
                <a:solidFill>
                  <a:srgbClr val="FF0000"/>
                </a:solidFill>
                <a:latin typeface="Arial" panose="020B0604020202020204" pitchFamily="34" charset="0"/>
                <a:ea typeface="微软雅黑" panose="020B0503020204020204" charset="-122"/>
              </a:rPr>
              <a:t>影响镀层质量的因素</a:t>
            </a:r>
            <a:endParaRPr lang="en-US" altLang="zh-CN" sz="2800" b="1" dirty="0">
              <a:solidFill>
                <a:srgbClr val="FF0000"/>
              </a:solidFill>
              <a:latin typeface="Arial" panose="020B0604020202020204" pitchFamily="34" charset="0"/>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pic>
        <p:nvPicPr>
          <p:cNvPr id="5" name="图片 4"/>
          <p:cNvPicPr>
            <a:picLocks noChangeAspect="1"/>
          </p:cNvPicPr>
          <p:nvPr/>
        </p:nvPicPr>
        <p:blipFill>
          <a:blip r:embed="rId1"/>
          <a:stretch>
            <a:fillRect/>
          </a:stretch>
        </p:blipFill>
        <p:spPr>
          <a:xfrm>
            <a:off x="540385" y="1035685"/>
            <a:ext cx="8343265" cy="4260215"/>
          </a:xfrm>
          <a:prstGeom prst="rect">
            <a:avLst/>
          </a:prstGeom>
        </p:spPr>
      </p:pic>
      <p:sp>
        <p:nvSpPr>
          <p:cNvPr id="2" name="文本框 1"/>
          <p:cNvSpPr txBox="1"/>
          <p:nvPr/>
        </p:nvSpPr>
        <p:spPr>
          <a:xfrm>
            <a:off x="540385" y="224155"/>
            <a:ext cx="4572000" cy="521970"/>
          </a:xfrm>
          <a:prstGeom prst="rect">
            <a:avLst/>
          </a:prstGeom>
          <a:noFill/>
        </p:spPr>
        <p:txBody>
          <a:bodyPr wrap="square" rtlCol="0" anchor="t">
            <a:spAutoFit/>
          </a:bodyPr>
          <a:p>
            <a:r>
              <a:rPr lang="en-US" altLang="zh-CN" sz="2800" dirty="0">
                <a:solidFill>
                  <a:srgbClr val="FF0000"/>
                </a:solidFill>
                <a:latin typeface="Arial" panose="020B0604020202020204" pitchFamily="34" charset="0"/>
                <a:ea typeface="微软雅黑" panose="020B0503020204020204" charset="-122"/>
                <a:sym typeface="+mn-ea"/>
              </a:rPr>
              <a:t>4</a:t>
            </a:r>
            <a:r>
              <a:rPr lang="zh-CN" altLang="en-US" sz="2800" dirty="0">
                <a:solidFill>
                  <a:srgbClr val="FF0000"/>
                </a:solidFill>
                <a:latin typeface="Arial" panose="020B0604020202020204" pitchFamily="34" charset="0"/>
                <a:ea typeface="微软雅黑" panose="020B0503020204020204" charset="-122"/>
                <a:sym typeface="+mn-ea"/>
              </a:rPr>
              <a:t>.</a:t>
            </a:r>
            <a:r>
              <a:rPr lang="en-US" altLang="zh-CN" sz="2800" dirty="0">
                <a:solidFill>
                  <a:srgbClr val="FF0000"/>
                </a:solidFill>
                <a:latin typeface="Arial" panose="020B0604020202020204" pitchFamily="34" charset="0"/>
                <a:ea typeface="微软雅黑" panose="020B0503020204020204" charset="-122"/>
                <a:sym typeface="+mn-ea"/>
              </a:rPr>
              <a:t>2.2</a:t>
            </a:r>
            <a:r>
              <a:rPr lang="zh-CN" altLang="en-US" sz="2800" dirty="0">
                <a:solidFill>
                  <a:srgbClr val="FF0000"/>
                </a:solidFill>
                <a:latin typeface="Arial" panose="020B0604020202020204" pitchFamily="34" charset="0"/>
                <a:ea typeface="微软雅黑" panose="020B0503020204020204" charset="-122"/>
                <a:sym typeface="+mn-ea"/>
              </a:rPr>
              <a:t>.</a:t>
            </a:r>
            <a:r>
              <a:rPr lang="en-US" altLang="zh-CN" sz="2800" dirty="0">
                <a:solidFill>
                  <a:srgbClr val="FF0000"/>
                </a:solidFill>
                <a:latin typeface="Arial" panose="020B0604020202020204" pitchFamily="34" charset="0"/>
                <a:ea typeface="微软雅黑" panose="020B0503020204020204" charset="-122"/>
                <a:sym typeface="+mn-ea"/>
              </a:rPr>
              <a:t>1 电镀溶液的</a:t>
            </a:r>
            <a:r>
              <a:rPr lang="zh-CN" altLang="en-US" sz="2800" dirty="0">
                <a:solidFill>
                  <a:srgbClr val="FF0000"/>
                </a:solidFill>
                <a:latin typeface="Arial" panose="020B0604020202020204" pitchFamily="34" charset="0"/>
                <a:ea typeface="微软雅黑" panose="020B0503020204020204" charset="-122"/>
                <a:sym typeface="+mn-ea"/>
              </a:rPr>
              <a:t>选择</a:t>
            </a:r>
            <a:endParaRPr lang="zh-CN" altLang="en-US" sz="2800" dirty="0">
              <a:solidFill>
                <a:srgbClr val="FF0000"/>
              </a:solidFill>
              <a:latin typeface="Arial" panose="020B0604020202020204" pitchFamily="34" charset="0"/>
              <a:ea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pic>
        <p:nvPicPr>
          <p:cNvPr id="2" name="图片 1"/>
          <p:cNvPicPr>
            <a:picLocks noChangeAspect="1"/>
          </p:cNvPicPr>
          <p:nvPr/>
        </p:nvPicPr>
        <p:blipFill>
          <a:blip r:embed="rId1"/>
          <a:stretch>
            <a:fillRect/>
          </a:stretch>
        </p:blipFill>
        <p:spPr>
          <a:xfrm>
            <a:off x="620395" y="976630"/>
            <a:ext cx="7903845" cy="43980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0"/>
          </p:nvPr>
        </p:nvSpPr>
        <p:spPr/>
        <p:txBody>
          <a:bodyPr/>
          <a:lstStyle/>
          <a:p>
            <a:pPr defTabSz="812800" eaLnBrk="0" fontAlgn="base" hangingPunct="0">
              <a:spcBef>
                <a:spcPct val="0"/>
              </a:spcBef>
              <a:spcAft>
                <a:spcPct val="0"/>
              </a:spcAft>
            </a:pPr>
            <a:fld id="{635184DF-15CA-40EB-B608-B93772AAA50B}" type="slidenum">
              <a:rPr lang="zh-CN" altLang="en-US">
                <a:solidFill>
                  <a:srgbClr val="FFFFFF"/>
                </a:solidFill>
                <a:latin typeface="Arial" panose="020B0604020202020204" pitchFamily="34" charset="0"/>
                <a:ea typeface="微软雅黑" panose="020B0503020204020204" charset="-122"/>
              </a:rPr>
            </a:fld>
            <a:r>
              <a:rPr lang="en-US" altLang="zh-CN">
                <a:solidFill>
                  <a:srgbClr val="FFFFFF"/>
                </a:solidFill>
                <a:latin typeface="Arial" panose="020B0604020202020204" pitchFamily="34" charset="0"/>
                <a:ea typeface="微软雅黑" panose="020B0503020204020204" charset="-122"/>
              </a:rPr>
              <a:t> of 109 </a:t>
            </a:r>
            <a:endParaRPr lang="en-US" altLang="zh-CN">
              <a:solidFill>
                <a:srgbClr val="FFFFFF"/>
              </a:solidFill>
              <a:latin typeface="Arial" panose="020B0604020202020204" pitchFamily="34" charset="0"/>
              <a:ea typeface="微软雅黑" panose="020B0503020204020204" charset="-122"/>
            </a:endParaRPr>
          </a:p>
        </p:txBody>
      </p:sp>
      <p:sp>
        <p:nvSpPr>
          <p:cNvPr id="36867" name="Rectangle 3"/>
          <p:cNvSpPr>
            <a:spLocks noGrp="1" noChangeArrowheads="1"/>
          </p:cNvSpPr>
          <p:nvPr>
            <p:ph type="body" idx="1"/>
          </p:nvPr>
        </p:nvSpPr>
        <p:spPr>
          <a:xfrm>
            <a:off x="342901" y="1483854"/>
            <a:ext cx="8458200" cy="1579033"/>
          </a:xfrm>
        </p:spPr>
        <p:txBody>
          <a:bodyPr/>
          <a:lstStyle/>
          <a:p>
            <a:pPr>
              <a:buFontTx/>
              <a:buNone/>
            </a:pPr>
            <a:r>
              <a:rPr lang="zh-CN" altLang="en-US" sz="3200" b="1">
                <a:latin typeface="Arial" panose="020B0604020202020204" pitchFamily="34" charset="0"/>
                <a:ea typeface="微软雅黑" panose="020B0503020204020204" charset="-122"/>
                <a:cs typeface="微软雅黑" panose="020B0503020204020204" charset="-122"/>
              </a:rPr>
              <a:t>(1) .主盐</a:t>
            </a:r>
            <a:endParaRPr lang="zh-CN" altLang="en-US" sz="3200" b="1">
              <a:latin typeface="Arial" panose="020B0604020202020204" pitchFamily="34" charset="0"/>
              <a:ea typeface="微软雅黑" panose="020B0503020204020204" charset="-122"/>
              <a:cs typeface="微软雅黑" panose="020B0503020204020204" charset="-122"/>
            </a:endParaRPr>
          </a:p>
          <a:p>
            <a:pPr algn="just">
              <a:buFontTx/>
              <a:buNone/>
            </a:pPr>
            <a:r>
              <a:rPr lang="zh-CN" altLang="en-US">
                <a:latin typeface="Arial" panose="020B0604020202020204" pitchFamily="34" charset="0"/>
                <a:ea typeface="微软雅黑" panose="020B0503020204020204" charset="-122"/>
                <a:cs typeface="微软雅黑" panose="020B0503020204020204" charset="-122"/>
              </a:rPr>
              <a:t>      镀层金属的盐叫主盐。</a:t>
            </a:r>
            <a:endParaRPr lang="zh-CN" altLang="en-US">
              <a:latin typeface="Arial" panose="020B0604020202020204" pitchFamily="34" charset="0"/>
              <a:ea typeface="微软雅黑" panose="020B0503020204020204" charset="-122"/>
              <a:cs typeface="微软雅黑" panose="020B0503020204020204" charset="-122"/>
            </a:endParaRPr>
          </a:p>
          <a:p>
            <a:pPr algn="just">
              <a:buFontTx/>
              <a:buNone/>
            </a:pPr>
            <a:r>
              <a:rPr lang="zh-CN" altLang="en-US">
                <a:latin typeface="Arial" panose="020B0604020202020204" pitchFamily="34" charset="0"/>
                <a:ea typeface="微软雅黑" panose="020B0503020204020204" charset="-122"/>
                <a:cs typeface="微软雅黑" panose="020B0503020204020204" charset="-122"/>
              </a:rPr>
              <a:t>     钢铁镀锌用ZnCl</a:t>
            </a:r>
            <a:r>
              <a:rPr lang="zh-CN" altLang="en-US" baseline="-25000">
                <a:latin typeface="Arial" panose="020B0604020202020204" pitchFamily="34" charset="0"/>
                <a:ea typeface="微软雅黑" panose="020B0503020204020204" charset="-122"/>
                <a:cs typeface="微软雅黑" panose="020B0503020204020204" charset="-122"/>
              </a:rPr>
              <a:t>2</a:t>
            </a:r>
            <a:r>
              <a:rPr lang="zh-CN" altLang="en-US">
                <a:latin typeface="Arial" panose="020B0604020202020204" pitchFamily="34" charset="0"/>
                <a:ea typeface="微软雅黑" panose="020B0503020204020204" charset="-122"/>
                <a:cs typeface="微软雅黑" panose="020B0503020204020204" charset="-122"/>
              </a:rPr>
              <a:t>电镀液，主盐：ZnCl</a:t>
            </a:r>
            <a:r>
              <a:rPr lang="zh-CN" altLang="en-US" baseline="-25000">
                <a:latin typeface="Arial" panose="020B0604020202020204" pitchFamily="34" charset="0"/>
                <a:ea typeface="微软雅黑" panose="020B0503020204020204" charset="-122"/>
                <a:cs typeface="微软雅黑" panose="020B0503020204020204" charset="-122"/>
              </a:rPr>
              <a:t>2</a:t>
            </a:r>
            <a:endParaRPr lang="zh-CN" altLang="en-US" baseline="-25000">
              <a:latin typeface="Arial" panose="020B0604020202020204" pitchFamily="34" charset="0"/>
              <a:ea typeface="微软雅黑" panose="020B0503020204020204" charset="-122"/>
              <a:cs typeface="微软雅黑" panose="020B0503020204020204" charset="-122"/>
            </a:endParaRPr>
          </a:p>
          <a:p>
            <a:pPr algn="just">
              <a:buFontTx/>
              <a:buNone/>
            </a:pPr>
            <a:r>
              <a:rPr lang="zh-CN" altLang="en-US">
                <a:latin typeface="Arial" panose="020B0604020202020204" pitchFamily="34" charset="0"/>
                <a:ea typeface="微软雅黑" panose="020B0503020204020204" charset="-122"/>
                <a:cs typeface="微软雅黑" panose="020B0503020204020204" charset="-122"/>
              </a:rPr>
              <a:t>     钢铁镀铜用CuSO</a:t>
            </a:r>
            <a:r>
              <a:rPr lang="zh-CN" altLang="en-US" baseline="-25000">
                <a:latin typeface="Arial" panose="020B0604020202020204" pitchFamily="34" charset="0"/>
                <a:ea typeface="微软雅黑" panose="020B0503020204020204" charset="-122"/>
                <a:cs typeface="微软雅黑" panose="020B0503020204020204" charset="-122"/>
              </a:rPr>
              <a:t>4</a:t>
            </a:r>
            <a:r>
              <a:rPr lang="zh-CN" altLang="en-US">
                <a:latin typeface="Arial" panose="020B0604020202020204" pitchFamily="34" charset="0"/>
                <a:ea typeface="微软雅黑" panose="020B0503020204020204" charset="-122"/>
                <a:cs typeface="微软雅黑" panose="020B0503020204020204" charset="-122"/>
              </a:rPr>
              <a:t>电镀液，主盐：CuSO</a:t>
            </a:r>
            <a:r>
              <a:rPr lang="zh-CN" altLang="en-US" baseline="-25000">
                <a:latin typeface="Arial" panose="020B0604020202020204" pitchFamily="34" charset="0"/>
                <a:ea typeface="微软雅黑" panose="020B0503020204020204" charset="-122"/>
                <a:cs typeface="微软雅黑" panose="020B0503020204020204" charset="-122"/>
              </a:rPr>
              <a:t>4</a:t>
            </a:r>
            <a:endParaRPr lang="zh-CN" altLang="en-US">
              <a:latin typeface="Arial" panose="020B0604020202020204" pitchFamily="34" charset="0"/>
              <a:ea typeface="微软雅黑" panose="020B0503020204020204" charset="-122"/>
              <a:cs typeface="微软雅黑" panose="020B0503020204020204" charset="-122"/>
            </a:endParaRPr>
          </a:p>
        </p:txBody>
      </p:sp>
      <p:sp>
        <p:nvSpPr>
          <p:cNvPr id="36869" name="Text Box 5"/>
          <p:cNvSpPr txBox="1">
            <a:spLocks noChangeArrowheads="1"/>
          </p:cNvSpPr>
          <p:nvPr/>
        </p:nvSpPr>
        <p:spPr bwMode="auto">
          <a:xfrm>
            <a:off x="426155" y="4445000"/>
            <a:ext cx="2439812"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0"/>
              </a:spcBef>
              <a:spcAft>
                <a:spcPct val="0"/>
              </a:spcAft>
            </a:pPr>
            <a:r>
              <a:rPr lang="zh-CN" altLang="en-US" sz="2135">
                <a:solidFill>
                  <a:srgbClr val="000000"/>
                </a:solidFill>
                <a:latin typeface="Arial" panose="020B0604020202020204" pitchFamily="34" charset="0"/>
                <a:ea typeface="微软雅黑" panose="020B0503020204020204" charset="-122"/>
                <a:cs typeface="微软雅黑" panose="020B0503020204020204" charset="-122"/>
              </a:rPr>
              <a:t>    主盐的存在形式</a:t>
            </a:r>
            <a:endParaRPr lang="zh-CN" altLang="en-US" sz="2135">
              <a:solidFill>
                <a:srgbClr val="000000"/>
              </a:solidFill>
              <a:latin typeface="Arial" panose="020B0604020202020204" pitchFamily="34" charset="0"/>
              <a:ea typeface="微软雅黑" panose="020B0503020204020204" charset="-122"/>
              <a:cs typeface="微软雅黑" panose="020B0503020204020204" charset="-122"/>
            </a:endParaRPr>
          </a:p>
        </p:txBody>
      </p:sp>
      <p:sp>
        <p:nvSpPr>
          <p:cNvPr id="36870" name="AutoShape 6"/>
          <p:cNvSpPr/>
          <p:nvPr/>
        </p:nvSpPr>
        <p:spPr bwMode="auto">
          <a:xfrm>
            <a:off x="2956278" y="4264378"/>
            <a:ext cx="128411" cy="915812"/>
          </a:xfrm>
          <a:prstGeom prst="leftBrace">
            <a:avLst>
              <a:gd name="adj1" fmla="val 59432"/>
              <a:gd name="adj2" fmla="val 50000"/>
            </a:avLst>
          </a:prstGeom>
          <a:noFill/>
          <a:ln w="2540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812800" eaLnBrk="0" fontAlgn="base" hangingPunct="0">
              <a:spcBef>
                <a:spcPct val="0"/>
              </a:spcBef>
              <a:spcAft>
                <a:spcPct val="0"/>
              </a:spcAft>
            </a:pPr>
            <a:endParaRPr lang="zh-CN" altLang="en-US" sz="2135">
              <a:solidFill>
                <a:srgbClr val="000000"/>
              </a:solidFill>
              <a:latin typeface="Arial" panose="020B0604020202020204" pitchFamily="34" charset="0"/>
              <a:ea typeface="微软雅黑" panose="020B0503020204020204" charset="-122"/>
            </a:endParaRPr>
          </a:p>
        </p:txBody>
      </p:sp>
      <p:sp>
        <p:nvSpPr>
          <p:cNvPr id="36871" name="Text Box 7"/>
          <p:cNvSpPr txBox="1">
            <a:spLocks noChangeArrowheads="1"/>
          </p:cNvSpPr>
          <p:nvPr/>
        </p:nvSpPr>
        <p:spPr bwMode="auto">
          <a:xfrm>
            <a:off x="3238501" y="4148667"/>
            <a:ext cx="2734733" cy="1078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0"/>
              </a:spcBef>
              <a:spcAft>
                <a:spcPct val="0"/>
              </a:spcAft>
            </a:pPr>
            <a:r>
              <a:rPr lang="zh-CN" altLang="en-US" sz="2135">
                <a:solidFill>
                  <a:srgbClr val="000000"/>
                </a:solidFill>
                <a:latin typeface="Arial" panose="020B0604020202020204" pitchFamily="34" charset="0"/>
                <a:ea typeface="微软雅黑" panose="020B0503020204020204" charset="-122"/>
                <a:cs typeface="微软雅黑" panose="020B0503020204020204" charset="-122"/>
              </a:rPr>
              <a:t>简单离子，如 </a:t>
            </a:r>
            <a:r>
              <a:rPr lang="en-US" altLang="zh-CN" sz="2135">
                <a:solidFill>
                  <a:srgbClr val="000000"/>
                </a:solidFill>
                <a:latin typeface="Arial" panose="020B0604020202020204" pitchFamily="34" charset="0"/>
                <a:ea typeface="微软雅黑" panose="020B0503020204020204" charset="-122"/>
                <a:cs typeface="微软雅黑" panose="020B0503020204020204" charset="-122"/>
              </a:rPr>
              <a:t>Zn</a:t>
            </a:r>
            <a:r>
              <a:rPr lang="en-US" altLang="zh-CN" sz="2135" baseline="30000">
                <a:solidFill>
                  <a:srgbClr val="000000"/>
                </a:solidFill>
                <a:latin typeface="Arial" panose="020B0604020202020204" pitchFamily="34" charset="0"/>
                <a:ea typeface="微软雅黑" panose="020B0503020204020204" charset="-122"/>
                <a:cs typeface="微软雅黑" panose="020B0503020204020204" charset="-122"/>
              </a:rPr>
              <a:t>2+</a:t>
            </a:r>
            <a:r>
              <a:rPr lang="zh-CN" altLang="en-US" sz="2135">
                <a:solidFill>
                  <a:srgbClr val="000000"/>
                </a:solidFill>
                <a:latin typeface="Arial" panose="020B0604020202020204" pitchFamily="34" charset="0"/>
                <a:ea typeface="微软雅黑" panose="020B0503020204020204" charset="-122"/>
                <a:cs typeface="微软雅黑" panose="020B0503020204020204" charset="-122"/>
              </a:rPr>
              <a:t>，</a:t>
            </a:r>
            <a:endParaRPr lang="zh-CN" altLang="en-US" sz="2135">
              <a:solidFill>
                <a:srgbClr val="000000"/>
              </a:solidFill>
              <a:latin typeface="Arial" panose="020B0604020202020204" pitchFamily="34" charset="0"/>
              <a:ea typeface="微软雅黑" panose="020B0503020204020204" charset="-122"/>
              <a:cs typeface="微软雅黑" panose="020B0503020204020204" charset="-122"/>
            </a:endParaRPr>
          </a:p>
          <a:p>
            <a:pPr defTabSz="812800" eaLnBrk="0" fontAlgn="base" hangingPunct="0">
              <a:spcBef>
                <a:spcPct val="0"/>
              </a:spcBef>
              <a:spcAft>
                <a:spcPct val="0"/>
              </a:spcAft>
            </a:pPr>
            <a:endParaRPr lang="zh-CN" altLang="en-US" sz="2135">
              <a:solidFill>
                <a:srgbClr val="000000"/>
              </a:solidFill>
              <a:latin typeface="Arial" panose="020B0604020202020204" pitchFamily="34" charset="0"/>
              <a:ea typeface="微软雅黑" panose="020B0503020204020204" charset="-122"/>
              <a:cs typeface="微软雅黑" panose="020B0503020204020204" charset="-122"/>
            </a:endParaRPr>
          </a:p>
          <a:p>
            <a:pPr defTabSz="812800" eaLnBrk="0" fontAlgn="base" hangingPunct="0">
              <a:spcBef>
                <a:spcPct val="0"/>
              </a:spcBef>
              <a:spcAft>
                <a:spcPct val="0"/>
              </a:spcAft>
            </a:pPr>
            <a:r>
              <a:rPr lang="zh-CN" altLang="en-US" sz="2135">
                <a:solidFill>
                  <a:srgbClr val="000000"/>
                </a:solidFill>
                <a:latin typeface="Arial" panose="020B0604020202020204" pitchFamily="34" charset="0"/>
                <a:ea typeface="微软雅黑" panose="020B0503020204020204" charset="-122"/>
                <a:cs typeface="微软雅黑" panose="020B0503020204020204" charset="-122"/>
              </a:rPr>
              <a:t>络合离子    </a:t>
            </a:r>
            <a:r>
              <a:rPr lang="en-US" altLang="zh-CN" sz="2135">
                <a:solidFill>
                  <a:srgbClr val="000000"/>
                </a:solidFill>
                <a:latin typeface="Arial" panose="020B0604020202020204" pitchFamily="34" charset="0"/>
                <a:ea typeface="微软雅黑" panose="020B0503020204020204" charset="-122"/>
                <a:cs typeface="微软雅黑" panose="020B0503020204020204" charset="-122"/>
              </a:rPr>
              <a:t>Zn(CN)</a:t>
            </a:r>
            <a:r>
              <a:rPr lang="en-US" altLang="zh-CN" sz="2135" baseline="-25000">
                <a:solidFill>
                  <a:srgbClr val="000000"/>
                </a:solidFill>
                <a:latin typeface="Arial" panose="020B0604020202020204" pitchFamily="34" charset="0"/>
                <a:ea typeface="微软雅黑" panose="020B0503020204020204" charset="-122"/>
                <a:cs typeface="微软雅黑" panose="020B0503020204020204" charset="-122"/>
              </a:rPr>
              <a:t>4</a:t>
            </a:r>
            <a:r>
              <a:rPr lang="en-US" altLang="zh-CN" sz="2135" baseline="30000">
                <a:solidFill>
                  <a:srgbClr val="000000"/>
                </a:solidFill>
                <a:latin typeface="Arial" panose="020B0604020202020204" pitchFamily="34" charset="0"/>
                <a:ea typeface="微软雅黑" panose="020B0503020204020204" charset="-122"/>
                <a:cs typeface="微软雅黑" panose="020B0503020204020204" charset="-122"/>
              </a:rPr>
              <a:t>2-</a:t>
            </a:r>
            <a:endParaRPr lang="zh-CN" altLang="en-US" sz="2135">
              <a:solidFill>
                <a:srgbClr val="000000"/>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defTabSz="812800" eaLnBrk="0" fontAlgn="base" hangingPunct="0">
              <a:spcBef>
                <a:spcPct val="0"/>
              </a:spcBef>
              <a:spcAft>
                <a:spcPct val="0"/>
              </a:spcAft>
            </a:pPr>
            <a:fld id="{A69C7CEF-B37A-4546-B14F-9BE12683175A}"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38914" name="Rectangle 2"/>
          <p:cNvSpPr>
            <a:spLocks noGrp="1" noChangeArrowheads="1"/>
          </p:cNvSpPr>
          <p:nvPr>
            <p:ph type="body" idx="1"/>
          </p:nvPr>
        </p:nvSpPr>
        <p:spPr>
          <a:xfrm>
            <a:off x="396523" y="3183467"/>
            <a:ext cx="8147756" cy="1811867"/>
          </a:xfrm>
        </p:spPr>
        <p:txBody>
          <a:bodyPr/>
          <a:lstStyle/>
          <a:p>
            <a:pPr algn="just">
              <a:lnSpc>
                <a:spcPct val="150000"/>
              </a:lnSpc>
            </a:pPr>
            <a:r>
              <a:rPr lang="zh-CN" altLang="en-US">
                <a:ea typeface="微软雅黑" panose="020B0503020204020204" charset="-122"/>
              </a:rPr>
              <a:t>主盐浓度过大，浓差极化降低，导致晶核产生速度变慢，镀层粗糙。</a:t>
            </a:r>
            <a:endParaRPr lang="zh-CN" altLang="en-US">
              <a:ea typeface="微软雅黑" panose="020B0503020204020204" charset="-122"/>
            </a:endParaRPr>
          </a:p>
          <a:p>
            <a:pPr algn="just">
              <a:lnSpc>
                <a:spcPct val="150000"/>
              </a:lnSpc>
            </a:pPr>
            <a:r>
              <a:rPr lang="zh-CN" altLang="en-US">
                <a:ea typeface="微软雅黑" panose="020B0503020204020204" charset="-122"/>
              </a:rPr>
              <a:t>主盐浓度稀，导电性能差，阴极电流效率降低。</a:t>
            </a:r>
            <a:endParaRPr lang="zh-CN" altLang="en-US">
              <a:ea typeface="微软雅黑" panose="020B0503020204020204" charset="-122"/>
            </a:endParaRPr>
          </a:p>
        </p:txBody>
      </p:sp>
      <p:sp>
        <p:nvSpPr>
          <p:cNvPr id="38915" name="Text Box 3"/>
          <p:cNvSpPr txBox="1">
            <a:spLocks noChangeArrowheads="1"/>
          </p:cNvSpPr>
          <p:nvPr/>
        </p:nvSpPr>
        <p:spPr bwMode="auto">
          <a:xfrm>
            <a:off x="736530" y="980794"/>
            <a:ext cx="7250289" cy="473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490" b="1">
                <a:solidFill>
                  <a:srgbClr val="000000"/>
                </a:solidFill>
                <a:latin typeface="Arial" panose="020B0604020202020204" pitchFamily="34" charset="0"/>
                <a:ea typeface="微软雅黑" panose="020B0503020204020204" charset="-122"/>
              </a:rPr>
              <a:t>主盐浓度</a:t>
            </a:r>
            <a:endParaRPr lang="zh-CN" altLang="en-US" sz="2490" b="1">
              <a:solidFill>
                <a:srgbClr val="000000"/>
              </a:solidFill>
              <a:latin typeface="Arial" panose="020B0604020202020204" pitchFamily="34" charset="0"/>
              <a:ea typeface="微软雅黑" panose="020B0503020204020204" charset="-122"/>
            </a:endParaRPr>
          </a:p>
        </p:txBody>
      </p:sp>
      <p:sp>
        <p:nvSpPr>
          <p:cNvPr id="38916" name="Text Box 4"/>
          <p:cNvSpPr txBox="1">
            <a:spLocks noChangeArrowheads="1"/>
          </p:cNvSpPr>
          <p:nvPr/>
        </p:nvSpPr>
        <p:spPr bwMode="auto">
          <a:xfrm>
            <a:off x="592667" y="1862667"/>
            <a:ext cx="7882467" cy="913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每种电镀液的主盐都有一个合适的浓度范围。</a:t>
            </a:r>
            <a:endParaRPr lang="zh-CN" altLang="en-US" sz="2135">
              <a:solidFill>
                <a:srgbClr val="000000"/>
              </a:solidFill>
              <a:latin typeface="Arial" panose="020B0604020202020204" pitchFamily="34" charset="0"/>
              <a:ea typeface="微软雅黑" panose="020B0503020204020204" charset="-122"/>
            </a:endParaRPr>
          </a:p>
          <a:p>
            <a:pPr defTabSz="812800" eaLnBrk="0" fontAlgn="base" hangingPunct="0">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焦磷酸铜</a:t>
            </a:r>
            <a:r>
              <a:rPr lang="en-US" altLang="zh-CN" sz="2135">
                <a:solidFill>
                  <a:srgbClr val="000000"/>
                </a:solidFill>
                <a:latin typeface="Arial" panose="020B0604020202020204" pitchFamily="34" charset="0"/>
                <a:ea typeface="微软雅黑" panose="020B0503020204020204" charset="-122"/>
              </a:rPr>
              <a:t>(Cu</a:t>
            </a:r>
            <a:r>
              <a:rPr lang="en-US" altLang="zh-CN" sz="2135" baseline="-25000">
                <a:solidFill>
                  <a:srgbClr val="000000"/>
                </a:solidFill>
                <a:latin typeface="Arial" panose="020B0604020202020204" pitchFamily="34" charset="0"/>
                <a:ea typeface="微软雅黑" panose="020B0503020204020204" charset="-122"/>
              </a:rPr>
              <a:t>2</a:t>
            </a:r>
            <a:r>
              <a:rPr lang="en-US" altLang="zh-CN" sz="2135">
                <a:solidFill>
                  <a:srgbClr val="000000"/>
                </a:solidFill>
                <a:latin typeface="Arial" panose="020B0604020202020204" pitchFamily="34" charset="0"/>
                <a:ea typeface="微软雅黑" panose="020B0503020204020204" charset="-122"/>
              </a:rPr>
              <a:t>P</a:t>
            </a:r>
            <a:r>
              <a:rPr lang="en-US" altLang="zh-CN" sz="2135" baseline="-25000">
                <a:solidFill>
                  <a:srgbClr val="000000"/>
                </a:solidFill>
                <a:latin typeface="Arial" panose="020B0604020202020204" pitchFamily="34" charset="0"/>
                <a:ea typeface="微软雅黑" panose="020B0503020204020204" charset="-122"/>
              </a:rPr>
              <a:t>2</a:t>
            </a:r>
            <a:r>
              <a:rPr lang="en-US" altLang="zh-CN" sz="2135">
                <a:solidFill>
                  <a:srgbClr val="000000"/>
                </a:solidFill>
                <a:latin typeface="Arial" panose="020B0604020202020204" pitchFamily="34" charset="0"/>
                <a:ea typeface="微软雅黑" panose="020B0503020204020204" charset="-122"/>
              </a:rPr>
              <a:t>O</a:t>
            </a:r>
            <a:r>
              <a:rPr lang="en-US" altLang="zh-CN" sz="2135" baseline="-25000">
                <a:solidFill>
                  <a:srgbClr val="000000"/>
                </a:solidFill>
                <a:latin typeface="Arial" panose="020B0604020202020204" pitchFamily="34" charset="0"/>
                <a:ea typeface="微软雅黑" panose="020B0503020204020204" charset="-122"/>
              </a:rPr>
              <a:t>7</a:t>
            </a:r>
            <a:r>
              <a:rPr lang="en-US" altLang="zh-CN" sz="2135">
                <a:solidFill>
                  <a:srgbClr val="000000"/>
                </a:solidFill>
                <a:latin typeface="Arial" panose="020B0604020202020204" pitchFamily="34" charset="0"/>
                <a:ea typeface="微软雅黑" panose="020B0503020204020204" charset="-122"/>
              </a:rPr>
              <a:t>)    50~100 g/L</a:t>
            </a:r>
            <a:endParaRPr lang="en-US" altLang="zh-CN" sz="2135">
              <a:solidFill>
                <a:srgbClr val="000000"/>
              </a:solidFill>
              <a:latin typeface="Arial" panose="020B0604020202020204" pitchFamily="34" charset="0"/>
              <a:ea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0"/>
          </p:nvPr>
        </p:nvSpPr>
        <p:spPr/>
        <p:txBody>
          <a:bodyPr/>
          <a:lstStyle/>
          <a:p>
            <a:pPr defTabSz="812800" eaLnBrk="0" fontAlgn="base" hangingPunct="0">
              <a:spcBef>
                <a:spcPct val="0"/>
              </a:spcBef>
              <a:spcAft>
                <a:spcPct val="0"/>
              </a:spcAft>
            </a:pPr>
            <a:fld id="{A296D963-3451-45FA-900E-D02F6E1E9790}"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39938" name="Rectangle 2"/>
          <p:cNvSpPr>
            <a:spLocks noGrp="1" noChangeArrowheads="1"/>
          </p:cNvSpPr>
          <p:nvPr>
            <p:ph type="title"/>
          </p:nvPr>
        </p:nvSpPr>
        <p:spPr>
          <a:xfrm>
            <a:off x="841023" y="646289"/>
            <a:ext cx="2497922" cy="677333"/>
          </a:xfrm>
        </p:spPr>
        <p:txBody>
          <a:bodyPr/>
          <a:lstStyle/>
          <a:p>
            <a:pPr algn="l"/>
            <a:r>
              <a:rPr lang="en-US" altLang="zh-CN" sz="3200" b="0" dirty="0">
                <a:ea typeface="微软雅黑" panose="020B0503020204020204" charset="-122"/>
              </a:rPr>
              <a:t>(</a:t>
            </a:r>
            <a:r>
              <a:rPr lang="zh-CN" altLang="en-US" sz="3200" b="0" dirty="0">
                <a:ea typeface="微软雅黑" panose="020B0503020204020204" charset="-122"/>
              </a:rPr>
              <a:t>2</a:t>
            </a:r>
            <a:r>
              <a:rPr lang="en-US" altLang="zh-CN" sz="3200" b="0" dirty="0">
                <a:ea typeface="微软雅黑" panose="020B0503020204020204" charset="-122"/>
              </a:rPr>
              <a:t>)</a:t>
            </a:r>
            <a:r>
              <a:rPr lang="zh-CN" altLang="en-US" sz="3200" b="0" dirty="0">
                <a:ea typeface="微软雅黑" panose="020B0503020204020204" charset="-122"/>
              </a:rPr>
              <a:t>. </a:t>
            </a:r>
            <a:r>
              <a:rPr lang="zh-CN" altLang="en-US" sz="3200" b="0" dirty="0">
                <a:ea typeface="微软雅黑" panose="020B0503020204020204" charset="-122"/>
              </a:rPr>
              <a:t>络合剂</a:t>
            </a:r>
            <a:endParaRPr lang="zh-CN" altLang="en-US" sz="3200" b="0" dirty="0">
              <a:ea typeface="微软雅黑" panose="020B0503020204020204" charset="-122"/>
            </a:endParaRPr>
          </a:p>
        </p:txBody>
      </p:sp>
      <p:sp>
        <p:nvSpPr>
          <p:cNvPr id="39939" name="Rectangle 3"/>
          <p:cNvSpPr>
            <a:spLocks noGrp="1" noChangeArrowheads="1"/>
          </p:cNvSpPr>
          <p:nvPr>
            <p:ph type="body" idx="1"/>
          </p:nvPr>
        </p:nvSpPr>
        <p:spPr>
          <a:xfrm>
            <a:off x="499534" y="1391356"/>
            <a:ext cx="8458200" cy="702733"/>
          </a:xfrm>
        </p:spPr>
        <p:txBody>
          <a:bodyPr/>
          <a:lstStyle/>
          <a:p>
            <a:pPr algn="just">
              <a:buFontTx/>
              <a:buNone/>
            </a:pPr>
            <a:r>
              <a:rPr lang="zh-CN" altLang="en-US">
                <a:latin typeface="Arial" panose="020B0604020202020204" pitchFamily="34" charset="0"/>
                <a:ea typeface="微软雅黑" panose="020B0503020204020204" charset="-122"/>
              </a:rPr>
              <a:t>络合剂是电镀液中的重要成分之一，</a:t>
            </a:r>
            <a:r>
              <a:rPr lang="zh-CN" altLang="en-US">
                <a:latin typeface="Arial" panose="020B0604020202020204" pitchFamily="34" charset="0"/>
                <a:ea typeface="微软雅黑" panose="020B0503020204020204" charset="-122"/>
              </a:rPr>
              <a:t>对镀层质量有很大影响。</a:t>
            </a:r>
            <a:endParaRPr lang="zh-CN" altLang="en-US">
              <a:latin typeface="Arial" panose="020B0604020202020204" pitchFamily="34" charset="0"/>
              <a:ea typeface="微软雅黑" panose="020B0503020204020204" charset="-122"/>
            </a:endParaRPr>
          </a:p>
        </p:txBody>
      </p:sp>
      <p:sp>
        <p:nvSpPr>
          <p:cNvPr id="39940" name="Text Box 4"/>
          <p:cNvSpPr txBox="1">
            <a:spLocks noChangeArrowheads="1"/>
          </p:cNvSpPr>
          <p:nvPr/>
        </p:nvSpPr>
        <p:spPr bwMode="auto">
          <a:xfrm>
            <a:off x="4130323" y="3026834"/>
            <a:ext cx="4601633" cy="1900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lnSpc>
                <a:spcPct val="150000"/>
              </a:lnSpc>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极化使晶核的产生速度加快，</a:t>
            </a:r>
            <a:endParaRPr lang="zh-CN" altLang="en-US" sz="2135">
              <a:solidFill>
                <a:srgbClr val="000000"/>
              </a:solidFill>
              <a:latin typeface="Arial" panose="020B0604020202020204" pitchFamily="34" charset="0"/>
              <a:ea typeface="微软雅黑" panose="020B0503020204020204" charset="-122"/>
            </a:endParaRPr>
          </a:p>
          <a:p>
            <a:pPr defTabSz="812800" eaLnBrk="0" fontAlgn="base" hangingPunct="0">
              <a:lnSpc>
                <a:spcPct val="150000"/>
              </a:lnSpc>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单个晶核的生长速度减慢。</a:t>
            </a:r>
            <a:endParaRPr lang="zh-CN" altLang="en-US" sz="2135">
              <a:solidFill>
                <a:srgbClr val="000000"/>
              </a:solidFill>
              <a:latin typeface="Arial" panose="020B0604020202020204" pitchFamily="34" charset="0"/>
              <a:ea typeface="微软雅黑" panose="020B0503020204020204" charset="-122"/>
            </a:endParaRPr>
          </a:p>
          <a:p>
            <a:pPr defTabSz="812800" eaLnBrk="0" fontAlgn="base" hangingPunct="0">
              <a:lnSpc>
                <a:spcPct val="150000"/>
              </a:lnSpc>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镀层致密。</a:t>
            </a:r>
            <a:endParaRPr lang="zh-CN" altLang="en-US" sz="2135">
              <a:solidFill>
                <a:srgbClr val="000000"/>
              </a:solidFill>
              <a:latin typeface="Arial" panose="020B0604020202020204" pitchFamily="34" charset="0"/>
              <a:ea typeface="微软雅黑" panose="020B0503020204020204" charset="-122"/>
            </a:endParaRPr>
          </a:p>
        </p:txBody>
      </p:sp>
      <p:sp>
        <p:nvSpPr>
          <p:cNvPr id="39941" name="Text Box 5"/>
          <p:cNvSpPr txBox="1">
            <a:spLocks noChangeArrowheads="1"/>
          </p:cNvSpPr>
          <p:nvPr/>
        </p:nvSpPr>
        <p:spPr bwMode="auto">
          <a:xfrm>
            <a:off x="4141611" y="2291644"/>
            <a:ext cx="4192411"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endParaRPr lang="zh-CN" altLang="en-US" sz="2135">
              <a:solidFill>
                <a:srgbClr val="000000"/>
              </a:solidFill>
              <a:latin typeface="Arial" panose="020B0604020202020204" pitchFamily="34" charset="0"/>
              <a:ea typeface="微软雅黑" panose="020B0503020204020204" charset="-122"/>
            </a:endParaRPr>
          </a:p>
        </p:txBody>
      </p:sp>
      <p:sp>
        <p:nvSpPr>
          <p:cNvPr id="39942" name="Text Box 6"/>
          <p:cNvSpPr txBox="1">
            <a:spLocks noChangeArrowheads="1"/>
          </p:cNvSpPr>
          <p:nvPr/>
        </p:nvSpPr>
        <p:spPr bwMode="auto">
          <a:xfrm>
            <a:off x="4270023" y="2291644"/>
            <a:ext cx="4502856"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en-US" altLang="zh-CN" sz="2135">
                <a:solidFill>
                  <a:srgbClr val="000000"/>
                </a:solidFill>
                <a:latin typeface="Arial" panose="020B0604020202020204" pitchFamily="34" charset="0"/>
                <a:ea typeface="微软雅黑" panose="020B0503020204020204" charset="-122"/>
              </a:rPr>
              <a:t>Zn(CN)</a:t>
            </a:r>
            <a:r>
              <a:rPr lang="en-US" altLang="zh-CN" sz="2135" baseline="-25000">
                <a:solidFill>
                  <a:srgbClr val="000000"/>
                </a:solidFill>
                <a:latin typeface="Arial" panose="020B0604020202020204" pitchFamily="34" charset="0"/>
                <a:ea typeface="微软雅黑" panose="020B0503020204020204" charset="-122"/>
              </a:rPr>
              <a:t>4</a:t>
            </a:r>
            <a:r>
              <a:rPr lang="en-US" altLang="zh-CN" sz="2135" baseline="30000">
                <a:solidFill>
                  <a:srgbClr val="000000"/>
                </a:solidFill>
                <a:latin typeface="Arial" panose="020B0604020202020204" pitchFamily="34" charset="0"/>
                <a:ea typeface="微软雅黑" panose="020B0503020204020204" charset="-122"/>
              </a:rPr>
              <a:t>2-</a:t>
            </a:r>
            <a:r>
              <a:rPr lang="en-US" altLang="zh-CN" sz="2135">
                <a:solidFill>
                  <a:srgbClr val="000000"/>
                </a:solidFill>
                <a:latin typeface="Arial" panose="020B0604020202020204" pitchFamily="34" charset="0"/>
                <a:ea typeface="微软雅黑" panose="020B0503020204020204" charset="-122"/>
              </a:rPr>
              <a:t> + 2e → Zn + 4CN</a:t>
            </a:r>
            <a:r>
              <a:rPr lang="en-US" altLang="zh-CN" sz="2135" baseline="30000">
                <a:solidFill>
                  <a:srgbClr val="000000"/>
                </a:solidFill>
                <a:latin typeface="Arial" panose="020B0604020202020204" pitchFamily="34" charset="0"/>
                <a:ea typeface="微软雅黑" panose="020B0503020204020204" charset="-122"/>
              </a:rPr>
              <a:t>-</a:t>
            </a:r>
            <a:endParaRPr lang="en-US" altLang="zh-CN" sz="2135" baseline="30000">
              <a:solidFill>
                <a:srgbClr val="000000"/>
              </a:solidFill>
              <a:latin typeface="Arial" panose="020B0604020202020204" pitchFamily="34" charset="0"/>
              <a:ea typeface="微软雅黑" panose="020B0503020204020204" charset="-122"/>
            </a:endParaRPr>
          </a:p>
        </p:txBody>
      </p:sp>
      <p:pic>
        <p:nvPicPr>
          <p:cNvPr id="39943"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5978" y="2063044"/>
            <a:ext cx="3304822" cy="299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0"/>
          </p:nvPr>
        </p:nvSpPr>
        <p:spPr/>
        <p:txBody>
          <a:bodyPr/>
          <a:lstStyle/>
          <a:p>
            <a:pPr defTabSz="812800" eaLnBrk="0" fontAlgn="base" hangingPunct="0">
              <a:spcBef>
                <a:spcPct val="0"/>
              </a:spcBef>
              <a:spcAft>
                <a:spcPct val="0"/>
              </a:spcAft>
            </a:pPr>
            <a:fld id="{CB0DE17B-7D07-4ECD-8397-FF77D4C66742}"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pic>
        <p:nvPicPr>
          <p:cNvPr id="3789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8612" y="1605844"/>
            <a:ext cx="3160889" cy="2682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Text Box 4"/>
          <p:cNvSpPr txBox="1">
            <a:spLocks noChangeArrowheads="1"/>
          </p:cNvSpPr>
          <p:nvPr>
            <p:custDataLst>
              <p:tags r:id="rId2"/>
            </p:custDataLst>
          </p:nvPr>
        </p:nvSpPr>
        <p:spPr bwMode="auto">
          <a:xfrm>
            <a:off x="5459590" y="2870200"/>
            <a:ext cx="2994378"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1600">
                <a:solidFill>
                  <a:srgbClr val="000000"/>
                </a:solidFill>
                <a:latin typeface="Arial" panose="020B0604020202020204" pitchFamily="34" charset="0"/>
                <a:ea typeface="微软雅黑" panose="020B0503020204020204" charset="-122"/>
              </a:rPr>
              <a:t>简单离子电镀：镀层粗糙</a:t>
            </a:r>
            <a:endParaRPr lang="zh-CN" altLang="en-US" sz="1600">
              <a:solidFill>
                <a:srgbClr val="000000"/>
              </a:solidFill>
              <a:latin typeface="Arial" panose="020B0604020202020204" pitchFamily="34" charset="0"/>
              <a:ea typeface="微软雅黑" panose="020B0503020204020204" charset="-122"/>
            </a:endParaRPr>
          </a:p>
        </p:txBody>
      </p:sp>
      <p:pic>
        <p:nvPicPr>
          <p:cNvPr id="37893" name="Picture 5"/>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5731933" y="3489678"/>
            <a:ext cx="2116667" cy="2116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4" name="Text Box 6"/>
          <p:cNvSpPr txBox="1">
            <a:spLocks noChangeArrowheads="1"/>
          </p:cNvSpPr>
          <p:nvPr>
            <p:custDataLst>
              <p:tags r:id="rId5"/>
            </p:custDataLst>
          </p:nvPr>
        </p:nvSpPr>
        <p:spPr bwMode="auto">
          <a:xfrm>
            <a:off x="5497690" y="5617634"/>
            <a:ext cx="2672644"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1600">
                <a:solidFill>
                  <a:srgbClr val="000000"/>
                </a:solidFill>
                <a:latin typeface="Arial" panose="020B0604020202020204" pitchFamily="34" charset="0"/>
                <a:ea typeface="微软雅黑" panose="020B0503020204020204" charset="-122"/>
              </a:rPr>
              <a:t>络合离子电镀：镀层细腻</a:t>
            </a:r>
            <a:endParaRPr lang="zh-CN" altLang="en-US" sz="1600">
              <a:solidFill>
                <a:srgbClr val="000000"/>
              </a:solidFill>
              <a:latin typeface="Arial" panose="020B0604020202020204" pitchFamily="34" charset="0"/>
              <a:ea typeface="微软雅黑" panose="020B0503020204020204" charset="-122"/>
            </a:endParaRPr>
          </a:p>
        </p:txBody>
      </p:sp>
      <p:pic>
        <p:nvPicPr>
          <p:cNvPr id="37895" name="Picture 7"/>
          <p:cNvPicPr>
            <a:picLocks noChangeAspect="1" noChangeArrowheads="1"/>
          </p:cNvPicPr>
          <p:nvPr>
            <p:custDataLst>
              <p:tags r:id="rId6"/>
            </p:custDataLst>
          </p:nvPr>
        </p:nvPicPr>
        <p:blipFill>
          <a:blip r:embed="rId7">
            <a:extLst>
              <a:ext uri="{28A0092B-C50C-407E-A947-70E740481C1C}">
                <a14:useLocalDpi xmlns:a14="http://schemas.microsoft.com/office/drawing/2010/main" val="0"/>
              </a:ext>
            </a:extLst>
          </a:blip>
          <a:srcRect/>
          <a:stretch>
            <a:fillRect/>
          </a:stretch>
        </p:blipFill>
        <p:spPr bwMode="auto">
          <a:xfrm>
            <a:off x="5644445" y="647701"/>
            <a:ext cx="2166056" cy="2166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6" name="Text Box 8"/>
          <p:cNvSpPr txBox="1">
            <a:spLocks noChangeArrowheads="1"/>
          </p:cNvSpPr>
          <p:nvPr/>
        </p:nvSpPr>
        <p:spPr bwMode="auto">
          <a:xfrm>
            <a:off x="746125" y="4857115"/>
            <a:ext cx="4428490"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812800" eaLnBrk="0" fontAlgn="base" hangingPunct="0">
              <a:spcBef>
                <a:spcPct val="50000"/>
              </a:spcBef>
              <a:spcAft>
                <a:spcPct val="0"/>
              </a:spcAft>
            </a:pPr>
            <a:r>
              <a:rPr lang="en-US" altLang="zh-CN" sz="2135">
                <a:solidFill>
                  <a:srgbClr val="000000"/>
                </a:solidFill>
                <a:latin typeface="Arial" panose="020B0604020202020204" pitchFamily="34" charset="0"/>
                <a:ea typeface="微软雅黑" panose="020B0503020204020204" charset="-122"/>
              </a:rPr>
              <a:t>Zn(CN)</a:t>
            </a:r>
            <a:r>
              <a:rPr lang="en-US" altLang="zh-CN" sz="2135" baseline="-25000">
                <a:solidFill>
                  <a:srgbClr val="000000"/>
                </a:solidFill>
                <a:latin typeface="Arial" panose="020B0604020202020204" pitchFamily="34" charset="0"/>
                <a:ea typeface="微软雅黑" panose="020B0503020204020204" charset="-122"/>
              </a:rPr>
              <a:t>4</a:t>
            </a:r>
            <a:r>
              <a:rPr lang="en-US" altLang="zh-CN" sz="2135" baseline="30000">
                <a:solidFill>
                  <a:srgbClr val="000000"/>
                </a:solidFill>
                <a:latin typeface="Arial" panose="020B0604020202020204" pitchFamily="34" charset="0"/>
                <a:ea typeface="微软雅黑" panose="020B0503020204020204" charset="-122"/>
              </a:rPr>
              <a:t>2-</a:t>
            </a:r>
            <a:r>
              <a:rPr lang="en-US" altLang="zh-CN" sz="2135">
                <a:solidFill>
                  <a:srgbClr val="000000"/>
                </a:solidFill>
                <a:latin typeface="Arial" panose="020B0604020202020204" pitchFamily="34" charset="0"/>
                <a:ea typeface="微软雅黑" panose="020B0503020204020204" charset="-122"/>
              </a:rPr>
              <a:t> + 2e → Zn + 4CN</a:t>
            </a:r>
            <a:r>
              <a:rPr lang="en-US" altLang="zh-CN" sz="2135" baseline="30000">
                <a:solidFill>
                  <a:srgbClr val="000000"/>
                </a:solidFill>
                <a:latin typeface="Arial" panose="020B0604020202020204" pitchFamily="34" charset="0"/>
                <a:ea typeface="微软雅黑" panose="020B0503020204020204" charset="-122"/>
              </a:rPr>
              <a:t>-</a:t>
            </a:r>
            <a:endParaRPr lang="en-US" altLang="zh-CN" sz="2135" baseline="30000">
              <a:solidFill>
                <a:srgbClr val="000000"/>
              </a:solidFill>
              <a:latin typeface="Arial" panose="020B0604020202020204" pitchFamily="34" charset="0"/>
              <a:ea typeface="微软雅黑" panose="020B0503020204020204" charset="-122"/>
            </a:endParaRPr>
          </a:p>
        </p:txBody>
      </p:sp>
      <p:sp>
        <p:nvSpPr>
          <p:cNvPr id="37897" name="Text Box 9"/>
          <p:cNvSpPr txBox="1">
            <a:spLocks noChangeArrowheads="1"/>
          </p:cNvSpPr>
          <p:nvPr/>
        </p:nvSpPr>
        <p:spPr bwMode="auto">
          <a:xfrm>
            <a:off x="3000375" y="1520190"/>
            <a:ext cx="2497455"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812800" eaLnBrk="0" fontAlgn="base" hangingPunct="0">
              <a:spcBef>
                <a:spcPct val="50000"/>
              </a:spcBef>
              <a:spcAft>
                <a:spcPct val="0"/>
              </a:spcAft>
            </a:pPr>
            <a:r>
              <a:rPr lang="en-US" altLang="zh-CN" sz="2135">
                <a:solidFill>
                  <a:srgbClr val="000000"/>
                </a:solidFill>
                <a:latin typeface="Arial" panose="020B0604020202020204" pitchFamily="34" charset="0"/>
                <a:ea typeface="微软雅黑" panose="020B0503020204020204" charset="-122"/>
              </a:rPr>
              <a:t>Zn</a:t>
            </a:r>
            <a:r>
              <a:rPr lang="en-US" altLang="zh-CN" sz="2135" baseline="30000">
                <a:solidFill>
                  <a:srgbClr val="000000"/>
                </a:solidFill>
                <a:latin typeface="Arial" panose="020B0604020202020204" pitchFamily="34" charset="0"/>
                <a:ea typeface="微软雅黑" panose="020B0503020204020204" charset="-122"/>
              </a:rPr>
              <a:t>2+</a:t>
            </a:r>
            <a:r>
              <a:rPr lang="en-US" altLang="zh-CN" sz="2135">
                <a:solidFill>
                  <a:srgbClr val="000000"/>
                </a:solidFill>
                <a:latin typeface="Arial" panose="020B0604020202020204" pitchFamily="34" charset="0"/>
                <a:ea typeface="微软雅黑" panose="020B0503020204020204" charset="-122"/>
              </a:rPr>
              <a:t>+ 2e → Zn</a:t>
            </a:r>
            <a:endParaRPr lang="en-US" altLang="zh-CN" sz="2135" baseline="30000">
              <a:solidFill>
                <a:srgbClr val="000000"/>
              </a:solidFill>
              <a:latin typeface="Arial" panose="020B0604020202020204" pitchFamily="34" charset="0"/>
              <a:ea typeface="微软雅黑" panose="020B0503020204020204" charset="-122"/>
            </a:endParaRPr>
          </a:p>
        </p:txBody>
      </p:sp>
      <p:sp>
        <p:nvSpPr>
          <p:cNvPr id="37898" name="Line 10"/>
          <p:cNvSpPr>
            <a:spLocks noChangeShapeType="1"/>
          </p:cNvSpPr>
          <p:nvPr>
            <p:custDataLst>
              <p:tags r:id="rId8"/>
            </p:custDataLst>
          </p:nvPr>
        </p:nvSpPr>
        <p:spPr bwMode="auto">
          <a:xfrm>
            <a:off x="5174474" y="1738489"/>
            <a:ext cx="309034" cy="0"/>
          </a:xfrm>
          <a:prstGeom prst="line">
            <a:avLst/>
          </a:prstGeom>
          <a:noFill/>
          <a:ln w="50800"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812800" eaLnBrk="0" fontAlgn="base" hangingPunct="0">
              <a:spcBef>
                <a:spcPct val="0"/>
              </a:spcBef>
              <a:spcAft>
                <a:spcPct val="0"/>
              </a:spcAft>
            </a:pPr>
            <a:endParaRPr lang="zh-CN" altLang="en-US" sz="2135">
              <a:solidFill>
                <a:srgbClr val="000000"/>
              </a:solidFill>
              <a:latin typeface="Times New Roman" panose="02020603050405020304" pitchFamily="18" charset="0"/>
            </a:endParaRPr>
          </a:p>
        </p:txBody>
      </p:sp>
      <p:sp>
        <p:nvSpPr>
          <p:cNvPr id="37899" name="Line 11"/>
          <p:cNvSpPr>
            <a:spLocks noChangeShapeType="1"/>
          </p:cNvSpPr>
          <p:nvPr>
            <p:custDataLst>
              <p:tags r:id="rId9"/>
            </p:custDataLst>
          </p:nvPr>
        </p:nvSpPr>
        <p:spPr bwMode="auto">
          <a:xfrm>
            <a:off x="5090232" y="4993711"/>
            <a:ext cx="369711" cy="0"/>
          </a:xfrm>
          <a:prstGeom prst="line">
            <a:avLst/>
          </a:prstGeom>
          <a:noFill/>
          <a:ln w="50800"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812800" eaLnBrk="0" fontAlgn="base" hangingPunct="0">
              <a:spcBef>
                <a:spcPct val="0"/>
              </a:spcBef>
              <a:spcAft>
                <a:spcPct val="0"/>
              </a:spcAft>
            </a:pPr>
            <a:endParaRPr lang="zh-CN" altLang="en-US" sz="2135">
              <a:solidFill>
                <a:srgbClr val="000000"/>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812800" eaLnBrk="0" fontAlgn="base" hangingPunct="0">
              <a:spcBef>
                <a:spcPct val="0"/>
              </a:spcBef>
              <a:spcAft>
                <a:spcPct val="0"/>
              </a:spcAft>
            </a:pPr>
            <a:fld id="{48136EA3-F3D5-447E-ADE5-E253087D07F4}"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40962" name="Text Box 2"/>
          <p:cNvSpPr txBox="1">
            <a:spLocks noChangeArrowheads="1"/>
          </p:cNvSpPr>
          <p:nvPr/>
        </p:nvSpPr>
        <p:spPr bwMode="auto">
          <a:xfrm>
            <a:off x="891822" y="1103489"/>
            <a:ext cx="7676444" cy="3677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defTabSz="812800" eaLnBrk="0" fontAlgn="base" hangingPunct="0">
              <a:lnSpc>
                <a:spcPct val="150000"/>
              </a:lnSpc>
              <a:spcBef>
                <a:spcPct val="20000"/>
              </a:spcBef>
              <a:spcAft>
                <a:spcPct val="0"/>
              </a:spcAft>
            </a:pPr>
            <a:r>
              <a:rPr lang="zh-CN" altLang="en-US" sz="2135">
                <a:solidFill>
                  <a:srgbClr val="000000"/>
                </a:solidFill>
                <a:latin typeface="Arial" panose="020B0604020202020204" pitchFamily="34" charset="0"/>
                <a:ea typeface="微软雅黑" panose="020B0503020204020204" charset="-122"/>
              </a:rPr>
              <a:t>常用络合剂：</a:t>
            </a:r>
            <a:endParaRPr lang="zh-CN" altLang="en-US" sz="2135">
              <a:solidFill>
                <a:srgbClr val="000000"/>
              </a:solidFill>
              <a:latin typeface="Arial" panose="020B0604020202020204" pitchFamily="34" charset="0"/>
              <a:ea typeface="微软雅黑" panose="020B0503020204020204" charset="-122"/>
            </a:endParaRPr>
          </a:p>
          <a:p>
            <a:pPr algn="just" defTabSz="812800" eaLnBrk="0" fontAlgn="base" hangingPunct="0">
              <a:lnSpc>
                <a:spcPct val="150000"/>
              </a:lnSpc>
              <a:spcBef>
                <a:spcPct val="20000"/>
              </a:spcBef>
              <a:spcAft>
                <a:spcPct val="0"/>
              </a:spcAft>
            </a:pPr>
            <a:r>
              <a:rPr lang="zh-CN" altLang="en-US" sz="2135">
                <a:solidFill>
                  <a:srgbClr val="000000"/>
                </a:solidFill>
                <a:latin typeface="Arial" panose="020B0604020202020204" pitchFamily="34" charset="0"/>
                <a:ea typeface="微软雅黑" panose="020B0503020204020204" charset="-122"/>
              </a:rPr>
              <a:t>氯化物</a:t>
            </a:r>
            <a:r>
              <a:rPr lang="en-US" altLang="zh-CN" sz="2135">
                <a:solidFill>
                  <a:srgbClr val="000000"/>
                </a:solidFill>
                <a:latin typeface="Arial" panose="020B0604020202020204" pitchFamily="34" charset="0"/>
                <a:ea typeface="微软雅黑" panose="020B0503020204020204" charset="-122"/>
              </a:rPr>
              <a:t>Cl</a:t>
            </a:r>
            <a:r>
              <a:rPr lang="en-US" altLang="zh-CN" sz="2135" baseline="30000">
                <a:solidFill>
                  <a:srgbClr val="000000"/>
                </a:solidFill>
                <a:latin typeface="Arial" panose="020B0604020202020204" pitchFamily="34" charset="0"/>
                <a:ea typeface="微软雅黑" panose="020B0503020204020204" charset="-122"/>
              </a:rPr>
              <a:t>-</a:t>
            </a:r>
            <a:r>
              <a:rPr lang="zh-CN" altLang="en-US" sz="2135">
                <a:solidFill>
                  <a:srgbClr val="000000"/>
                </a:solidFill>
                <a:latin typeface="Arial" panose="020B0604020202020204" pitchFamily="34" charset="0"/>
                <a:ea typeface="微软雅黑" panose="020B0503020204020204" charset="-122"/>
              </a:rPr>
              <a:t>、氰化物</a:t>
            </a:r>
            <a:r>
              <a:rPr lang="en-US" altLang="zh-CN" sz="2135">
                <a:solidFill>
                  <a:srgbClr val="000000"/>
                </a:solidFill>
                <a:latin typeface="Arial" panose="020B0604020202020204" pitchFamily="34" charset="0"/>
                <a:ea typeface="微软雅黑" panose="020B0503020204020204" charset="-122"/>
              </a:rPr>
              <a:t>CN</a:t>
            </a:r>
            <a:r>
              <a:rPr lang="en-US" altLang="zh-CN" sz="2135" baseline="30000">
                <a:solidFill>
                  <a:srgbClr val="000000"/>
                </a:solidFill>
                <a:latin typeface="Arial" panose="020B0604020202020204" pitchFamily="34" charset="0"/>
                <a:ea typeface="微软雅黑" panose="020B0503020204020204" charset="-122"/>
              </a:rPr>
              <a:t>-</a:t>
            </a:r>
            <a:r>
              <a:rPr lang="zh-CN" altLang="en-US" sz="2135">
                <a:solidFill>
                  <a:srgbClr val="000000"/>
                </a:solidFill>
                <a:latin typeface="Arial" panose="020B0604020202020204" pitchFamily="34" charset="0"/>
                <a:ea typeface="微软雅黑" panose="020B0503020204020204" charset="-122"/>
              </a:rPr>
              <a:t>、氢氧化物</a:t>
            </a:r>
            <a:r>
              <a:rPr lang="en-US" altLang="zh-CN" sz="2135">
                <a:solidFill>
                  <a:srgbClr val="000000"/>
                </a:solidFill>
                <a:latin typeface="Arial" panose="020B0604020202020204" pitchFamily="34" charset="0"/>
                <a:ea typeface="微软雅黑" panose="020B0503020204020204" charset="-122"/>
              </a:rPr>
              <a:t>OH</a:t>
            </a:r>
            <a:r>
              <a:rPr lang="en-US" altLang="zh-CN" sz="2135" baseline="30000">
                <a:solidFill>
                  <a:srgbClr val="000000"/>
                </a:solidFill>
                <a:latin typeface="Arial" panose="020B0604020202020204" pitchFamily="34" charset="0"/>
                <a:ea typeface="微软雅黑" panose="020B0503020204020204" charset="-122"/>
              </a:rPr>
              <a:t>-</a:t>
            </a:r>
            <a:r>
              <a:rPr lang="zh-CN" altLang="en-US" sz="2135">
                <a:solidFill>
                  <a:srgbClr val="000000"/>
                </a:solidFill>
                <a:latin typeface="Arial" panose="020B0604020202020204" pitchFamily="34" charset="0"/>
                <a:ea typeface="微软雅黑" panose="020B0503020204020204" charset="-122"/>
              </a:rPr>
              <a:t>、焦磷酸盐</a:t>
            </a:r>
            <a:r>
              <a:rPr lang="en-US" altLang="zh-CN" sz="2135">
                <a:solidFill>
                  <a:srgbClr val="000000"/>
                </a:solidFill>
                <a:latin typeface="Arial" panose="020B0604020202020204" pitchFamily="34" charset="0"/>
                <a:ea typeface="微软雅黑" panose="020B0503020204020204" charset="-122"/>
              </a:rPr>
              <a:t>[P</a:t>
            </a:r>
            <a:r>
              <a:rPr lang="en-US" altLang="zh-CN" sz="2135" baseline="-25000">
                <a:solidFill>
                  <a:srgbClr val="000000"/>
                </a:solidFill>
                <a:latin typeface="Arial" panose="020B0604020202020204" pitchFamily="34" charset="0"/>
                <a:ea typeface="微软雅黑" panose="020B0503020204020204" charset="-122"/>
              </a:rPr>
              <a:t>2</a:t>
            </a:r>
            <a:r>
              <a:rPr lang="en-US" altLang="zh-CN" sz="2135">
                <a:solidFill>
                  <a:srgbClr val="000000"/>
                </a:solidFill>
                <a:latin typeface="Arial" panose="020B0604020202020204" pitchFamily="34" charset="0"/>
                <a:ea typeface="微软雅黑" panose="020B0503020204020204" charset="-122"/>
              </a:rPr>
              <a:t>O</a:t>
            </a:r>
            <a:r>
              <a:rPr lang="en-US" altLang="zh-CN" sz="2135" baseline="-25000">
                <a:solidFill>
                  <a:srgbClr val="000000"/>
                </a:solidFill>
                <a:latin typeface="Arial" panose="020B0604020202020204" pitchFamily="34" charset="0"/>
                <a:ea typeface="微软雅黑" panose="020B0503020204020204" charset="-122"/>
              </a:rPr>
              <a:t>7</a:t>
            </a:r>
            <a:r>
              <a:rPr lang="en-US" altLang="zh-CN" sz="2135">
                <a:solidFill>
                  <a:srgbClr val="000000"/>
                </a:solidFill>
                <a:latin typeface="Arial" panose="020B0604020202020204" pitchFamily="34" charset="0"/>
                <a:ea typeface="微软雅黑" panose="020B0503020204020204" charset="-122"/>
              </a:rPr>
              <a:t>]</a:t>
            </a:r>
            <a:r>
              <a:rPr lang="en-US" altLang="zh-CN" sz="2135" baseline="30000">
                <a:solidFill>
                  <a:srgbClr val="000000"/>
                </a:solidFill>
                <a:latin typeface="Arial" panose="020B0604020202020204" pitchFamily="34" charset="0"/>
                <a:ea typeface="微软雅黑" panose="020B0503020204020204" charset="-122"/>
              </a:rPr>
              <a:t>4-</a:t>
            </a:r>
            <a:endParaRPr lang="en-US" altLang="zh-CN" sz="2135">
              <a:solidFill>
                <a:srgbClr val="000000"/>
              </a:solidFill>
              <a:latin typeface="Arial" panose="020B0604020202020204" pitchFamily="34" charset="0"/>
              <a:ea typeface="微软雅黑" panose="020B0503020204020204" charset="-122"/>
            </a:endParaRPr>
          </a:p>
          <a:p>
            <a:pPr algn="just" defTabSz="812800" eaLnBrk="0" fontAlgn="base" hangingPunct="0">
              <a:lnSpc>
                <a:spcPct val="150000"/>
              </a:lnSpc>
              <a:spcBef>
                <a:spcPct val="20000"/>
              </a:spcBef>
              <a:spcAft>
                <a:spcPct val="0"/>
              </a:spcAft>
            </a:pPr>
            <a:r>
              <a:rPr lang="zh-CN" altLang="en-US" sz="2135">
                <a:solidFill>
                  <a:srgbClr val="000000"/>
                </a:solidFill>
                <a:latin typeface="Arial" panose="020B0604020202020204" pitchFamily="34" charset="0"/>
                <a:ea typeface="微软雅黑" panose="020B0503020204020204" charset="-122"/>
              </a:rPr>
              <a:t>酒石酸盐、氨三乙酸、柠檬酸、</a:t>
            </a:r>
            <a:r>
              <a:rPr lang="en-US" altLang="zh-CN" sz="2135">
                <a:solidFill>
                  <a:srgbClr val="000000"/>
                </a:solidFill>
                <a:latin typeface="Arial" panose="020B0604020202020204" pitchFamily="34" charset="0"/>
                <a:ea typeface="微软雅黑" panose="020B0503020204020204" charset="-122"/>
              </a:rPr>
              <a:t>EDTA</a:t>
            </a:r>
            <a:r>
              <a:rPr lang="zh-CN" altLang="en-US" sz="2135">
                <a:solidFill>
                  <a:srgbClr val="000000"/>
                </a:solidFill>
                <a:latin typeface="Arial" panose="020B0604020202020204" pitchFamily="34" charset="0"/>
                <a:ea typeface="微软雅黑" panose="020B0503020204020204" charset="-122"/>
              </a:rPr>
              <a:t>、三乙醇胺、乙二胺等。</a:t>
            </a:r>
            <a:endParaRPr lang="zh-CN" altLang="en-US" sz="2135">
              <a:solidFill>
                <a:srgbClr val="000000"/>
              </a:solidFill>
              <a:latin typeface="Arial" panose="020B0604020202020204" pitchFamily="34" charset="0"/>
              <a:ea typeface="微软雅黑" panose="020B0503020204020204" charset="-122"/>
            </a:endParaRPr>
          </a:p>
          <a:p>
            <a:pPr algn="just" defTabSz="812800" eaLnBrk="0" fontAlgn="base" hangingPunct="0">
              <a:lnSpc>
                <a:spcPct val="150000"/>
              </a:lnSpc>
              <a:spcBef>
                <a:spcPct val="20000"/>
              </a:spcBef>
              <a:spcAft>
                <a:spcPct val="0"/>
              </a:spcAft>
            </a:pPr>
            <a:r>
              <a:rPr lang="zh-CN" altLang="en-US" sz="2135">
                <a:solidFill>
                  <a:srgbClr val="000000"/>
                </a:solidFill>
                <a:latin typeface="Arial" panose="020B0604020202020204" pitchFamily="34" charset="0"/>
                <a:ea typeface="微软雅黑" panose="020B0503020204020204" charset="-122"/>
              </a:rPr>
              <a:t>例如</a:t>
            </a:r>
            <a:r>
              <a:rPr lang="zh-CN" altLang="en-US" sz="2135">
                <a:solidFill>
                  <a:srgbClr val="000000"/>
                </a:solidFill>
                <a:latin typeface="Arial" panose="020B0604020202020204" pitchFamily="34" charset="0"/>
                <a:ea typeface="微软雅黑" panose="020B0503020204020204" charset="-122"/>
                <a:sym typeface="Wingdings" panose="05000000000000000000" pitchFamily="2" charset="2"/>
              </a:rPr>
              <a:t>（</a:t>
            </a:r>
            <a:r>
              <a:rPr lang="en-US" altLang="zh-CN" sz="2135">
                <a:solidFill>
                  <a:srgbClr val="000000"/>
                </a:solidFill>
                <a:latin typeface="Arial" panose="020B0604020202020204" pitchFamily="34" charset="0"/>
                <a:ea typeface="微软雅黑" panose="020B0503020204020204" charset="-122"/>
              </a:rPr>
              <a:t>1</a:t>
            </a:r>
            <a:r>
              <a:rPr lang="zh-CN" altLang="en-US" sz="2135">
                <a:solidFill>
                  <a:srgbClr val="000000"/>
                </a:solidFill>
                <a:latin typeface="Arial" panose="020B0604020202020204" pitchFamily="34" charset="0"/>
                <a:ea typeface="微软雅黑" panose="020B0503020204020204" charset="-122"/>
              </a:rPr>
              <a:t>）</a:t>
            </a:r>
            <a:r>
              <a:rPr lang="en-US" altLang="zh-CN" sz="2135">
                <a:solidFill>
                  <a:srgbClr val="000000"/>
                </a:solidFill>
                <a:latin typeface="Arial" panose="020B0604020202020204" pitchFamily="34" charset="0"/>
                <a:ea typeface="微软雅黑" panose="020B0503020204020204" charset="-122"/>
              </a:rPr>
              <a:t>Au</a:t>
            </a:r>
            <a:r>
              <a:rPr lang="en-US" altLang="zh-CN" sz="2135" baseline="30000">
                <a:solidFill>
                  <a:srgbClr val="000000"/>
                </a:solidFill>
                <a:latin typeface="Arial" panose="020B0604020202020204" pitchFamily="34" charset="0"/>
                <a:ea typeface="微软雅黑" panose="020B0503020204020204" charset="-122"/>
              </a:rPr>
              <a:t>3+</a:t>
            </a:r>
            <a:r>
              <a:rPr lang="en-US" altLang="zh-CN" sz="2135">
                <a:solidFill>
                  <a:srgbClr val="000000"/>
                </a:solidFill>
                <a:latin typeface="Arial" panose="020B0604020202020204" pitchFamily="34" charset="0"/>
                <a:ea typeface="微软雅黑" panose="020B0503020204020204" charset="-122"/>
              </a:rPr>
              <a:t> + 4Cl</a:t>
            </a:r>
            <a:r>
              <a:rPr lang="en-US" altLang="zh-CN" sz="2135" baseline="30000">
                <a:solidFill>
                  <a:srgbClr val="000000"/>
                </a:solidFill>
                <a:latin typeface="Arial" panose="020B0604020202020204" pitchFamily="34" charset="0"/>
                <a:ea typeface="微软雅黑" panose="020B0503020204020204" charset="-122"/>
              </a:rPr>
              <a:t>-</a:t>
            </a:r>
            <a:r>
              <a:rPr lang="en-US" altLang="zh-CN" sz="2135">
                <a:solidFill>
                  <a:srgbClr val="000000"/>
                </a:solidFill>
                <a:latin typeface="Arial" panose="020B0604020202020204" pitchFamily="34" charset="0"/>
                <a:ea typeface="微软雅黑" panose="020B0503020204020204" charset="-122"/>
              </a:rPr>
              <a:t> → AuCl</a:t>
            </a:r>
            <a:r>
              <a:rPr lang="en-US" altLang="zh-CN" sz="2135" baseline="-25000">
                <a:solidFill>
                  <a:srgbClr val="000000"/>
                </a:solidFill>
                <a:latin typeface="Arial" panose="020B0604020202020204" pitchFamily="34" charset="0"/>
                <a:ea typeface="微软雅黑" panose="020B0503020204020204" charset="-122"/>
              </a:rPr>
              <a:t>4</a:t>
            </a:r>
            <a:r>
              <a:rPr lang="en-US" altLang="zh-CN" sz="2135" baseline="30000">
                <a:solidFill>
                  <a:srgbClr val="000000"/>
                </a:solidFill>
                <a:latin typeface="Arial" panose="020B0604020202020204" pitchFamily="34" charset="0"/>
                <a:ea typeface="微软雅黑" panose="020B0503020204020204" charset="-122"/>
              </a:rPr>
              <a:t>-  </a:t>
            </a:r>
            <a:r>
              <a:rPr lang="en-US" altLang="zh-CN" sz="2135">
                <a:solidFill>
                  <a:srgbClr val="000000"/>
                </a:solidFill>
                <a:latin typeface="Arial" panose="020B0604020202020204" pitchFamily="34" charset="0"/>
                <a:ea typeface="微软雅黑" panose="020B0503020204020204" charset="-122"/>
              </a:rPr>
              <a:t>,</a:t>
            </a:r>
            <a:r>
              <a:rPr lang="en-US" altLang="zh-CN" sz="2135" baseline="30000">
                <a:solidFill>
                  <a:srgbClr val="000000"/>
                </a:solidFill>
                <a:latin typeface="Arial" panose="020B0604020202020204" pitchFamily="34" charset="0"/>
                <a:ea typeface="微软雅黑" panose="020B0503020204020204" charset="-122"/>
              </a:rPr>
              <a:t>    </a:t>
            </a:r>
            <a:r>
              <a:rPr lang="en-US" altLang="zh-CN" sz="2135">
                <a:solidFill>
                  <a:srgbClr val="000000"/>
                </a:solidFill>
                <a:latin typeface="Arial" panose="020B0604020202020204" pitchFamily="34" charset="0"/>
                <a:ea typeface="微软雅黑" panose="020B0503020204020204" charset="-122"/>
              </a:rPr>
              <a:t>AuCl</a:t>
            </a:r>
            <a:r>
              <a:rPr lang="en-US" altLang="zh-CN" sz="2135" baseline="-25000">
                <a:solidFill>
                  <a:srgbClr val="000000"/>
                </a:solidFill>
                <a:latin typeface="Arial" panose="020B0604020202020204" pitchFamily="34" charset="0"/>
                <a:ea typeface="微软雅黑" panose="020B0503020204020204" charset="-122"/>
              </a:rPr>
              <a:t>4</a:t>
            </a:r>
            <a:r>
              <a:rPr lang="en-US" altLang="zh-CN" sz="2135" baseline="30000">
                <a:solidFill>
                  <a:srgbClr val="000000"/>
                </a:solidFill>
                <a:latin typeface="Arial" panose="020B0604020202020204" pitchFamily="34" charset="0"/>
                <a:ea typeface="微软雅黑" panose="020B0503020204020204" charset="-122"/>
              </a:rPr>
              <a:t>-</a:t>
            </a:r>
            <a:r>
              <a:rPr lang="en-US" altLang="zh-CN" sz="2135">
                <a:solidFill>
                  <a:srgbClr val="000000"/>
                </a:solidFill>
                <a:latin typeface="Arial" panose="020B0604020202020204" pitchFamily="34" charset="0"/>
                <a:ea typeface="微软雅黑" panose="020B0503020204020204" charset="-122"/>
              </a:rPr>
              <a:t> + 3e → Au + 4Cl</a:t>
            </a:r>
            <a:r>
              <a:rPr lang="en-US" altLang="zh-CN" sz="2135" baseline="30000">
                <a:solidFill>
                  <a:srgbClr val="000000"/>
                </a:solidFill>
                <a:latin typeface="Arial" panose="020B0604020202020204" pitchFamily="34" charset="0"/>
                <a:ea typeface="微软雅黑" panose="020B0503020204020204" charset="-122"/>
              </a:rPr>
              <a:t>-</a:t>
            </a:r>
            <a:endParaRPr lang="en-US" altLang="zh-CN" sz="2135" baseline="30000">
              <a:solidFill>
                <a:srgbClr val="000000"/>
              </a:solidFill>
              <a:latin typeface="Arial" panose="020B0604020202020204" pitchFamily="34" charset="0"/>
              <a:ea typeface="微软雅黑" panose="020B0503020204020204" charset="-122"/>
            </a:endParaRPr>
          </a:p>
          <a:p>
            <a:pPr algn="just" defTabSz="812800" eaLnBrk="0" fontAlgn="base" hangingPunct="0">
              <a:lnSpc>
                <a:spcPct val="150000"/>
              </a:lnSpc>
              <a:spcBef>
                <a:spcPct val="20000"/>
              </a:spcBef>
              <a:spcAft>
                <a:spcPct val="0"/>
              </a:spcAft>
            </a:pPr>
            <a:endParaRPr lang="en-US" altLang="zh-CN" sz="2135" baseline="30000">
              <a:solidFill>
                <a:srgbClr val="000000"/>
              </a:solidFill>
              <a:latin typeface="Arial" panose="020B0604020202020204" pitchFamily="34" charset="0"/>
              <a:ea typeface="微软雅黑" panose="020B0503020204020204" charset="-122"/>
            </a:endParaRPr>
          </a:p>
          <a:p>
            <a:pPr algn="just" defTabSz="812800" eaLnBrk="0" fontAlgn="base" hangingPunct="0">
              <a:lnSpc>
                <a:spcPct val="150000"/>
              </a:lnSpc>
              <a:spcBef>
                <a:spcPct val="20000"/>
              </a:spcBef>
              <a:spcAft>
                <a:spcPct val="0"/>
              </a:spcAft>
            </a:pPr>
            <a:r>
              <a:rPr lang="en-US" altLang="zh-CN" sz="2135">
                <a:solidFill>
                  <a:srgbClr val="000000"/>
                </a:solidFill>
                <a:latin typeface="Arial" panose="020B0604020202020204" pitchFamily="34" charset="0"/>
                <a:ea typeface="微软雅黑" panose="020B0503020204020204" charset="-122"/>
              </a:rPr>
              <a:t>        </a:t>
            </a:r>
            <a:r>
              <a:rPr lang="zh-CN" altLang="en-US" sz="2135">
                <a:solidFill>
                  <a:srgbClr val="000000"/>
                </a:solidFill>
                <a:latin typeface="Arial" panose="020B0604020202020204" pitchFamily="34" charset="0"/>
                <a:ea typeface="微软雅黑" panose="020B0503020204020204" charset="-122"/>
              </a:rPr>
              <a:t>（</a:t>
            </a:r>
            <a:r>
              <a:rPr lang="en-US" altLang="zh-CN" sz="2135">
                <a:solidFill>
                  <a:srgbClr val="000000"/>
                </a:solidFill>
                <a:latin typeface="Arial" panose="020B0604020202020204" pitchFamily="34" charset="0"/>
                <a:ea typeface="微软雅黑" panose="020B0503020204020204" charset="-122"/>
              </a:rPr>
              <a:t>2</a:t>
            </a:r>
            <a:r>
              <a:rPr lang="zh-CN" altLang="en-US" sz="2135">
                <a:solidFill>
                  <a:srgbClr val="000000"/>
                </a:solidFill>
                <a:latin typeface="Arial" panose="020B0604020202020204" pitchFamily="34" charset="0"/>
                <a:ea typeface="微软雅黑" panose="020B0503020204020204" charset="-122"/>
              </a:rPr>
              <a:t>）</a:t>
            </a:r>
            <a:r>
              <a:rPr lang="en-US" altLang="zh-CN" sz="2135">
                <a:solidFill>
                  <a:srgbClr val="000000"/>
                </a:solidFill>
                <a:latin typeface="Arial" panose="020B0604020202020204" pitchFamily="34" charset="0"/>
                <a:ea typeface="微软雅黑" panose="020B0503020204020204" charset="-122"/>
              </a:rPr>
              <a:t>Au</a:t>
            </a:r>
            <a:r>
              <a:rPr lang="en-US" altLang="zh-CN" sz="2135" baseline="30000">
                <a:solidFill>
                  <a:srgbClr val="000000"/>
                </a:solidFill>
                <a:latin typeface="Arial" panose="020B0604020202020204" pitchFamily="34" charset="0"/>
                <a:ea typeface="微软雅黑" panose="020B0503020204020204" charset="-122"/>
              </a:rPr>
              <a:t>+</a:t>
            </a:r>
            <a:r>
              <a:rPr lang="en-US" altLang="zh-CN" sz="2135">
                <a:solidFill>
                  <a:srgbClr val="000000"/>
                </a:solidFill>
                <a:latin typeface="Arial" panose="020B0604020202020204" pitchFamily="34" charset="0"/>
                <a:ea typeface="微软雅黑" panose="020B0503020204020204" charset="-122"/>
              </a:rPr>
              <a:t> + 2Cl</a:t>
            </a:r>
            <a:r>
              <a:rPr lang="en-US" altLang="zh-CN" sz="2135" baseline="30000">
                <a:solidFill>
                  <a:srgbClr val="000000"/>
                </a:solidFill>
                <a:latin typeface="Arial" panose="020B0604020202020204" pitchFamily="34" charset="0"/>
                <a:ea typeface="微软雅黑" panose="020B0503020204020204" charset="-122"/>
              </a:rPr>
              <a:t>-</a:t>
            </a:r>
            <a:r>
              <a:rPr lang="en-US" altLang="zh-CN" sz="2135">
                <a:solidFill>
                  <a:srgbClr val="000000"/>
                </a:solidFill>
                <a:latin typeface="Arial" panose="020B0604020202020204" pitchFamily="34" charset="0"/>
                <a:ea typeface="微软雅黑" panose="020B0503020204020204" charset="-122"/>
              </a:rPr>
              <a:t> → AuCl</a:t>
            </a:r>
            <a:r>
              <a:rPr lang="en-US" altLang="zh-CN" sz="2135" baseline="-25000">
                <a:solidFill>
                  <a:srgbClr val="000000"/>
                </a:solidFill>
                <a:latin typeface="Arial" panose="020B0604020202020204" pitchFamily="34" charset="0"/>
                <a:ea typeface="微软雅黑" panose="020B0503020204020204" charset="-122"/>
              </a:rPr>
              <a:t>2</a:t>
            </a:r>
            <a:r>
              <a:rPr lang="en-US" altLang="zh-CN" sz="2135" baseline="30000">
                <a:solidFill>
                  <a:srgbClr val="000000"/>
                </a:solidFill>
                <a:latin typeface="Arial" panose="020B0604020202020204" pitchFamily="34" charset="0"/>
                <a:ea typeface="微软雅黑" panose="020B0503020204020204" charset="-122"/>
              </a:rPr>
              <a:t>-      </a:t>
            </a:r>
            <a:r>
              <a:rPr lang="en-US" altLang="zh-CN" sz="2135">
                <a:solidFill>
                  <a:srgbClr val="000000"/>
                </a:solidFill>
                <a:latin typeface="Arial" panose="020B0604020202020204" pitchFamily="34" charset="0"/>
                <a:ea typeface="微软雅黑" panose="020B0503020204020204" charset="-122"/>
              </a:rPr>
              <a:t>,</a:t>
            </a:r>
            <a:r>
              <a:rPr lang="en-US" altLang="zh-CN" sz="2135" baseline="30000">
                <a:solidFill>
                  <a:srgbClr val="000000"/>
                </a:solidFill>
                <a:latin typeface="Arial" panose="020B0604020202020204" pitchFamily="34" charset="0"/>
                <a:ea typeface="微软雅黑" panose="020B0503020204020204" charset="-122"/>
              </a:rPr>
              <a:t>     </a:t>
            </a:r>
            <a:r>
              <a:rPr lang="en-US" altLang="zh-CN" sz="2135">
                <a:solidFill>
                  <a:srgbClr val="000000"/>
                </a:solidFill>
                <a:latin typeface="Arial" panose="020B0604020202020204" pitchFamily="34" charset="0"/>
                <a:ea typeface="微软雅黑" panose="020B0503020204020204" charset="-122"/>
              </a:rPr>
              <a:t>AuCl</a:t>
            </a:r>
            <a:r>
              <a:rPr lang="en-US" altLang="zh-CN" sz="2135" baseline="-25000">
                <a:solidFill>
                  <a:srgbClr val="000000"/>
                </a:solidFill>
                <a:latin typeface="Arial" panose="020B0604020202020204" pitchFamily="34" charset="0"/>
                <a:ea typeface="微软雅黑" panose="020B0503020204020204" charset="-122"/>
              </a:rPr>
              <a:t>2</a:t>
            </a:r>
            <a:r>
              <a:rPr lang="en-US" altLang="zh-CN" sz="2135" baseline="30000">
                <a:solidFill>
                  <a:srgbClr val="000000"/>
                </a:solidFill>
                <a:latin typeface="Arial" panose="020B0604020202020204" pitchFamily="34" charset="0"/>
                <a:ea typeface="微软雅黑" panose="020B0503020204020204" charset="-122"/>
              </a:rPr>
              <a:t>-</a:t>
            </a:r>
            <a:r>
              <a:rPr lang="en-US" altLang="zh-CN" sz="2135">
                <a:solidFill>
                  <a:srgbClr val="000000"/>
                </a:solidFill>
                <a:latin typeface="Arial" panose="020B0604020202020204" pitchFamily="34" charset="0"/>
                <a:ea typeface="微软雅黑" panose="020B0503020204020204" charset="-122"/>
              </a:rPr>
              <a:t> + e → Au + 2Cl-</a:t>
            </a:r>
            <a:endParaRPr lang="en-US" altLang="zh-CN" sz="2135">
              <a:solidFill>
                <a:srgbClr val="000000"/>
              </a:solidFill>
              <a:latin typeface="Arial" panose="020B0604020202020204" pitchFamily="34" charset="0"/>
              <a:ea typeface="微软雅黑" panose="020B0503020204020204" charset="-122"/>
            </a:endParaRPr>
          </a:p>
        </p:txBody>
      </p:sp>
      <p:sp>
        <p:nvSpPr>
          <p:cNvPr id="40963" name="Text Box 3"/>
          <p:cNvSpPr txBox="1">
            <a:spLocks noChangeArrowheads="1"/>
          </p:cNvSpPr>
          <p:nvPr/>
        </p:nvSpPr>
        <p:spPr bwMode="auto">
          <a:xfrm>
            <a:off x="914541" y="4958715"/>
            <a:ext cx="7315200" cy="913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络合剂的络合能力如下：</a:t>
            </a:r>
            <a:endParaRPr lang="zh-CN" altLang="en-US" sz="2135">
              <a:solidFill>
                <a:srgbClr val="000000"/>
              </a:solidFill>
              <a:latin typeface="Arial" panose="020B0604020202020204" pitchFamily="34" charset="0"/>
              <a:ea typeface="微软雅黑" panose="020B0503020204020204" charset="-122"/>
            </a:endParaRPr>
          </a:p>
          <a:p>
            <a:pPr defTabSz="812800" eaLnBrk="0" fontAlgn="base" hangingPunct="0">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氰化物</a:t>
            </a:r>
            <a:r>
              <a:rPr lang="en-US" altLang="zh-CN" sz="2135">
                <a:solidFill>
                  <a:srgbClr val="000000"/>
                </a:solidFill>
                <a:latin typeface="Arial" panose="020B0604020202020204" pitchFamily="34" charset="0"/>
                <a:ea typeface="微软雅黑" panose="020B0503020204020204" charset="-122"/>
              </a:rPr>
              <a:t>&gt;</a:t>
            </a:r>
            <a:r>
              <a:rPr lang="zh-CN" altLang="en-US" sz="2135">
                <a:solidFill>
                  <a:srgbClr val="000000"/>
                </a:solidFill>
                <a:latin typeface="Arial" panose="020B0604020202020204" pitchFamily="34" charset="0"/>
                <a:ea typeface="微软雅黑" panose="020B0503020204020204" charset="-122"/>
              </a:rPr>
              <a:t>柠檬酸盐</a:t>
            </a:r>
            <a:r>
              <a:rPr lang="en-US" altLang="zh-CN" sz="2135">
                <a:solidFill>
                  <a:srgbClr val="000000"/>
                </a:solidFill>
                <a:latin typeface="Arial" panose="020B0604020202020204" pitchFamily="34" charset="0"/>
                <a:ea typeface="微软雅黑" panose="020B0503020204020204" charset="-122"/>
              </a:rPr>
              <a:t>&gt;</a:t>
            </a:r>
            <a:r>
              <a:rPr lang="zh-CN" altLang="en-US" sz="2135">
                <a:solidFill>
                  <a:srgbClr val="000000"/>
                </a:solidFill>
                <a:latin typeface="Arial" panose="020B0604020202020204" pitchFamily="34" charset="0"/>
                <a:ea typeface="微软雅黑" panose="020B0503020204020204" charset="-122"/>
              </a:rPr>
              <a:t>乳酸盐</a:t>
            </a:r>
            <a:r>
              <a:rPr lang="en-US" altLang="zh-CN" sz="2135">
                <a:solidFill>
                  <a:srgbClr val="000000"/>
                </a:solidFill>
                <a:latin typeface="Arial" panose="020B0604020202020204" pitchFamily="34" charset="0"/>
                <a:ea typeface="微软雅黑" panose="020B0503020204020204" charset="-122"/>
              </a:rPr>
              <a:t>&gt;</a:t>
            </a:r>
            <a:r>
              <a:rPr lang="zh-CN" altLang="en-US" sz="2135">
                <a:solidFill>
                  <a:srgbClr val="000000"/>
                </a:solidFill>
                <a:latin typeface="Arial" panose="020B0604020202020204" pitchFamily="34" charset="0"/>
                <a:ea typeface="微软雅黑" panose="020B0503020204020204" charset="-122"/>
              </a:rPr>
              <a:t>乙酸盐</a:t>
            </a:r>
            <a:r>
              <a:rPr lang="en-US" altLang="zh-CN" sz="2135">
                <a:solidFill>
                  <a:srgbClr val="000000"/>
                </a:solidFill>
                <a:latin typeface="Arial" panose="020B0604020202020204" pitchFamily="34" charset="0"/>
                <a:ea typeface="微软雅黑" panose="020B0503020204020204" charset="-122"/>
              </a:rPr>
              <a:t>&gt;</a:t>
            </a:r>
            <a:r>
              <a:rPr lang="zh-CN" altLang="en-US" sz="2135">
                <a:solidFill>
                  <a:srgbClr val="000000"/>
                </a:solidFill>
                <a:latin typeface="Arial" panose="020B0604020202020204" pitchFamily="34" charset="0"/>
                <a:ea typeface="微软雅黑" panose="020B0503020204020204" charset="-122"/>
              </a:rPr>
              <a:t>硫酸盐</a:t>
            </a:r>
            <a:r>
              <a:rPr lang="en-US" altLang="zh-CN" sz="2135">
                <a:solidFill>
                  <a:srgbClr val="000000"/>
                </a:solidFill>
                <a:latin typeface="Arial" panose="020B0604020202020204" pitchFamily="34" charset="0"/>
                <a:ea typeface="微软雅黑" panose="020B0503020204020204" charset="-122"/>
              </a:rPr>
              <a:t>&gt;</a:t>
            </a:r>
            <a:r>
              <a:rPr lang="zh-CN" altLang="en-US" sz="2135">
                <a:solidFill>
                  <a:srgbClr val="000000"/>
                </a:solidFill>
                <a:latin typeface="Arial" panose="020B0604020202020204" pitchFamily="34" charset="0"/>
                <a:ea typeface="微软雅黑" panose="020B0503020204020204" charset="-122"/>
              </a:rPr>
              <a:t>硝酸盐</a:t>
            </a:r>
            <a:endParaRPr lang="en-US" altLang="zh-CN" sz="2135">
              <a:solidFill>
                <a:srgbClr val="000000"/>
              </a:solidFill>
              <a:latin typeface="Arial" panose="020B0604020202020204" pitchFamily="34" charset="0"/>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812800" eaLnBrk="0" fontAlgn="base" hangingPunct="0">
              <a:spcBef>
                <a:spcPct val="0"/>
              </a:spcBef>
              <a:spcAft>
                <a:spcPct val="0"/>
              </a:spcAft>
            </a:pPr>
            <a:fld id="{C6189E14-8479-4F48-8EA7-1F79D013E579}"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41986" name="Rectangle 2"/>
          <p:cNvSpPr>
            <a:spLocks noGrp="1" noChangeArrowheads="1"/>
          </p:cNvSpPr>
          <p:nvPr>
            <p:ph type="title"/>
          </p:nvPr>
        </p:nvSpPr>
        <p:spPr>
          <a:xfrm>
            <a:off x="445911" y="773289"/>
            <a:ext cx="7772400" cy="677333"/>
          </a:xfrm>
        </p:spPr>
        <p:txBody>
          <a:bodyPr/>
          <a:lstStyle/>
          <a:p>
            <a:pPr algn="l"/>
            <a:r>
              <a:rPr lang="zh-CN" altLang="en-US" sz="2490" b="0">
                <a:ea typeface="微软雅黑" panose="020B0503020204020204" charset="-122"/>
              </a:rPr>
              <a:t>络合剂的作用</a:t>
            </a:r>
            <a:endParaRPr lang="zh-CN" altLang="en-US" sz="2490" b="0">
              <a:ea typeface="微软雅黑" panose="020B0503020204020204" charset="-122"/>
            </a:endParaRPr>
          </a:p>
        </p:txBody>
      </p:sp>
      <p:sp>
        <p:nvSpPr>
          <p:cNvPr id="41987" name="Rectangle 3"/>
          <p:cNvSpPr>
            <a:spLocks noGrp="1" noChangeArrowheads="1"/>
          </p:cNvSpPr>
          <p:nvPr>
            <p:ph type="body" idx="1"/>
          </p:nvPr>
        </p:nvSpPr>
        <p:spPr>
          <a:xfrm>
            <a:off x="375356" y="1665112"/>
            <a:ext cx="8600723" cy="2843389"/>
          </a:xfrm>
        </p:spPr>
        <p:txBody>
          <a:bodyPr/>
          <a:lstStyle/>
          <a:p>
            <a:pPr algn="just">
              <a:lnSpc>
                <a:spcPct val="150000"/>
              </a:lnSpc>
              <a:buFontTx/>
              <a:buNone/>
            </a:pPr>
            <a:r>
              <a:rPr lang="zh-CN" altLang="en-US">
                <a:latin typeface="Arial" panose="020B0604020202020204" pitchFamily="34" charset="0"/>
                <a:ea typeface="微软雅黑" panose="020B0503020204020204" charset="-122"/>
              </a:rPr>
              <a:t>络合剂既影响阳极过程也影响阴极过程，主要作用有：</a:t>
            </a:r>
            <a:endParaRPr lang="zh-CN" altLang="en-US">
              <a:latin typeface="Arial" panose="020B0604020202020204" pitchFamily="34" charset="0"/>
              <a:ea typeface="微软雅黑" panose="020B0503020204020204" charset="-122"/>
            </a:endParaRPr>
          </a:p>
          <a:p>
            <a:pPr algn="just">
              <a:lnSpc>
                <a:spcPct val="150000"/>
              </a:lnSpc>
              <a:buFontTx/>
              <a:buNone/>
            </a:pPr>
            <a:r>
              <a:rPr lang="zh-CN" altLang="en-US">
                <a:latin typeface="Arial" panose="020B0604020202020204" pitchFamily="34" charset="0"/>
                <a:ea typeface="微软雅黑" panose="020B0503020204020204" charset="-122"/>
              </a:rPr>
              <a:t>(1)  增加金属离子溶解度；改善阳极溶解情况。</a:t>
            </a:r>
            <a:endParaRPr lang="zh-CN" altLang="en-US">
              <a:latin typeface="Arial" panose="020B0604020202020204" pitchFamily="34" charset="0"/>
              <a:ea typeface="微软雅黑" panose="020B0503020204020204" charset="-122"/>
            </a:endParaRPr>
          </a:p>
          <a:p>
            <a:pPr algn="just">
              <a:lnSpc>
                <a:spcPct val="150000"/>
              </a:lnSpc>
              <a:buFontTx/>
              <a:buNone/>
            </a:pPr>
            <a:r>
              <a:rPr lang="zh-CN" altLang="en-US">
                <a:latin typeface="Arial" panose="020B0604020202020204" pitchFamily="34" charset="0"/>
                <a:ea typeface="微软雅黑" panose="020B0503020204020204" charset="-122"/>
              </a:rPr>
              <a:t>(2) 提高阴极极化；使镀层致密。</a:t>
            </a:r>
            <a:endParaRPr lang="zh-CN" altLang="en-US">
              <a:latin typeface="Arial" panose="020B0604020202020204" pitchFamily="34" charset="0"/>
              <a:ea typeface="微软雅黑" panose="020B0503020204020204" charset="-122"/>
            </a:endParaRPr>
          </a:p>
          <a:p>
            <a:pPr algn="just">
              <a:lnSpc>
                <a:spcPct val="150000"/>
              </a:lnSpc>
              <a:buFontTx/>
              <a:buNone/>
            </a:pPr>
            <a:r>
              <a:rPr lang="zh-CN" altLang="en-US">
                <a:latin typeface="Arial" panose="020B0604020202020204" pitchFamily="34" charset="0"/>
                <a:ea typeface="微软雅黑" panose="020B0503020204020204" charset="-122"/>
              </a:rPr>
              <a:t>(3)增加溶液导电能力；扩大电流密度范围。</a:t>
            </a:r>
            <a:endParaRPr lang="zh-CN" altLang="en-US">
              <a:latin typeface="Arial" panose="020B0604020202020204" pitchFamily="34" charset="0"/>
              <a:ea typeface="微软雅黑" panose="020B0503020204020204" charset="-122"/>
            </a:endParaRPr>
          </a:p>
          <a:p>
            <a:pPr algn="just">
              <a:lnSpc>
                <a:spcPct val="150000"/>
              </a:lnSpc>
              <a:buFontTx/>
              <a:buNone/>
            </a:pPr>
            <a:r>
              <a:rPr lang="zh-CN" altLang="en-US">
                <a:latin typeface="Arial" panose="020B0604020202020204" pitchFamily="34" charset="0"/>
                <a:ea typeface="微软雅黑" panose="020B0503020204020204" charset="-122"/>
              </a:rPr>
              <a:t>(4)</a:t>
            </a:r>
            <a:r>
              <a:rPr lang="zh-CN" altLang="en-US">
                <a:latin typeface="Arial" panose="020B0604020202020204" pitchFamily="34" charset="0"/>
                <a:ea typeface="微软雅黑" panose="020B0503020204020204" charset="-122"/>
              </a:rPr>
              <a:t>保持镀液稳定；改善电镀层质量。</a:t>
            </a:r>
            <a:endParaRPr lang="zh-CN" altLang="en-US">
              <a:latin typeface="Arial" panose="020B0604020202020204" pitchFamily="34" charset="0"/>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812800" eaLnBrk="0" fontAlgn="base" hangingPunct="0">
              <a:spcBef>
                <a:spcPct val="0"/>
              </a:spcBef>
              <a:spcAft>
                <a:spcPct val="0"/>
              </a:spcAft>
            </a:pPr>
            <a:fld id="{EF4BBE73-3F88-41D1-82CC-A6504C433BB9}"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43010" name="Rectangle 2"/>
          <p:cNvSpPr>
            <a:spLocks noGrp="1" noChangeArrowheads="1"/>
          </p:cNvSpPr>
          <p:nvPr>
            <p:ph type="title"/>
          </p:nvPr>
        </p:nvSpPr>
        <p:spPr>
          <a:xfrm>
            <a:off x="349956" y="890412"/>
            <a:ext cx="7772400" cy="677333"/>
          </a:xfrm>
        </p:spPr>
        <p:txBody>
          <a:bodyPr/>
          <a:lstStyle/>
          <a:p>
            <a:pPr algn="l"/>
            <a:r>
              <a:rPr lang="en-US" altLang="zh-CN" sz="2490" b="0" dirty="0">
                <a:ea typeface="微软雅黑" panose="020B0503020204020204" charset="-122"/>
              </a:rPr>
              <a:t>(</a:t>
            </a:r>
            <a:r>
              <a:rPr lang="zh-CN" altLang="en-US" sz="2490" b="0" dirty="0">
                <a:ea typeface="微软雅黑" panose="020B0503020204020204" charset="-122"/>
              </a:rPr>
              <a:t>3</a:t>
            </a:r>
            <a:r>
              <a:rPr lang="en-US" altLang="zh-CN" sz="2490" b="0" dirty="0">
                <a:ea typeface="微软雅黑" panose="020B0503020204020204" charset="-122"/>
              </a:rPr>
              <a:t>)</a:t>
            </a:r>
            <a:r>
              <a:rPr lang="zh-CN" altLang="en-US" sz="2490" b="0" dirty="0">
                <a:ea typeface="微软雅黑" panose="020B0503020204020204" charset="-122"/>
              </a:rPr>
              <a:t>. </a:t>
            </a:r>
            <a:r>
              <a:rPr lang="zh-CN" altLang="en-US" sz="2490" b="0" dirty="0">
                <a:ea typeface="微软雅黑" panose="020B0503020204020204" charset="-122"/>
              </a:rPr>
              <a:t>导电盐（附加电解质）</a:t>
            </a:r>
            <a:endParaRPr lang="zh-CN" altLang="en-US" sz="2490" b="0" dirty="0">
              <a:ea typeface="微软雅黑" panose="020B0503020204020204" charset="-122"/>
            </a:endParaRPr>
          </a:p>
        </p:txBody>
      </p:sp>
      <p:sp>
        <p:nvSpPr>
          <p:cNvPr id="43011" name="Rectangle 3"/>
          <p:cNvSpPr>
            <a:spLocks noGrp="1" noChangeArrowheads="1"/>
          </p:cNvSpPr>
          <p:nvPr>
            <p:ph type="body" idx="1"/>
          </p:nvPr>
        </p:nvSpPr>
        <p:spPr>
          <a:xfrm>
            <a:off x="241300" y="1817511"/>
            <a:ext cx="8432800" cy="2650067"/>
          </a:xfrm>
        </p:spPr>
        <p:txBody>
          <a:bodyPr/>
          <a:lstStyle/>
          <a:p>
            <a:pPr algn="just">
              <a:lnSpc>
                <a:spcPct val="150000"/>
              </a:lnSpc>
              <a:buFontTx/>
              <a:buNone/>
            </a:pPr>
            <a:r>
              <a:rPr lang="zh-CN" altLang="en-US">
                <a:latin typeface="Arial" panose="020B0604020202020204" pitchFamily="34" charset="0"/>
                <a:ea typeface="微软雅黑" panose="020B0503020204020204" charset="-122"/>
              </a:rPr>
              <a:t>附加电解质，例如在镀镍液（NiSO</a:t>
            </a:r>
            <a:r>
              <a:rPr lang="zh-CN" altLang="en-US" baseline="-25000">
                <a:latin typeface="Arial" panose="020B0604020202020204" pitchFamily="34" charset="0"/>
                <a:ea typeface="微软雅黑" panose="020B0503020204020204" charset="-122"/>
              </a:rPr>
              <a:t>4</a:t>
            </a:r>
            <a:r>
              <a:rPr lang="zh-CN" altLang="en-US">
                <a:latin typeface="Arial" panose="020B0604020202020204" pitchFamily="34" charset="0"/>
                <a:ea typeface="微软雅黑" panose="020B0503020204020204" charset="-122"/>
              </a:rPr>
              <a:t>)中加入Na</a:t>
            </a:r>
            <a:r>
              <a:rPr lang="zh-CN" altLang="en-US" baseline="-30000">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SO</a:t>
            </a:r>
            <a:r>
              <a:rPr lang="zh-CN" altLang="en-US" baseline="-30000">
                <a:latin typeface="Arial" panose="020B0604020202020204" pitchFamily="34" charset="0"/>
                <a:ea typeface="微软雅黑" panose="020B0503020204020204" charset="-122"/>
              </a:rPr>
              <a:t>4</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algn="just">
              <a:lnSpc>
                <a:spcPct val="150000"/>
              </a:lnSpc>
              <a:buFontTx/>
              <a:buNone/>
            </a:pPr>
            <a:r>
              <a:rPr lang="zh-CN" altLang="en-US">
                <a:latin typeface="Arial" panose="020B0604020202020204" pitchFamily="34" charset="0"/>
                <a:ea typeface="微软雅黑" panose="020B0503020204020204" charset="-122"/>
              </a:rPr>
              <a:t>除可提高镀液的电导性外，还可增强阴极极化能力，有利于获得细晶的镀层。</a:t>
            </a:r>
            <a:endParaRPr lang="zh-CN" altLang="en-US">
              <a:latin typeface="Arial" panose="020B0604020202020204" pitchFamily="34" charset="0"/>
              <a:ea typeface="微软雅黑" panose="020B0503020204020204" charset="-122"/>
            </a:endParaRPr>
          </a:p>
          <a:p>
            <a:pPr algn="just">
              <a:lnSpc>
                <a:spcPct val="150000"/>
              </a:lnSpc>
              <a:buFontTx/>
              <a:buNone/>
            </a:pPr>
            <a:r>
              <a:rPr lang="zh-CN" altLang="en-US">
                <a:latin typeface="Arial" panose="020B0604020202020204" pitchFamily="34" charset="0"/>
                <a:ea typeface="微软雅黑" panose="020B0503020204020204" charset="-122"/>
              </a:rPr>
              <a:t>导电盐不参加电极反应，酸或碱类也可作为导电物质。</a:t>
            </a:r>
            <a:endParaRPr lang="zh-CN" altLang="en-US">
              <a:latin typeface="Arial" panose="020B0604020202020204" pitchFamily="34" charset="0"/>
              <a:ea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defTabSz="812800" eaLnBrk="0" fontAlgn="base" hangingPunct="0">
              <a:spcBef>
                <a:spcPct val="0"/>
              </a:spcBef>
              <a:spcAft>
                <a:spcPct val="0"/>
              </a:spcAft>
            </a:pPr>
            <a:fld id="{F68AFB7E-C446-4F31-B635-50A084AA4F0A}"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44034" name="Rectangle 2"/>
          <p:cNvSpPr>
            <a:spLocks noGrp="1" noChangeArrowheads="1"/>
          </p:cNvSpPr>
          <p:nvPr>
            <p:ph type="body" idx="1"/>
          </p:nvPr>
        </p:nvSpPr>
        <p:spPr>
          <a:xfrm>
            <a:off x="174978" y="855133"/>
            <a:ext cx="8779933" cy="4358923"/>
          </a:xfrm>
        </p:spPr>
        <p:txBody>
          <a:bodyPr/>
          <a:lstStyle/>
          <a:p>
            <a:pPr algn="just">
              <a:lnSpc>
                <a:spcPct val="150000"/>
              </a:lnSpc>
            </a:pPr>
            <a:r>
              <a:rPr lang="en-US" altLang="zh-CN" dirty="0">
                <a:latin typeface="Arial" panose="020B0604020202020204" pitchFamily="34" charset="0"/>
                <a:ea typeface="微软雅黑" panose="020B0503020204020204" charset="-122"/>
              </a:rPr>
              <a:t>(</a:t>
            </a:r>
            <a:r>
              <a:rPr lang="zh-CN" altLang="en-US" dirty="0">
                <a:latin typeface="Arial" panose="020B0604020202020204" pitchFamily="34" charset="0"/>
                <a:ea typeface="微软雅黑" panose="020B0503020204020204" charset="-122"/>
              </a:rPr>
              <a:t>4</a:t>
            </a:r>
            <a:r>
              <a:rPr lang="en-US" altLang="zh-CN" dirty="0">
                <a:latin typeface="Arial" panose="020B0604020202020204" pitchFamily="34" charset="0"/>
                <a:ea typeface="微软雅黑" panose="020B0503020204020204" charset="-122"/>
              </a:rPr>
              <a:t>)</a:t>
            </a:r>
            <a:r>
              <a:rPr lang="zh-CN" altLang="en-US" dirty="0">
                <a:latin typeface="Arial" panose="020B0604020202020204" pitchFamily="34" charset="0"/>
                <a:ea typeface="微软雅黑" panose="020B0503020204020204" charset="-122"/>
              </a:rPr>
              <a:t>.  特殊添加剂。</a:t>
            </a:r>
            <a:endParaRPr lang="zh-CN" altLang="en-US" dirty="0">
              <a:latin typeface="Arial" panose="020B0604020202020204" pitchFamily="34" charset="0"/>
              <a:ea typeface="微软雅黑" panose="020B0503020204020204" charset="-122"/>
            </a:endParaRPr>
          </a:p>
          <a:p>
            <a:pPr algn="just">
              <a:lnSpc>
                <a:spcPct val="150000"/>
              </a:lnSpc>
              <a:buFontTx/>
              <a:buNone/>
            </a:pPr>
            <a:r>
              <a:rPr lang="zh-CN" altLang="en-US" dirty="0">
                <a:latin typeface="Arial" panose="020B0604020202020204" pitchFamily="34" charset="0"/>
                <a:ea typeface="微软雅黑" panose="020B0503020204020204" charset="-122"/>
              </a:rPr>
              <a:t>     </a:t>
            </a:r>
            <a:r>
              <a:rPr lang="zh-CN" altLang="en-US" b="1" dirty="0">
                <a:latin typeface="Arial" panose="020B0604020202020204" pitchFamily="34" charset="0"/>
                <a:ea typeface="微软雅黑" panose="020B0503020204020204" charset="-122"/>
              </a:rPr>
              <a:t>添加剂按其性质不同，有整平剂、光亮剂、润湿剂、应力消除剂等</a:t>
            </a:r>
            <a:r>
              <a:rPr lang="zh-CN" altLang="en-US" dirty="0">
                <a:latin typeface="Arial" panose="020B0604020202020204" pitchFamily="34" charset="0"/>
                <a:ea typeface="微软雅黑" panose="020B0503020204020204" charset="-122"/>
              </a:rPr>
              <a:t>。</a:t>
            </a:r>
            <a:endParaRPr lang="zh-CN" altLang="en-US" dirty="0">
              <a:latin typeface="Arial" panose="020B0604020202020204" pitchFamily="34" charset="0"/>
              <a:ea typeface="微软雅黑" panose="020B0503020204020204" charset="-122"/>
            </a:endParaRPr>
          </a:p>
        </p:txBody>
      </p:sp>
      <p:sp>
        <p:nvSpPr>
          <p:cNvPr id="44035" name="Rectangle 3"/>
          <p:cNvSpPr>
            <a:spLocks noChangeArrowheads="1"/>
          </p:cNvSpPr>
          <p:nvPr/>
        </p:nvSpPr>
        <p:spPr bwMode="auto">
          <a:xfrm>
            <a:off x="289278" y="2235200"/>
            <a:ext cx="4978400" cy="2861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marL="304800" indent="-304800" algn="just" defTabSz="812800" eaLnBrk="0" fontAlgn="base" hangingPunct="0">
              <a:lnSpc>
                <a:spcPct val="150000"/>
              </a:lnSpc>
              <a:spcAft>
                <a:spcPct val="0"/>
              </a:spcAft>
            </a:pPr>
            <a:r>
              <a:rPr lang="zh-CN" altLang="en-US" sz="2135" dirty="0">
                <a:solidFill>
                  <a:srgbClr val="000000"/>
                </a:solidFill>
                <a:ea typeface="微软雅黑" panose="020B0503020204020204" charset="-122"/>
              </a:rPr>
              <a:t>光亮剂</a:t>
            </a:r>
            <a:r>
              <a:rPr lang="zh-CN" altLang="en-US" sz="2135" dirty="0">
                <a:solidFill>
                  <a:srgbClr val="000000"/>
                </a:solidFill>
                <a:ea typeface="微软雅黑" panose="020B0503020204020204" charset="-122"/>
              </a:rPr>
              <a:t>——可提高镀层的光亮度。</a:t>
            </a:r>
            <a:endParaRPr lang="zh-CN" altLang="en-US" sz="2135" dirty="0">
              <a:solidFill>
                <a:srgbClr val="000000"/>
              </a:solidFill>
              <a:ea typeface="微软雅黑" panose="020B0503020204020204" charset="-122"/>
            </a:endParaRPr>
          </a:p>
          <a:p>
            <a:pPr marL="304800" indent="-304800" algn="just" defTabSz="812800" eaLnBrk="0" fontAlgn="base" hangingPunct="0">
              <a:lnSpc>
                <a:spcPct val="150000"/>
              </a:lnSpc>
              <a:spcAft>
                <a:spcPct val="0"/>
              </a:spcAft>
            </a:pPr>
            <a:r>
              <a:rPr lang="zh-CN" altLang="en-US" sz="2135" dirty="0">
                <a:solidFill>
                  <a:srgbClr val="000000"/>
                </a:solidFill>
                <a:ea typeface="微软雅黑" panose="020B0503020204020204" charset="-122"/>
              </a:rPr>
              <a:t>糖精</a:t>
            </a:r>
            <a:endParaRPr lang="zh-CN" altLang="en-US" sz="2135" dirty="0">
              <a:solidFill>
                <a:srgbClr val="000000"/>
              </a:solidFill>
              <a:ea typeface="微软雅黑" panose="020B0503020204020204" charset="-122"/>
            </a:endParaRPr>
          </a:p>
          <a:p>
            <a:pPr marL="304800" indent="-304800" algn="just" defTabSz="812800" eaLnBrk="0" fontAlgn="base" hangingPunct="0">
              <a:lnSpc>
                <a:spcPct val="150000"/>
              </a:lnSpc>
              <a:spcAft>
                <a:spcPct val="0"/>
              </a:spcAft>
            </a:pPr>
            <a:r>
              <a:rPr lang="zh-CN" altLang="en-US" sz="2135" dirty="0">
                <a:solidFill>
                  <a:srgbClr val="000000"/>
                </a:solidFill>
                <a:ea typeface="微软雅黑" panose="020B0503020204020204" charset="-122"/>
              </a:rPr>
              <a:t>化学名称:  邻苯甲酰磺酰亚胺</a:t>
            </a:r>
            <a:endParaRPr lang="zh-CN" altLang="en-US" sz="2135" dirty="0">
              <a:solidFill>
                <a:srgbClr val="000000"/>
              </a:solidFill>
              <a:ea typeface="微软雅黑" panose="020B0503020204020204" charset="-122"/>
            </a:endParaRPr>
          </a:p>
          <a:p>
            <a:pPr marL="304800" indent="-304800" algn="just" defTabSz="812800" eaLnBrk="0" fontAlgn="base" hangingPunct="0">
              <a:lnSpc>
                <a:spcPct val="150000"/>
              </a:lnSpc>
              <a:spcAft>
                <a:spcPct val="0"/>
              </a:spcAft>
            </a:pPr>
            <a:r>
              <a:rPr lang="zh-CN" altLang="en-US" sz="2135" dirty="0">
                <a:solidFill>
                  <a:srgbClr val="000000"/>
                </a:solidFill>
                <a:ea typeface="微软雅黑" panose="020B0503020204020204" charset="-122"/>
              </a:rPr>
              <a:t>商品糖精: 易溶性的邻苯甲酰磺酰亚胺的钠盐(糖精钠) </a:t>
            </a:r>
            <a:endParaRPr lang="zh-CN" altLang="en-US" sz="2135" dirty="0">
              <a:solidFill>
                <a:srgbClr val="000000"/>
              </a:solidFill>
              <a:ea typeface="微软雅黑" panose="020B0503020204020204" charset="-122"/>
            </a:endParaRPr>
          </a:p>
        </p:txBody>
      </p:sp>
      <p:pic>
        <p:nvPicPr>
          <p:cNvPr id="4403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80567" y="2127956"/>
            <a:ext cx="2895600" cy="1464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Text Box 5"/>
          <p:cNvSpPr txBox="1">
            <a:spLocks noChangeArrowheads="1"/>
          </p:cNvSpPr>
          <p:nvPr/>
        </p:nvSpPr>
        <p:spPr bwMode="auto">
          <a:xfrm>
            <a:off x="5792612" y="3554589"/>
            <a:ext cx="2812344"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糖精     糖精钠</a:t>
            </a:r>
            <a:endParaRPr lang="zh-CN" altLang="en-US" sz="2135">
              <a:solidFill>
                <a:srgbClr val="000000"/>
              </a:solidFill>
              <a:latin typeface="Arial" panose="020B0604020202020204" pitchFamily="34" charset="0"/>
              <a:ea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812800" eaLnBrk="0" fontAlgn="base" hangingPunct="0">
              <a:spcBef>
                <a:spcPct val="0"/>
              </a:spcBef>
              <a:spcAft>
                <a:spcPct val="0"/>
              </a:spcAft>
            </a:pPr>
            <a:fld id="{03A035F0-A0BE-4CAD-B628-6DDF6CAAE7C8}"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45058" name="Rectangle 2"/>
          <p:cNvSpPr>
            <a:spLocks noGrp="1" noChangeArrowheads="1"/>
          </p:cNvSpPr>
          <p:nvPr>
            <p:ph type="body" idx="1"/>
          </p:nvPr>
        </p:nvSpPr>
        <p:spPr>
          <a:xfrm>
            <a:off x="182033" y="614867"/>
            <a:ext cx="8779933" cy="738140"/>
          </a:xfrm>
        </p:spPr>
        <p:txBody>
          <a:bodyPr/>
          <a:lstStyle/>
          <a:p>
            <a:pPr algn="just">
              <a:lnSpc>
                <a:spcPct val="150000"/>
              </a:lnSpc>
            </a:pPr>
            <a:r>
              <a:rPr lang="zh-CN" altLang="en-US" sz="2000" b="1" dirty="0">
                <a:ea typeface="微软雅黑" panose="020B0503020204020204" charset="-122"/>
              </a:rPr>
              <a:t>添加剂按其性质不同，有整平剂、光亮剂、润湿剂、应力消除剂等</a:t>
            </a:r>
            <a:r>
              <a:rPr lang="zh-CN" altLang="en-US" sz="2000" dirty="0">
                <a:ea typeface="微软雅黑" panose="020B0503020204020204" charset="-122"/>
              </a:rPr>
              <a:t>。</a:t>
            </a:r>
            <a:endParaRPr lang="zh-CN" altLang="en-US" sz="2000" dirty="0">
              <a:ea typeface="微软雅黑" panose="020B0503020204020204" charset="-122"/>
            </a:endParaRPr>
          </a:p>
        </p:txBody>
      </p:sp>
      <p:sp>
        <p:nvSpPr>
          <p:cNvPr id="45059" name="Rectangle 3"/>
          <p:cNvSpPr>
            <a:spLocks noChangeArrowheads="1"/>
          </p:cNvSpPr>
          <p:nvPr/>
        </p:nvSpPr>
        <p:spPr bwMode="auto">
          <a:xfrm>
            <a:off x="496004" y="1618772"/>
            <a:ext cx="8151989" cy="2343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marL="304800" indent="-304800" algn="just" defTabSz="812800" eaLnBrk="0" fontAlgn="base" hangingPunct="0">
              <a:lnSpc>
                <a:spcPct val="150000"/>
              </a:lnSpc>
              <a:spcAft>
                <a:spcPct val="0"/>
              </a:spcAft>
            </a:pPr>
            <a:r>
              <a:rPr lang="zh-CN" altLang="en-US" b="1" dirty="0">
                <a:solidFill>
                  <a:srgbClr val="000000"/>
                </a:solidFill>
                <a:ea typeface="微软雅黑" panose="020B0503020204020204" charset="-122"/>
              </a:rPr>
              <a:t>光亮剂</a:t>
            </a:r>
            <a:r>
              <a:rPr lang="zh-CN" altLang="en-US" b="1" dirty="0">
                <a:solidFill>
                  <a:srgbClr val="000000"/>
                </a:solidFill>
                <a:ea typeface="微软雅黑" panose="020B0503020204020204" charset="-122"/>
              </a:rPr>
              <a:t>——可提高镀层的光亮度。</a:t>
            </a:r>
            <a:endParaRPr lang="zh-CN" altLang="en-US" b="1" dirty="0">
              <a:solidFill>
                <a:srgbClr val="000000"/>
              </a:solidFill>
              <a:ea typeface="微软雅黑" panose="020B0503020204020204" charset="-122"/>
            </a:endParaRPr>
          </a:p>
          <a:p>
            <a:pPr marL="304800" indent="-304800" algn="just" defTabSz="812800" eaLnBrk="0" fontAlgn="base" hangingPunct="0">
              <a:lnSpc>
                <a:spcPct val="150000"/>
              </a:lnSpc>
              <a:spcAft>
                <a:spcPct val="0"/>
              </a:spcAft>
            </a:pPr>
            <a:r>
              <a:rPr lang="zh-CN" altLang="en-US" b="1" dirty="0">
                <a:solidFill>
                  <a:srgbClr val="000000"/>
                </a:solidFill>
                <a:ea typeface="微软雅黑" panose="020B0503020204020204" charset="-122"/>
              </a:rPr>
              <a:t>整平剂</a:t>
            </a:r>
            <a:r>
              <a:rPr lang="zh-CN" altLang="en-US" b="1" dirty="0">
                <a:solidFill>
                  <a:srgbClr val="000000"/>
                </a:solidFill>
                <a:ea typeface="微软雅黑" panose="020B0503020204020204" charset="-122"/>
              </a:rPr>
              <a:t>——使镀层平整</a:t>
            </a:r>
            <a:endParaRPr lang="zh-CN" altLang="en-US" b="1" dirty="0">
              <a:solidFill>
                <a:srgbClr val="000000"/>
              </a:solidFill>
              <a:ea typeface="微软雅黑" panose="020B0503020204020204" charset="-122"/>
            </a:endParaRPr>
          </a:p>
          <a:p>
            <a:pPr marL="304800" indent="-304800" algn="just" defTabSz="812800" eaLnBrk="0" fontAlgn="base" hangingPunct="0">
              <a:lnSpc>
                <a:spcPct val="150000"/>
              </a:lnSpc>
              <a:spcAft>
                <a:spcPct val="0"/>
              </a:spcAft>
            </a:pPr>
            <a:r>
              <a:rPr lang="zh-CN" altLang="en-US" b="1" dirty="0">
                <a:solidFill>
                  <a:srgbClr val="000000"/>
                </a:solidFill>
                <a:ea typeface="微软雅黑" panose="020B0503020204020204" charset="-122"/>
              </a:rPr>
              <a:t>润湿剂</a:t>
            </a:r>
            <a:r>
              <a:rPr lang="zh-CN" altLang="en-US" b="1" dirty="0">
                <a:solidFill>
                  <a:srgbClr val="000000"/>
                </a:solidFill>
                <a:ea typeface="微软雅黑" panose="020B0503020204020204" charset="-122"/>
              </a:rPr>
              <a:t>——防止镀层产生针孔及麻点</a:t>
            </a:r>
            <a:endParaRPr lang="zh-CN" altLang="en-US" b="1" dirty="0">
              <a:solidFill>
                <a:srgbClr val="000000"/>
              </a:solidFill>
              <a:ea typeface="微软雅黑" panose="020B0503020204020204" charset="-122"/>
            </a:endParaRPr>
          </a:p>
          <a:p>
            <a:pPr marL="304800" indent="-304800" algn="just" defTabSz="812800" eaLnBrk="0" fontAlgn="base" hangingPunct="0">
              <a:lnSpc>
                <a:spcPct val="150000"/>
              </a:lnSpc>
              <a:spcAft>
                <a:spcPct val="0"/>
              </a:spcAft>
            </a:pPr>
            <a:r>
              <a:rPr lang="zh-CN" altLang="en-US" b="1" dirty="0">
                <a:solidFill>
                  <a:srgbClr val="000000"/>
                </a:solidFill>
                <a:ea typeface="微软雅黑" panose="020B0503020204020204" charset="-122"/>
              </a:rPr>
              <a:t>抑雾剂</a:t>
            </a:r>
            <a:r>
              <a:rPr lang="zh-CN" altLang="en-US" b="1" dirty="0">
                <a:solidFill>
                  <a:srgbClr val="000000"/>
                </a:solidFill>
                <a:ea typeface="微软雅黑" panose="020B0503020204020204" charset="-122"/>
              </a:rPr>
              <a:t>——抑制镀液酸雾的产生</a:t>
            </a:r>
            <a:endParaRPr lang="zh-CN" altLang="en-US" b="1" dirty="0">
              <a:solidFill>
                <a:srgbClr val="000000"/>
              </a:solidFill>
              <a:ea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812800" eaLnBrk="0" fontAlgn="base" hangingPunct="0">
              <a:spcBef>
                <a:spcPct val="0"/>
              </a:spcBef>
              <a:spcAft>
                <a:spcPct val="0"/>
              </a:spcAft>
            </a:pPr>
            <a:fld id="{7CBB72E0-7C0B-4942-BF72-4BC8B347A9D8}"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46082" name="Rectangle 2"/>
          <p:cNvSpPr>
            <a:spLocks noGrp="1" noChangeArrowheads="1"/>
          </p:cNvSpPr>
          <p:nvPr>
            <p:ph type="title"/>
          </p:nvPr>
        </p:nvSpPr>
        <p:spPr>
          <a:xfrm>
            <a:off x="685800" y="719667"/>
            <a:ext cx="7772400" cy="677333"/>
          </a:xfrm>
        </p:spPr>
        <p:txBody>
          <a:bodyPr/>
          <a:lstStyle/>
          <a:p>
            <a:pPr algn="l"/>
            <a:r>
              <a:rPr lang="zh-CN" altLang="en-US" sz="2845" b="0" dirty="0">
                <a:ea typeface="微软雅黑" panose="020B0503020204020204" charset="-122"/>
              </a:rPr>
              <a:t>（5）. pH值</a:t>
            </a:r>
            <a:endParaRPr lang="zh-CN" altLang="en-US" sz="2845" b="0" dirty="0">
              <a:ea typeface="微软雅黑" panose="020B0503020204020204" charset="-122"/>
            </a:endParaRPr>
          </a:p>
        </p:txBody>
      </p:sp>
      <p:sp>
        <p:nvSpPr>
          <p:cNvPr id="46083" name="Rectangle 3"/>
          <p:cNvSpPr>
            <a:spLocks noGrp="1" noChangeArrowheads="1"/>
          </p:cNvSpPr>
          <p:nvPr>
            <p:ph type="body" idx="1"/>
          </p:nvPr>
        </p:nvSpPr>
        <p:spPr>
          <a:xfrm>
            <a:off x="330200" y="1735667"/>
            <a:ext cx="8432800" cy="3231444"/>
          </a:xfrm>
        </p:spPr>
        <p:txBody>
          <a:bodyPr/>
          <a:lstStyle/>
          <a:p>
            <a:pPr algn="just">
              <a:lnSpc>
                <a:spcPct val="150000"/>
              </a:lnSpc>
            </a:pPr>
            <a:r>
              <a:rPr lang="zh-CN" altLang="en-US">
                <a:ea typeface="微软雅黑" panose="020B0503020204020204" charset="-122"/>
              </a:rPr>
              <a:t>镀液的pH值对电镀的影响十分明显。</a:t>
            </a:r>
            <a:endParaRPr lang="zh-CN" altLang="en-US">
              <a:ea typeface="微软雅黑" panose="020B0503020204020204" charset="-122"/>
            </a:endParaRPr>
          </a:p>
          <a:p>
            <a:pPr algn="just">
              <a:lnSpc>
                <a:spcPct val="150000"/>
              </a:lnSpc>
            </a:pPr>
            <a:r>
              <a:rPr lang="zh-CN" altLang="en-US">
                <a:ea typeface="微软雅黑" panose="020B0503020204020204" charset="-122"/>
              </a:rPr>
              <a:t>pH低，</a:t>
            </a:r>
            <a:r>
              <a:rPr lang="en-US" altLang="zh-CN">
                <a:ea typeface="微软雅黑" panose="020B0503020204020204" charset="-122"/>
              </a:rPr>
              <a:t>H</a:t>
            </a:r>
            <a:r>
              <a:rPr lang="en-US" altLang="zh-CN" baseline="30000">
                <a:ea typeface="微软雅黑" panose="020B0503020204020204" charset="-122"/>
              </a:rPr>
              <a:t>+</a:t>
            </a:r>
            <a:r>
              <a:rPr lang="zh-CN" altLang="en-US">
                <a:ea typeface="微软雅黑" panose="020B0503020204020204" charset="-122"/>
              </a:rPr>
              <a:t>浓度高，H</a:t>
            </a:r>
            <a:r>
              <a:rPr lang="zh-CN" altLang="en-US" baseline="-25000">
                <a:ea typeface="微软雅黑" panose="020B0503020204020204" charset="-122"/>
              </a:rPr>
              <a:t>2</a:t>
            </a:r>
            <a:r>
              <a:rPr lang="zh-CN" altLang="en-US">
                <a:ea typeface="微软雅黑" panose="020B0503020204020204" charset="-122"/>
              </a:rPr>
              <a:t>↑析出，镀层出现针孔、麻点。</a:t>
            </a:r>
            <a:endParaRPr lang="zh-CN" altLang="en-US">
              <a:ea typeface="微软雅黑" panose="020B0503020204020204" charset="-122"/>
            </a:endParaRPr>
          </a:p>
          <a:p>
            <a:pPr algn="just">
              <a:lnSpc>
                <a:spcPct val="150000"/>
              </a:lnSpc>
            </a:pPr>
            <a:r>
              <a:rPr lang="zh-CN" altLang="en-US">
                <a:ea typeface="微软雅黑" panose="020B0503020204020204" charset="-122"/>
              </a:rPr>
              <a:t>氢气析出的原因：金属离子的沉积电位较负，或氢的析出过电位较低。</a:t>
            </a:r>
            <a:endParaRPr lang="zh-CN" altLang="en-US">
              <a:ea typeface="微软雅黑" panose="020B0503020204020204" charset="-122"/>
            </a:endParaRPr>
          </a:p>
          <a:p>
            <a:pPr algn="just">
              <a:lnSpc>
                <a:spcPct val="150000"/>
              </a:lnSpc>
            </a:pPr>
            <a:r>
              <a:rPr lang="zh-CN" altLang="en-US">
                <a:ea typeface="微软雅黑" panose="020B0503020204020204" charset="-122"/>
              </a:rPr>
              <a:t>例如，镀锌时伴随着氢气的析出。</a:t>
            </a:r>
            <a:endParaRPr lang="zh-CN" altLang="en-US">
              <a:ea typeface="微软雅黑" panose="020B0503020204020204" charset="-122"/>
            </a:endParaRPr>
          </a:p>
          <a:p>
            <a:pPr algn="just">
              <a:lnSpc>
                <a:spcPct val="150000"/>
              </a:lnSpc>
            </a:pPr>
            <a:r>
              <a:rPr lang="zh-CN" altLang="en-US">
                <a:ea typeface="微软雅黑" panose="020B0503020204020204" charset="-122"/>
              </a:rPr>
              <a:t>电镀时必须防止氢气的析出。</a:t>
            </a:r>
            <a:endParaRPr lang="zh-CN" altLang="en-US">
              <a:ea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0"/>
          </p:nvPr>
        </p:nvSpPr>
        <p:spPr/>
        <p:txBody>
          <a:bodyPr/>
          <a:lstStyle/>
          <a:p>
            <a:pPr defTabSz="812800" eaLnBrk="0" fontAlgn="base" hangingPunct="0">
              <a:spcBef>
                <a:spcPct val="0"/>
              </a:spcBef>
              <a:spcAft>
                <a:spcPct val="0"/>
              </a:spcAft>
            </a:pPr>
            <a:fld id="{1C87A3E2-DC73-4DA8-97FE-400EAC929050}"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47106" name="Rectangle 2"/>
          <p:cNvSpPr>
            <a:spLocks noGrp="1" noChangeArrowheads="1"/>
          </p:cNvSpPr>
          <p:nvPr>
            <p:ph type="body" idx="1"/>
          </p:nvPr>
        </p:nvSpPr>
        <p:spPr>
          <a:xfrm>
            <a:off x="304800" y="855133"/>
            <a:ext cx="8610600" cy="4227689"/>
          </a:xfrm>
        </p:spPr>
        <p:txBody>
          <a:bodyPr/>
          <a:lstStyle/>
          <a:p>
            <a:pPr algn="just">
              <a:lnSpc>
                <a:spcPct val="150000"/>
              </a:lnSpc>
              <a:buFontTx/>
              <a:buNone/>
            </a:pPr>
            <a:endParaRPr lang="zh-CN" altLang="en-US" sz="2400" b="1" dirty="0">
              <a:latin typeface="Arial" panose="020B0604020202020204" pitchFamily="34" charset="0"/>
              <a:ea typeface="微软雅黑" panose="020B0503020204020204" charset="-122"/>
            </a:endParaRPr>
          </a:p>
          <a:p>
            <a:pPr algn="just">
              <a:lnSpc>
                <a:spcPct val="150000"/>
              </a:lnSpc>
            </a:pPr>
            <a:r>
              <a:rPr lang="zh-CN" altLang="en-US" sz="2400" b="1" dirty="0">
                <a:latin typeface="Arial" panose="020B0604020202020204" pitchFamily="34" charset="0"/>
                <a:ea typeface="微软雅黑" panose="020B0503020204020204" charset="-122"/>
              </a:rPr>
              <a:t>加入缓冲剂，使镀液具有自行调节pH</a:t>
            </a:r>
            <a:r>
              <a:rPr lang="zh-CN" altLang="en-US" sz="2400" b="1" dirty="0">
                <a:latin typeface="Arial" panose="020B0604020202020204" pitchFamily="34" charset="0"/>
                <a:ea typeface="微软雅黑" panose="020B0503020204020204" charset="-122"/>
              </a:rPr>
              <a:t>值能力，以便在施镀过程中保持pH稳定。</a:t>
            </a:r>
            <a:endParaRPr lang="zh-CN" altLang="en-US" sz="2400" b="1" dirty="0">
              <a:latin typeface="Arial" panose="020B0604020202020204" pitchFamily="34" charset="0"/>
              <a:ea typeface="微软雅黑" panose="020B0503020204020204" charset="-122"/>
            </a:endParaRPr>
          </a:p>
          <a:p>
            <a:pPr algn="just">
              <a:lnSpc>
                <a:spcPct val="150000"/>
              </a:lnSpc>
            </a:pPr>
            <a:r>
              <a:rPr lang="zh-CN" altLang="en-US" sz="2400" b="1" dirty="0">
                <a:latin typeface="Arial" panose="020B0604020202020204" pitchFamily="34" charset="0"/>
                <a:ea typeface="微软雅黑" panose="020B0503020204020204" charset="-122"/>
              </a:rPr>
              <a:t>缓冲剂要有足够量才有较好的效果，一般加入</a:t>
            </a:r>
            <a:r>
              <a:rPr lang="zh-CN" altLang="en-US" sz="2400" b="1" dirty="0">
                <a:latin typeface="Arial" panose="020B0604020202020204" pitchFamily="34" charset="0"/>
                <a:ea typeface="微软雅黑" panose="020B0503020204020204" charset="-122"/>
              </a:rPr>
              <a:t>30～40g／</a:t>
            </a:r>
            <a:r>
              <a:rPr lang="zh-CN" altLang="en-US" sz="2400" b="1" dirty="0">
                <a:latin typeface="Arial" panose="020B0604020202020204" pitchFamily="34" charset="0"/>
                <a:ea typeface="微软雅黑" panose="020B0503020204020204" charset="-122"/>
              </a:rPr>
              <a:t>L，例如氯化钾镀锌溶液中的硼酸。</a:t>
            </a:r>
            <a:endParaRPr lang="zh-CN" altLang="en-US" sz="2400" b="1" dirty="0">
              <a:latin typeface="Arial" panose="020B0604020202020204" pitchFamily="34" charset="0"/>
              <a:ea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0"/>
          </p:nvPr>
        </p:nvSpPr>
        <p:spPr/>
        <p:txBody>
          <a:bodyPr/>
          <a:lstStyle/>
          <a:p>
            <a:pPr defTabSz="812800" eaLnBrk="0" fontAlgn="base" hangingPunct="0">
              <a:spcBef>
                <a:spcPct val="0"/>
              </a:spcBef>
              <a:spcAft>
                <a:spcPct val="0"/>
              </a:spcAft>
            </a:pPr>
            <a:fld id="{42948019-5801-46D9-A9E6-902BCFB13393}"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48130" name="Rectangle 2"/>
          <p:cNvSpPr>
            <a:spLocks noGrp="1" noChangeArrowheads="1"/>
          </p:cNvSpPr>
          <p:nvPr>
            <p:ph type="body" idx="1"/>
          </p:nvPr>
        </p:nvSpPr>
        <p:spPr>
          <a:xfrm>
            <a:off x="304800" y="855133"/>
            <a:ext cx="8610600" cy="4227689"/>
          </a:xfrm>
        </p:spPr>
        <p:txBody>
          <a:bodyPr/>
          <a:lstStyle/>
          <a:p>
            <a:pPr algn="just">
              <a:lnSpc>
                <a:spcPct val="150000"/>
              </a:lnSpc>
              <a:buFontTx/>
              <a:buNone/>
            </a:pPr>
            <a:r>
              <a:rPr lang="zh-CN" altLang="en-US" sz="2400" b="1" dirty="0">
                <a:latin typeface="Arial" panose="020B0604020202020204" pitchFamily="34" charset="0"/>
                <a:ea typeface="微软雅黑" panose="020B0503020204020204" charset="-122"/>
              </a:rPr>
              <a:t>（6）. 阳极活化剂</a:t>
            </a:r>
            <a:endParaRPr lang="zh-CN" altLang="en-US" sz="2400" b="1" dirty="0">
              <a:latin typeface="Arial" panose="020B0604020202020204" pitchFamily="34" charset="0"/>
              <a:ea typeface="微软雅黑" panose="020B0503020204020204" charset="-122"/>
            </a:endParaRPr>
          </a:p>
          <a:p>
            <a:pPr algn="just">
              <a:lnSpc>
                <a:spcPct val="150000"/>
              </a:lnSpc>
              <a:buFontTx/>
              <a:buNone/>
            </a:pPr>
            <a:r>
              <a:rPr lang="zh-CN" altLang="en-US" sz="2400" b="1" dirty="0">
                <a:latin typeface="Arial" panose="020B0604020202020204" pitchFamily="34" charset="0"/>
                <a:ea typeface="微软雅黑" panose="020B0503020204020204" charset="-122"/>
              </a:rPr>
              <a:t>            镀液中经常加入Cl</a:t>
            </a:r>
            <a:r>
              <a:rPr lang="zh-CN" altLang="en-US" sz="2400" b="1" baseline="30000" dirty="0">
                <a:latin typeface="Arial" panose="020B0604020202020204" pitchFamily="34" charset="0"/>
                <a:ea typeface="微软雅黑" panose="020B0503020204020204" charset="-122"/>
              </a:rPr>
              <a:t>-</a:t>
            </a:r>
            <a:r>
              <a:rPr lang="zh-CN" altLang="en-US" sz="2400" b="1" dirty="0">
                <a:latin typeface="Arial" panose="020B0604020202020204" pitchFamily="34" charset="0"/>
                <a:ea typeface="微软雅黑" panose="020B0503020204020204" charset="-122"/>
              </a:rPr>
              <a:t>离子。Cl</a:t>
            </a:r>
            <a:r>
              <a:rPr lang="zh-CN" altLang="en-US" sz="2400" b="1" baseline="30000" dirty="0">
                <a:latin typeface="Arial" panose="020B0604020202020204" pitchFamily="34" charset="0"/>
                <a:ea typeface="微软雅黑" panose="020B0503020204020204" charset="-122"/>
              </a:rPr>
              <a:t>-</a:t>
            </a:r>
            <a:r>
              <a:rPr lang="zh-CN" altLang="en-US" sz="2400" b="1" dirty="0">
                <a:latin typeface="Arial" panose="020B0604020202020204" pitchFamily="34" charset="0"/>
                <a:ea typeface="微软雅黑" panose="020B0503020204020204" charset="-122"/>
              </a:rPr>
              <a:t>是阳极活化剂。</a:t>
            </a:r>
            <a:endParaRPr lang="zh-CN" altLang="en-US" sz="2400" b="1" dirty="0">
              <a:latin typeface="Arial" panose="020B0604020202020204" pitchFamily="34" charset="0"/>
              <a:ea typeface="微软雅黑" panose="020B0503020204020204" charset="-122"/>
            </a:endParaRPr>
          </a:p>
          <a:p>
            <a:pPr algn="just">
              <a:lnSpc>
                <a:spcPct val="150000"/>
              </a:lnSpc>
              <a:buFontTx/>
              <a:buNone/>
            </a:pPr>
            <a:r>
              <a:rPr lang="zh-CN" altLang="en-US" sz="2400" b="1" dirty="0">
                <a:latin typeface="Arial" panose="020B0604020202020204" pitchFamily="34" charset="0"/>
                <a:ea typeface="微软雅黑" panose="020B0503020204020204" charset="-122"/>
              </a:rPr>
              <a:t>      Cl</a:t>
            </a:r>
            <a:r>
              <a:rPr lang="zh-CN" altLang="en-US" sz="2400" b="1" baseline="30000" dirty="0">
                <a:latin typeface="Arial" panose="020B0604020202020204" pitchFamily="34" charset="0"/>
                <a:ea typeface="微软雅黑" panose="020B0503020204020204" charset="-122"/>
              </a:rPr>
              <a:t>-</a:t>
            </a:r>
            <a:r>
              <a:rPr lang="zh-CN" altLang="en-US" sz="2400" b="1" dirty="0">
                <a:latin typeface="Arial" panose="020B0604020202020204" pitchFamily="34" charset="0"/>
                <a:ea typeface="微软雅黑" panose="020B0503020204020204" charset="-122"/>
              </a:rPr>
              <a:t>离子的作用：防止阳极钝化，保持正常溶解反应。</a:t>
            </a:r>
            <a:endParaRPr lang="zh-CN" altLang="en-US" sz="2400" b="1" dirty="0">
              <a:latin typeface="Arial" panose="020B0604020202020204" pitchFamily="34" charset="0"/>
              <a:ea typeface="微软雅黑" panose="020B0503020204020204" charset="-122"/>
            </a:endParaRPr>
          </a:p>
          <a:p>
            <a:pPr algn="just">
              <a:lnSpc>
                <a:spcPct val="150000"/>
              </a:lnSpc>
              <a:buFontTx/>
              <a:buNone/>
            </a:pPr>
            <a:r>
              <a:rPr lang="zh-CN" altLang="en-US" sz="2400" b="1" dirty="0">
                <a:latin typeface="Arial" panose="020B0604020202020204" pitchFamily="34" charset="0"/>
                <a:ea typeface="微软雅黑" panose="020B0503020204020204" charset="-122"/>
              </a:rPr>
              <a:t>      例如镀镍液中必须加入Cl</a:t>
            </a:r>
            <a:r>
              <a:rPr lang="zh-CN" altLang="en-US" sz="2400" b="1" baseline="30000" dirty="0">
                <a:latin typeface="Arial" panose="020B0604020202020204" pitchFamily="34" charset="0"/>
                <a:ea typeface="微软雅黑" panose="020B0503020204020204" charset="-122"/>
              </a:rPr>
              <a:t>-</a:t>
            </a:r>
            <a:r>
              <a:rPr lang="zh-CN" altLang="en-US" sz="2400" b="1" dirty="0">
                <a:latin typeface="Arial" panose="020B0604020202020204" pitchFamily="34" charset="0"/>
                <a:ea typeface="微软雅黑" panose="020B0503020204020204" charset="-122"/>
              </a:rPr>
              <a:t>，以防止镍阳极钝化。</a:t>
            </a:r>
            <a:endParaRPr lang="zh-CN" altLang="en-US" sz="2400" b="1" dirty="0">
              <a:latin typeface="Arial" panose="020B0604020202020204" pitchFamily="34" charset="0"/>
              <a:ea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0"/>
          </p:nvPr>
        </p:nvSpPr>
        <p:spPr/>
        <p:txBody>
          <a:bodyPr/>
          <a:lstStyle/>
          <a:p>
            <a:pPr defTabSz="812800" eaLnBrk="0" fontAlgn="base" hangingPunct="0">
              <a:spcBef>
                <a:spcPct val="0"/>
              </a:spcBef>
              <a:spcAft>
                <a:spcPct val="0"/>
              </a:spcAft>
            </a:pPr>
            <a:fld id="{EFD3230A-694F-49B2-930E-FD0BDEC8BF74}"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49154" name="Rectangle 2"/>
          <p:cNvSpPr>
            <a:spLocks noGrp="1" noChangeArrowheads="1"/>
          </p:cNvSpPr>
          <p:nvPr>
            <p:ph type="body" idx="1"/>
          </p:nvPr>
        </p:nvSpPr>
        <p:spPr>
          <a:xfrm>
            <a:off x="304800" y="1049866"/>
            <a:ext cx="8610600" cy="2379133"/>
          </a:xfrm>
        </p:spPr>
        <p:txBody>
          <a:bodyPr/>
          <a:lstStyle/>
          <a:p>
            <a:pPr algn="just">
              <a:lnSpc>
                <a:spcPct val="150000"/>
              </a:lnSpc>
              <a:buFontTx/>
              <a:buNone/>
            </a:pPr>
            <a:r>
              <a:rPr lang="zh-CN" altLang="en-US" sz="2400" b="1" dirty="0">
                <a:latin typeface="Arial" panose="020B0604020202020204" pitchFamily="34" charset="0"/>
                <a:ea typeface="微软雅黑" panose="020B0503020204020204" charset="-122"/>
              </a:rPr>
              <a:t>（7）.  镀液稳定剂</a:t>
            </a:r>
            <a:endParaRPr lang="zh-CN" altLang="en-US" sz="2400" b="1" dirty="0">
              <a:latin typeface="Arial" panose="020B0604020202020204" pitchFamily="34" charset="0"/>
              <a:ea typeface="微软雅黑" panose="020B0503020204020204" charset="-122"/>
            </a:endParaRPr>
          </a:p>
          <a:p>
            <a:pPr algn="just">
              <a:lnSpc>
                <a:spcPct val="150000"/>
              </a:lnSpc>
              <a:buFontTx/>
              <a:buNone/>
            </a:pPr>
            <a:r>
              <a:rPr lang="zh-CN" altLang="en-US" sz="2400" b="1" dirty="0">
                <a:latin typeface="Arial" panose="020B0604020202020204" pitchFamily="34" charset="0"/>
                <a:ea typeface="微软雅黑" panose="020B0503020204020204" charset="-122"/>
              </a:rPr>
              <a:t>           许多金属盐容易发生水解，而许多金属的氢氧化物是不溶性的。生成金属的氢氧化物沉淀，使溶液中的金属离子大量减少，电镀过程电流无法增大，镀层容易烧焦。</a:t>
            </a:r>
            <a:endParaRPr lang="zh-CN" altLang="en-US" sz="2400" b="1" dirty="0">
              <a:latin typeface="Arial" panose="020B0604020202020204" pitchFamily="34" charset="0"/>
              <a:ea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4"/>
          <p:cNvSpPr>
            <a:spLocks noGrp="1"/>
          </p:cNvSpPr>
          <p:nvPr>
            <p:ph type="sldNum" sz="quarter" idx="10"/>
          </p:nvPr>
        </p:nvSpPr>
        <p:spPr/>
        <p:txBody>
          <a:bodyPr/>
          <a:lstStyle/>
          <a:p>
            <a:pPr defTabSz="812800" eaLnBrk="0" fontAlgn="base" hangingPunct="0">
              <a:spcBef>
                <a:spcPct val="0"/>
              </a:spcBef>
              <a:spcAft>
                <a:spcPct val="0"/>
              </a:spcAft>
            </a:pPr>
            <a:fld id="{7E95DF58-A901-4554-B5B7-C0DB8478AB33}"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50178" name="Rectangle 2"/>
          <p:cNvSpPr>
            <a:spLocks noGrp="1" noChangeArrowheads="1"/>
          </p:cNvSpPr>
          <p:nvPr>
            <p:ph type="body" sz="half" idx="1"/>
          </p:nvPr>
        </p:nvSpPr>
        <p:spPr>
          <a:xfrm>
            <a:off x="539045" y="865012"/>
            <a:ext cx="7291212" cy="468489"/>
          </a:xfrm>
        </p:spPr>
        <p:txBody>
          <a:bodyPr/>
          <a:lstStyle/>
          <a:p>
            <a:pPr algn="just">
              <a:lnSpc>
                <a:spcPct val="150000"/>
              </a:lnSpc>
              <a:buFontTx/>
              <a:buNone/>
            </a:pPr>
            <a:r>
              <a:rPr lang="zh-CN" altLang="en-US">
                <a:latin typeface="Arial" panose="020B0604020202020204" pitchFamily="34" charset="0"/>
                <a:ea typeface="微软雅黑" panose="020B0503020204020204" charset="-122"/>
              </a:rPr>
              <a:t>镀液配方举例——酸铜电镀g/L</a:t>
            </a:r>
            <a:endParaRPr lang="zh-CN" altLang="en-US">
              <a:latin typeface="Arial" panose="020B0604020202020204" pitchFamily="34" charset="0"/>
              <a:ea typeface="微软雅黑" panose="020B0503020204020204" charset="-122"/>
            </a:endParaRPr>
          </a:p>
        </p:txBody>
      </p:sp>
      <p:graphicFrame>
        <p:nvGraphicFramePr>
          <p:cNvPr id="50179" name="Group 3"/>
          <p:cNvGraphicFramePr>
            <a:graphicFrameLocks noGrp="1"/>
          </p:cNvGraphicFramePr>
          <p:nvPr>
            <p:ph sz="half" idx="2"/>
          </p:nvPr>
        </p:nvGraphicFramePr>
        <p:xfrm>
          <a:off x="524934" y="1504244"/>
          <a:ext cx="8082844" cy="3657600"/>
        </p:xfrm>
        <a:graphic>
          <a:graphicData uri="http://schemas.openxmlformats.org/drawingml/2006/table">
            <a:tbl>
              <a:tblPr/>
              <a:tblGrid>
                <a:gridCol w="3136900"/>
                <a:gridCol w="1471788"/>
                <a:gridCol w="1676400"/>
                <a:gridCol w="1797756"/>
              </a:tblGrid>
              <a:tr h="4572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ea typeface="微软雅黑" panose="020B0503020204020204" charset="-122"/>
                        </a:rPr>
                        <a:t>成       分</a:t>
                      </a:r>
                      <a:endParaRPr kumimoji="0" lang="zh-CN" altLang="en-US"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ea typeface="微软雅黑" panose="020B0503020204020204" charset="-122"/>
                        </a:rPr>
                        <a:t>配方1</a:t>
                      </a:r>
                      <a:endParaRPr kumimoji="0" lang="zh-CN" altLang="en-US"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ea typeface="微软雅黑" panose="020B0503020204020204" charset="-122"/>
                        </a:rPr>
                        <a:t>配方2</a:t>
                      </a:r>
                      <a:endParaRPr kumimoji="0" lang="zh-CN" altLang="en-US"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ea typeface="微软雅黑" panose="020B0503020204020204" charset="-122"/>
                        </a:rPr>
                        <a:t>配方3</a:t>
                      </a:r>
                      <a:endParaRPr kumimoji="0" lang="zh-CN" altLang="en-US"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ea typeface="微软雅黑" panose="020B0503020204020204" charset="-122"/>
                        </a:rPr>
                        <a:t>CuSO</a:t>
                      </a:r>
                      <a:r>
                        <a:rPr kumimoji="0" lang="en-US" altLang="zh-CN" sz="1800" b="0" i="0" u="none" strike="noStrike" cap="none" normalizeH="0" baseline="-25000">
                          <a:ln>
                            <a:noFill/>
                          </a:ln>
                          <a:solidFill>
                            <a:schemeClr val="tx1"/>
                          </a:solidFill>
                          <a:effectLst/>
                          <a:ea typeface="微软雅黑" panose="020B0503020204020204" charset="-122"/>
                        </a:rPr>
                        <a:t>4</a:t>
                      </a:r>
                      <a:r>
                        <a:rPr kumimoji="0" lang="en-US" altLang="zh-CN" sz="1800" b="0" i="0" u="none" strike="noStrike" cap="none" normalizeH="0" baseline="0">
                          <a:ln>
                            <a:noFill/>
                          </a:ln>
                          <a:solidFill>
                            <a:schemeClr val="tx1"/>
                          </a:solidFill>
                          <a:effectLst/>
                          <a:ea typeface="微软雅黑" panose="020B0503020204020204" charset="-122"/>
                        </a:rPr>
                        <a:t>·5H</a:t>
                      </a:r>
                      <a:r>
                        <a:rPr kumimoji="0" lang="en-US" altLang="zh-CN" sz="1800" b="0" i="0" u="none" strike="noStrike" cap="none" normalizeH="0" baseline="-25000">
                          <a:ln>
                            <a:noFill/>
                          </a:ln>
                          <a:solidFill>
                            <a:schemeClr val="tx1"/>
                          </a:solidFill>
                          <a:effectLst/>
                          <a:ea typeface="微软雅黑" panose="020B0503020204020204" charset="-122"/>
                        </a:rPr>
                        <a:t>2</a:t>
                      </a:r>
                      <a:r>
                        <a:rPr kumimoji="0" lang="en-US" altLang="zh-CN" sz="1800" b="0" i="0" u="none" strike="noStrike" cap="none" normalizeH="0" baseline="0">
                          <a:ln>
                            <a:noFill/>
                          </a:ln>
                          <a:solidFill>
                            <a:schemeClr val="tx1"/>
                          </a:solidFill>
                          <a:effectLst/>
                          <a:ea typeface="微软雅黑" panose="020B0503020204020204" charset="-122"/>
                        </a:rPr>
                        <a:t>O</a:t>
                      </a:r>
                      <a:endParaRPr kumimoji="0" lang="en-US" altLang="zh-CN"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ea typeface="微软雅黑" panose="020B0503020204020204" charset="-122"/>
                        </a:rPr>
                        <a:t>150~220</a:t>
                      </a:r>
                      <a:endParaRPr kumimoji="0" lang="en-US" altLang="zh-CN"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ea typeface="微软雅黑" panose="020B0503020204020204" charset="-122"/>
                        </a:rPr>
                        <a:t>150~220</a:t>
                      </a:r>
                      <a:endParaRPr kumimoji="0" lang="zh-CN" altLang="en-US"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ea typeface="微软雅黑" panose="020B0503020204020204" charset="-122"/>
                        </a:rPr>
                        <a:t>150~220</a:t>
                      </a:r>
                      <a:endParaRPr kumimoji="0" lang="zh-CN" altLang="en-US"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ea typeface="微软雅黑" panose="020B0503020204020204" charset="-122"/>
                        </a:rPr>
                        <a:t>H</a:t>
                      </a:r>
                      <a:r>
                        <a:rPr kumimoji="0" lang="en-US" altLang="zh-CN" sz="1800" b="0" i="0" u="none" strike="noStrike" cap="none" normalizeH="0" baseline="-25000">
                          <a:ln>
                            <a:noFill/>
                          </a:ln>
                          <a:solidFill>
                            <a:schemeClr val="tx1"/>
                          </a:solidFill>
                          <a:effectLst/>
                          <a:ea typeface="微软雅黑" panose="020B0503020204020204" charset="-122"/>
                        </a:rPr>
                        <a:t>2</a:t>
                      </a:r>
                      <a:r>
                        <a:rPr kumimoji="0" lang="en-US" altLang="zh-CN" sz="1800" b="0" i="0" u="none" strike="noStrike" cap="none" normalizeH="0" baseline="0">
                          <a:ln>
                            <a:noFill/>
                          </a:ln>
                          <a:solidFill>
                            <a:schemeClr val="tx1"/>
                          </a:solidFill>
                          <a:effectLst/>
                          <a:ea typeface="微软雅黑" panose="020B0503020204020204" charset="-122"/>
                        </a:rPr>
                        <a:t>SO</a:t>
                      </a:r>
                      <a:r>
                        <a:rPr kumimoji="0" lang="en-US" altLang="zh-CN" sz="1800" b="0" i="0" u="none" strike="noStrike" cap="none" normalizeH="0" baseline="-25000">
                          <a:ln>
                            <a:noFill/>
                          </a:ln>
                          <a:solidFill>
                            <a:schemeClr val="tx1"/>
                          </a:solidFill>
                          <a:effectLst/>
                          <a:ea typeface="微软雅黑" panose="020B0503020204020204" charset="-122"/>
                        </a:rPr>
                        <a:t>4</a:t>
                      </a:r>
                      <a:endParaRPr kumimoji="0" lang="en-US" altLang="zh-CN" sz="1800" b="0" i="0" u="none" strike="noStrike" cap="none" normalizeH="0" baseline="-25000">
                        <a:ln>
                          <a:noFill/>
                        </a:ln>
                        <a:solidFill>
                          <a:schemeClr val="tx1"/>
                        </a:solidFill>
                        <a:effectLst/>
                        <a:ea typeface="微软雅黑" panose="020B0503020204020204" charset="-122"/>
                      </a:endParaRPr>
                    </a:p>
                  </a:txBody>
                  <a:tcPr marL="81280" marR="81280" marT="40640" marB="406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ea typeface="微软雅黑" panose="020B0503020204020204" charset="-122"/>
                        </a:rPr>
                        <a:t>40~70</a:t>
                      </a:r>
                      <a:endParaRPr kumimoji="0" lang="en-US" altLang="zh-CN"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ea typeface="微软雅黑" panose="020B0503020204020204" charset="-122"/>
                        </a:rPr>
                        <a:t>60</a:t>
                      </a:r>
                      <a:endParaRPr kumimoji="0" lang="en-US" altLang="zh-CN"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ea typeface="微软雅黑" panose="020B0503020204020204" charset="-122"/>
                        </a:rPr>
                        <a:t>50~70</a:t>
                      </a:r>
                      <a:endParaRPr kumimoji="0" lang="en-US" altLang="zh-CN"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ea typeface="微软雅黑" panose="020B0503020204020204" charset="-122"/>
                        </a:rPr>
                        <a:t>四氢噻唑硫酮</a:t>
                      </a:r>
                      <a:endParaRPr kumimoji="0" lang="zh-CN" altLang="en-US"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ea typeface="微软雅黑" panose="020B0503020204020204" charset="-122"/>
                        </a:rPr>
                        <a:t>0.000525</a:t>
                      </a:r>
                      <a:endParaRPr kumimoji="0" lang="en-US" altLang="zh-CN"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ea typeface="微软雅黑" panose="020B0503020204020204" charset="-122"/>
                        </a:rPr>
                        <a:t>0.0005~0.001</a:t>
                      </a:r>
                      <a:endParaRPr kumimoji="0" lang="en-US" altLang="zh-CN"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ea typeface="微软雅黑" panose="020B0503020204020204" charset="-122"/>
                        </a:rPr>
                        <a:t>苯基聚二硫丙烷磺酸钠(BSP)</a:t>
                      </a:r>
                      <a:endParaRPr kumimoji="0" lang="zh-CN" altLang="en-US"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ea typeface="微软雅黑" panose="020B0503020204020204" charset="-122"/>
                        </a:rPr>
                        <a:t>0.01~0.02</a:t>
                      </a:r>
                      <a:endParaRPr kumimoji="0" lang="en-US" altLang="zh-CN"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ea typeface="微软雅黑" panose="020B0503020204020204" charset="-122"/>
                        </a:rPr>
                        <a:t>聚乙二醇（M=6000)</a:t>
                      </a:r>
                      <a:endParaRPr kumimoji="0" lang="zh-CN" altLang="en-US"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ea typeface="微软雅黑" panose="020B0503020204020204" charset="-122"/>
                        </a:rPr>
                        <a:t>0.03~0.05</a:t>
                      </a:r>
                      <a:endParaRPr kumimoji="0" lang="en-US" altLang="zh-CN"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ea typeface="微软雅黑" panose="020B0503020204020204" charset="-122"/>
                        </a:rPr>
                        <a:t>十二烷基磺酸钠</a:t>
                      </a:r>
                      <a:endParaRPr kumimoji="0" lang="zh-CN" altLang="en-US"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ea typeface="微软雅黑" panose="020B0503020204020204" charset="-122"/>
                        </a:rPr>
                        <a:t>0.05~0.2</a:t>
                      </a:r>
                      <a:endParaRPr kumimoji="0" lang="en-US" altLang="zh-CN"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ea typeface="微软雅黑" panose="020B0503020204020204" charset="-122"/>
                        </a:rPr>
                        <a:t>Cl</a:t>
                      </a:r>
                      <a:r>
                        <a:rPr kumimoji="0" lang="zh-CN" altLang="en-US" sz="1800" b="0" i="0" u="none" strike="noStrike" cap="none" normalizeH="0" baseline="30000">
                          <a:ln>
                            <a:noFill/>
                          </a:ln>
                          <a:solidFill>
                            <a:schemeClr val="tx1"/>
                          </a:solidFill>
                          <a:effectLst/>
                          <a:ea typeface="微软雅黑" panose="020B0503020204020204" charset="-122"/>
                        </a:rPr>
                        <a:t>-   </a:t>
                      </a:r>
                      <a:r>
                        <a:rPr kumimoji="0" lang="zh-CN" altLang="en-US" sz="1800" b="0" i="0" u="none" strike="noStrike" cap="none" normalizeH="0" baseline="0">
                          <a:ln>
                            <a:noFill/>
                          </a:ln>
                          <a:solidFill>
                            <a:schemeClr val="tx1"/>
                          </a:solidFill>
                          <a:effectLst/>
                          <a:ea typeface="微软雅黑" panose="020B0503020204020204" charset="-122"/>
                        </a:rPr>
                        <a:t>(CuCl</a:t>
                      </a:r>
                      <a:r>
                        <a:rPr kumimoji="0" lang="zh-CN" altLang="en-US" sz="1800" b="0" i="0" u="none" strike="noStrike" cap="none" normalizeH="0" baseline="-25000">
                          <a:ln>
                            <a:noFill/>
                          </a:ln>
                          <a:solidFill>
                            <a:schemeClr val="tx1"/>
                          </a:solidFill>
                          <a:effectLst/>
                          <a:ea typeface="微软雅黑" panose="020B0503020204020204" charset="-122"/>
                        </a:rPr>
                        <a:t>2</a:t>
                      </a:r>
                      <a:r>
                        <a:rPr kumimoji="0" lang="zh-CN" altLang="en-US" sz="1800" b="0" i="0" u="none" strike="noStrike" cap="none" normalizeH="0" baseline="0">
                          <a:ln>
                            <a:noFill/>
                          </a:ln>
                          <a:solidFill>
                            <a:schemeClr val="tx1"/>
                          </a:solidFill>
                          <a:effectLst/>
                          <a:ea typeface="微软雅黑" panose="020B0503020204020204" charset="-122"/>
                        </a:rPr>
                        <a:t>或HCl)</a:t>
                      </a:r>
                      <a:endParaRPr kumimoji="0" lang="zh-CN" altLang="en-US"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400">
                          <a:solidFill>
                            <a:schemeClr val="tx1"/>
                          </a:solidFill>
                          <a:latin typeface="Arial" panose="020B0604020202020204" pitchFamily="34" charset="0"/>
                        </a:defRPr>
                      </a:lvl5pPr>
                      <a:lvl6pPr eaLnBrk="0" fontAlgn="base" hangingPunct="0">
                        <a:spcBef>
                          <a:spcPct val="20000"/>
                        </a:spcBef>
                        <a:spcAft>
                          <a:spcPct val="0"/>
                        </a:spcAft>
                        <a:defRPr sz="1400">
                          <a:solidFill>
                            <a:schemeClr val="tx1"/>
                          </a:solidFill>
                          <a:latin typeface="Arial" panose="020B0604020202020204" pitchFamily="34" charset="0"/>
                        </a:defRPr>
                      </a:lvl6pPr>
                      <a:lvl7pPr eaLnBrk="0" fontAlgn="base" hangingPunct="0">
                        <a:spcBef>
                          <a:spcPct val="20000"/>
                        </a:spcBef>
                        <a:spcAft>
                          <a:spcPct val="0"/>
                        </a:spcAft>
                        <a:defRPr sz="1400">
                          <a:solidFill>
                            <a:schemeClr val="tx1"/>
                          </a:solidFill>
                          <a:latin typeface="Arial" panose="020B0604020202020204" pitchFamily="34" charset="0"/>
                        </a:defRPr>
                      </a:lvl7pPr>
                      <a:lvl8pPr eaLnBrk="0" fontAlgn="base" hangingPunct="0">
                        <a:spcBef>
                          <a:spcPct val="20000"/>
                        </a:spcBef>
                        <a:spcAft>
                          <a:spcPct val="0"/>
                        </a:spcAft>
                        <a:defRPr sz="1400">
                          <a:solidFill>
                            <a:schemeClr val="tx1"/>
                          </a:solidFill>
                          <a:latin typeface="Arial" panose="020B0604020202020204" pitchFamily="34" charset="0"/>
                        </a:defRPr>
                      </a:lvl8pPr>
                      <a:lvl9pPr eaLnBrk="0" fontAlgn="base" hangingPunct="0">
                        <a:spcBef>
                          <a:spcPct val="20000"/>
                        </a:spcBef>
                        <a:spcAft>
                          <a:spcPct val="0"/>
                        </a:spcAft>
                        <a:defRPr sz="14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ea typeface="微软雅黑" panose="020B0503020204020204" charset="-122"/>
                        </a:rPr>
                        <a:t>0.02~0.08</a:t>
                      </a:r>
                      <a:endParaRPr kumimoji="0" lang="en-US" altLang="zh-CN" sz="1800" b="0" i="0" u="none" strike="noStrike" cap="none" normalizeH="0" baseline="0">
                        <a:ln>
                          <a:noFill/>
                        </a:ln>
                        <a:solidFill>
                          <a:schemeClr val="tx1"/>
                        </a:solidFill>
                        <a:effectLst/>
                        <a:ea typeface="微软雅黑" panose="020B0503020204020204" charset="-122"/>
                      </a:endParaRPr>
                    </a:p>
                  </a:txBody>
                  <a:tcPr marL="81280" marR="81280" marT="40640" marB="406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0"/>
          </p:nvPr>
        </p:nvSpPr>
        <p:spPr/>
        <p:txBody>
          <a:bodyPr/>
          <a:lstStyle/>
          <a:p>
            <a:pPr defTabSz="812800" eaLnBrk="0" fontAlgn="base" hangingPunct="0">
              <a:spcBef>
                <a:spcPct val="0"/>
              </a:spcBef>
              <a:spcAft>
                <a:spcPct val="0"/>
              </a:spcAft>
            </a:pPr>
            <a:fld id="{A3D21A99-F9DC-458D-91CF-4F8994CAA06F}"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51202" name="Rectangle 2"/>
          <p:cNvSpPr>
            <a:spLocks noGrp="1" noChangeArrowheads="1"/>
          </p:cNvSpPr>
          <p:nvPr>
            <p:ph type="body" sz="half" idx="1"/>
          </p:nvPr>
        </p:nvSpPr>
        <p:spPr>
          <a:xfrm>
            <a:off x="539045" y="865012"/>
            <a:ext cx="7291212" cy="468489"/>
          </a:xfrm>
        </p:spPr>
        <p:txBody>
          <a:bodyPr/>
          <a:lstStyle/>
          <a:p>
            <a:pPr algn="just">
              <a:lnSpc>
                <a:spcPct val="150000"/>
              </a:lnSpc>
              <a:buFontTx/>
              <a:buNone/>
            </a:pPr>
            <a:r>
              <a:rPr lang="zh-CN" altLang="en-US">
                <a:latin typeface="Arial" panose="020B0604020202020204" pitchFamily="34" charset="0"/>
                <a:ea typeface="微软雅黑" panose="020B0503020204020204" charset="-122"/>
              </a:rPr>
              <a:t>酸铜电镀配方中各物质的作用</a:t>
            </a:r>
            <a:endParaRPr lang="zh-CN" altLang="en-US">
              <a:latin typeface="Arial" panose="020B0604020202020204" pitchFamily="34" charset="0"/>
              <a:ea typeface="微软雅黑" panose="020B0503020204020204" charset="-122"/>
            </a:endParaRPr>
          </a:p>
        </p:txBody>
      </p:sp>
      <p:pic>
        <p:nvPicPr>
          <p:cNvPr id="5120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0644" y="2149123"/>
            <a:ext cx="1260123"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Text Box 4"/>
          <p:cNvSpPr txBox="1">
            <a:spLocks noChangeArrowheads="1"/>
          </p:cNvSpPr>
          <p:nvPr/>
        </p:nvSpPr>
        <p:spPr bwMode="auto">
          <a:xfrm>
            <a:off x="462844" y="3426178"/>
            <a:ext cx="2592212"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四氢噻唑硫酮</a:t>
            </a:r>
            <a:endParaRPr lang="zh-CN" altLang="en-US" sz="2135">
              <a:solidFill>
                <a:srgbClr val="000000"/>
              </a:solidFill>
              <a:latin typeface="Arial" panose="020B0604020202020204" pitchFamily="34" charset="0"/>
              <a:ea typeface="微软雅黑" panose="020B0503020204020204" charset="-122"/>
            </a:endParaRPr>
          </a:p>
        </p:txBody>
      </p:sp>
      <p:pic>
        <p:nvPicPr>
          <p:cNvPr id="5120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7123" y="1992489"/>
            <a:ext cx="3060700" cy="1395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6" name="Text Box 6"/>
          <p:cNvSpPr txBox="1">
            <a:spLocks noChangeArrowheads="1"/>
          </p:cNvSpPr>
          <p:nvPr/>
        </p:nvSpPr>
        <p:spPr bwMode="auto">
          <a:xfrm>
            <a:off x="3889023" y="3303412"/>
            <a:ext cx="5084234" cy="584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defTabSz="812800" eaLnBrk="0" fontAlgn="base" hangingPunct="0">
              <a:lnSpc>
                <a:spcPct val="150000"/>
              </a:lnSpc>
              <a:spcBef>
                <a:spcPct val="20000"/>
              </a:spcBef>
              <a:spcAft>
                <a:spcPct val="0"/>
              </a:spcAft>
            </a:pPr>
            <a:r>
              <a:rPr lang="zh-CN" altLang="en-US" sz="2135">
                <a:solidFill>
                  <a:srgbClr val="000000"/>
                </a:solidFill>
                <a:latin typeface="Arial" panose="020B0604020202020204" pitchFamily="34" charset="0"/>
                <a:ea typeface="微软雅黑" panose="020B0503020204020204" charset="-122"/>
              </a:rPr>
              <a:t>苯基聚二硫丙烷磺酸钠</a:t>
            </a:r>
            <a:r>
              <a:rPr lang="en-US" altLang="zh-CN" sz="2135">
                <a:solidFill>
                  <a:srgbClr val="000000"/>
                </a:solidFill>
                <a:latin typeface="Arial" panose="020B0604020202020204" pitchFamily="34" charset="0"/>
                <a:ea typeface="微软雅黑" panose="020B0503020204020204" charset="-122"/>
              </a:rPr>
              <a:t>(BSP)</a:t>
            </a:r>
            <a:r>
              <a:rPr lang="zh-CN" altLang="en-US" sz="2135">
                <a:solidFill>
                  <a:srgbClr val="000000"/>
                </a:solidFill>
                <a:latin typeface="Arial" panose="020B0604020202020204" pitchFamily="34" charset="0"/>
                <a:ea typeface="微软雅黑" panose="020B0503020204020204" charset="-122"/>
              </a:rPr>
              <a:t>（光亮剂）</a:t>
            </a:r>
            <a:endParaRPr lang="zh-CN" altLang="en-US" sz="2135">
              <a:solidFill>
                <a:srgbClr val="000000"/>
              </a:solidFill>
              <a:latin typeface="Arial" panose="020B0604020202020204" pitchFamily="34" charset="0"/>
              <a:ea typeface="微软雅黑" panose="020B0503020204020204" charset="-122"/>
            </a:endParaRPr>
          </a:p>
        </p:txBody>
      </p:sp>
      <p:sp>
        <p:nvSpPr>
          <p:cNvPr id="51207" name="Text Box 7"/>
          <p:cNvSpPr txBox="1">
            <a:spLocks noChangeArrowheads="1"/>
          </p:cNvSpPr>
          <p:nvPr/>
        </p:nvSpPr>
        <p:spPr bwMode="auto">
          <a:xfrm>
            <a:off x="565856" y="1522589"/>
            <a:ext cx="5596467"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en-US" altLang="zh-CN" sz="2135">
                <a:solidFill>
                  <a:srgbClr val="000000"/>
                </a:solidFill>
                <a:latin typeface="Arial" panose="020B0604020202020204" pitchFamily="34" charset="0"/>
                <a:ea typeface="微软雅黑" panose="020B0503020204020204" charset="-122"/>
              </a:rPr>
              <a:t>CuSO</a:t>
            </a:r>
            <a:r>
              <a:rPr lang="en-US" altLang="zh-CN" sz="2135" baseline="-25000">
                <a:solidFill>
                  <a:srgbClr val="000000"/>
                </a:solidFill>
                <a:latin typeface="Arial" panose="020B0604020202020204" pitchFamily="34" charset="0"/>
                <a:ea typeface="微软雅黑" panose="020B0503020204020204" charset="-122"/>
              </a:rPr>
              <a:t>4</a:t>
            </a:r>
            <a:r>
              <a:rPr lang="en-US" altLang="zh-CN" sz="2135">
                <a:solidFill>
                  <a:srgbClr val="000000"/>
                </a:solidFill>
                <a:latin typeface="Arial" panose="020B0604020202020204" pitchFamily="34" charset="0"/>
                <a:ea typeface="微软雅黑" panose="020B0503020204020204" charset="-122"/>
              </a:rPr>
              <a:t>·5H</a:t>
            </a:r>
            <a:r>
              <a:rPr lang="en-US" altLang="zh-CN" sz="2135" baseline="-25000">
                <a:solidFill>
                  <a:srgbClr val="000000"/>
                </a:solidFill>
                <a:latin typeface="Arial" panose="020B0604020202020204" pitchFamily="34" charset="0"/>
                <a:ea typeface="微软雅黑" panose="020B0503020204020204" charset="-122"/>
              </a:rPr>
              <a:t>2</a:t>
            </a:r>
            <a:r>
              <a:rPr lang="en-US" altLang="zh-CN" sz="2135">
                <a:solidFill>
                  <a:srgbClr val="000000"/>
                </a:solidFill>
                <a:latin typeface="Arial" panose="020B0604020202020204" pitchFamily="34" charset="0"/>
                <a:ea typeface="微软雅黑" panose="020B0503020204020204" charset="-122"/>
              </a:rPr>
              <a:t>O</a:t>
            </a:r>
            <a:r>
              <a:rPr lang="zh-CN" altLang="en-US" sz="2135">
                <a:solidFill>
                  <a:srgbClr val="000000"/>
                </a:solidFill>
                <a:latin typeface="Arial" panose="020B0604020202020204" pitchFamily="34" charset="0"/>
                <a:ea typeface="微软雅黑" panose="020B0503020204020204" charset="-122"/>
              </a:rPr>
              <a:t>，</a:t>
            </a:r>
            <a:r>
              <a:rPr lang="en-US" altLang="zh-CN" sz="2135">
                <a:solidFill>
                  <a:srgbClr val="000000"/>
                </a:solidFill>
                <a:latin typeface="Arial" panose="020B0604020202020204" pitchFamily="34" charset="0"/>
                <a:ea typeface="微软雅黑" panose="020B0503020204020204" charset="-122"/>
              </a:rPr>
              <a:t>H</a:t>
            </a:r>
            <a:r>
              <a:rPr lang="en-US" altLang="zh-CN" sz="2135" baseline="-25000">
                <a:solidFill>
                  <a:srgbClr val="000000"/>
                </a:solidFill>
                <a:latin typeface="Arial" panose="020B0604020202020204" pitchFamily="34" charset="0"/>
                <a:ea typeface="微软雅黑" panose="020B0503020204020204" charset="-122"/>
              </a:rPr>
              <a:t>2</a:t>
            </a:r>
            <a:r>
              <a:rPr lang="en-US" altLang="zh-CN" sz="2135">
                <a:solidFill>
                  <a:srgbClr val="000000"/>
                </a:solidFill>
                <a:latin typeface="Arial" panose="020B0604020202020204" pitchFamily="34" charset="0"/>
                <a:ea typeface="微软雅黑" panose="020B0503020204020204" charset="-122"/>
              </a:rPr>
              <a:t>SO</a:t>
            </a:r>
            <a:r>
              <a:rPr lang="en-US" altLang="zh-CN" sz="2135" baseline="-25000">
                <a:solidFill>
                  <a:srgbClr val="000000"/>
                </a:solidFill>
                <a:latin typeface="Arial" panose="020B0604020202020204" pitchFamily="34" charset="0"/>
                <a:ea typeface="微软雅黑" panose="020B0503020204020204" charset="-122"/>
              </a:rPr>
              <a:t>4</a:t>
            </a:r>
            <a:endParaRPr lang="en-US" altLang="zh-CN" sz="2135" baseline="-25000">
              <a:solidFill>
                <a:srgbClr val="000000"/>
              </a:solidFill>
              <a:latin typeface="Arial" panose="020B0604020202020204" pitchFamily="34" charset="0"/>
              <a:ea typeface="微软雅黑" panose="020B0503020204020204" charset="-122"/>
            </a:endParaRPr>
          </a:p>
        </p:txBody>
      </p:sp>
      <p:sp>
        <p:nvSpPr>
          <p:cNvPr id="51208" name="Text Box 8"/>
          <p:cNvSpPr txBox="1">
            <a:spLocks noChangeArrowheads="1"/>
          </p:cNvSpPr>
          <p:nvPr/>
        </p:nvSpPr>
        <p:spPr bwMode="auto">
          <a:xfrm>
            <a:off x="575734" y="4198056"/>
            <a:ext cx="8024989"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聚乙二醇：提高镀液的阴极极化作用，和其他光亮剂配合使用光亮效果较好。</a:t>
            </a:r>
            <a:endParaRPr lang="zh-CN" altLang="en-US" sz="2135">
              <a:solidFill>
                <a:srgbClr val="000000"/>
              </a:solidFill>
              <a:latin typeface="Arial" panose="020B0604020202020204" pitchFamily="34" charset="0"/>
              <a:ea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defTabSz="812800" eaLnBrk="0" fontAlgn="base" hangingPunct="0">
              <a:spcBef>
                <a:spcPct val="0"/>
              </a:spcBef>
              <a:spcAft>
                <a:spcPct val="0"/>
              </a:spcAft>
            </a:pPr>
            <a:fld id="{88438828-142D-4FD1-8347-90F12DD6A9DF}"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53250" name="Rectangle 2"/>
          <p:cNvSpPr>
            <a:spLocks noGrp="1" noChangeArrowheads="1"/>
          </p:cNvSpPr>
          <p:nvPr>
            <p:ph type="title"/>
          </p:nvPr>
        </p:nvSpPr>
        <p:spPr>
          <a:xfrm>
            <a:off x="630555" y="397510"/>
            <a:ext cx="7772400" cy="677333"/>
          </a:xfrm>
        </p:spPr>
        <p:txBody>
          <a:bodyPr/>
          <a:lstStyle/>
          <a:p>
            <a:pPr algn="l"/>
            <a:r>
              <a:rPr lang="en-US" altLang="zh-CN" sz="2800" dirty="0">
                <a:solidFill>
                  <a:srgbClr val="FF0000"/>
                </a:solidFill>
                <a:latin typeface="Arial" panose="020B0604020202020204" pitchFamily="34" charset="0"/>
                <a:ea typeface="微软雅黑" panose="020B0503020204020204" charset="-122"/>
              </a:rPr>
              <a:t>4</a:t>
            </a:r>
            <a:r>
              <a:rPr lang="zh-CN" altLang="en-US" sz="2800" dirty="0">
                <a:solidFill>
                  <a:srgbClr val="FF0000"/>
                </a:solidFill>
                <a:latin typeface="Arial" panose="020B0604020202020204" pitchFamily="34" charset="0"/>
                <a:ea typeface="微软雅黑" panose="020B0503020204020204" charset="-122"/>
              </a:rPr>
              <a:t>.</a:t>
            </a:r>
            <a:r>
              <a:rPr lang="en-US" altLang="zh-CN" sz="2800" dirty="0">
                <a:solidFill>
                  <a:srgbClr val="FF0000"/>
                </a:solidFill>
                <a:latin typeface="Arial" panose="020B0604020202020204" pitchFamily="34" charset="0"/>
                <a:ea typeface="微软雅黑" panose="020B0503020204020204" charset="-122"/>
              </a:rPr>
              <a:t>2.2</a:t>
            </a:r>
            <a:r>
              <a:rPr lang="zh-CN" altLang="en-US" sz="2800" dirty="0">
                <a:solidFill>
                  <a:srgbClr val="FF0000"/>
                </a:solidFill>
                <a:latin typeface="Arial" panose="020B0604020202020204" pitchFamily="34" charset="0"/>
                <a:ea typeface="微软雅黑" panose="020B0503020204020204" charset="-122"/>
              </a:rPr>
              <a:t>.2  电镀工艺因素的影响</a:t>
            </a:r>
            <a:endParaRPr lang="zh-CN" altLang="en-US" sz="2800" dirty="0">
              <a:solidFill>
                <a:srgbClr val="FF0000"/>
              </a:solidFill>
              <a:latin typeface="Arial" panose="020B0604020202020204" pitchFamily="34" charset="0"/>
              <a:ea typeface="微软雅黑" panose="020B0503020204020204" charset="-122"/>
            </a:endParaRPr>
          </a:p>
        </p:txBody>
      </p:sp>
      <p:sp>
        <p:nvSpPr>
          <p:cNvPr id="53251" name="Rectangle 3"/>
          <p:cNvSpPr>
            <a:spLocks noGrp="1" noChangeArrowheads="1"/>
          </p:cNvSpPr>
          <p:nvPr>
            <p:ph type="body" idx="1"/>
          </p:nvPr>
        </p:nvSpPr>
        <p:spPr>
          <a:xfrm>
            <a:off x="287867" y="2620434"/>
            <a:ext cx="8458200" cy="2935111"/>
          </a:xfrm>
        </p:spPr>
        <p:txBody>
          <a:bodyPr/>
          <a:lstStyle/>
          <a:p>
            <a:pPr algn="just">
              <a:lnSpc>
                <a:spcPct val="150000"/>
              </a:lnSpc>
            </a:pPr>
            <a:r>
              <a:rPr lang="zh-CN" altLang="en-US" dirty="0">
                <a:latin typeface="Arial" panose="020B0604020202020204" pitchFamily="34" charset="0"/>
                <a:ea typeface="微软雅黑" panose="020B0503020204020204" charset="-122"/>
              </a:rPr>
              <a:t>(1) 阴极电流密度</a:t>
            </a:r>
            <a:r>
              <a:rPr lang="zh-CN" altLang="en-US" i="1" dirty="0">
                <a:latin typeface="Arial" panose="020B0604020202020204" pitchFamily="34" charset="0"/>
                <a:ea typeface="微软雅黑" panose="020B0503020204020204" charset="-122"/>
              </a:rPr>
              <a:t>D</a:t>
            </a:r>
            <a:r>
              <a:rPr lang="zh-CN" altLang="en-US" baseline="-25000" dirty="0">
                <a:latin typeface="Arial" panose="020B0604020202020204" pitchFamily="34" charset="0"/>
                <a:ea typeface="微软雅黑" panose="020B0503020204020204" charset="-122"/>
              </a:rPr>
              <a:t>k</a:t>
            </a:r>
            <a:endParaRPr lang="zh-CN" altLang="en-US" baseline="-25000" dirty="0">
              <a:latin typeface="Arial" panose="020B0604020202020204" pitchFamily="34" charset="0"/>
              <a:ea typeface="微软雅黑" panose="020B0503020204020204" charset="-122"/>
            </a:endParaRPr>
          </a:p>
          <a:p>
            <a:pPr algn="just">
              <a:lnSpc>
                <a:spcPct val="150000"/>
              </a:lnSpc>
            </a:pPr>
            <a:r>
              <a:rPr lang="zh-CN" altLang="en-US" i="1" dirty="0">
                <a:latin typeface="Arial" panose="020B0604020202020204" pitchFamily="34" charset="0"/>
                <a:ea typeface="微软雅黑" panose="020B0503020204020204" charset="-122"/>
              </a:rPr>
              <a:t>D</a:t>
            </a:r>
            <a:r>
              <a:rPr lang="zh-CN" altLang="en-US" baseline="-25000" dirty="0">
                <a:latin typeface="Arial" panose="020B0604020202020204" pitchFamily="34" charset="0"/>
                <a:ea typeface="微软雅黑" panose="020B0503020204020204" charset="-122"/>
              </a:rPr>
              <a:t>k</a:t>
            </a:r>
            <a:r>
              <a:rPr lang="zh-CN" altLang="en-US" dirty="0">
                <a:latin typeface="Arial" panose="020B0604020202020204" pitchFamily="34" charset="0"/>
                <a:ea typeface="微软雅黑" panose="020B0503020204020204" charset="-122"/>
              </a:rPr>
              <a:t> = </a:t>
            </a:r>
            <a:r>
              <a:rPr lang="zh-CN" altLang="en-US" i="1" dirty="0">
                <a:latin typeface="Arial" panose="020B0604020202020204" pitchFamily="34" charset="0"/>
                <a:ea typeface="微软雅黑" panose="020B0503020204020204" charset="-122"/>
              </a:rPr>
              <a:t>I </a:t>
            </a:r>
            <a:r>
              <a:rPr lang="zh-CN" altLang="en-US" dirty="0">
                <a:latin typeface="Arial" panose="020B0604020202020204" pitchFamily="34" charset="0"/>
                <a:ea typeface="微软雅黑" panose="020B0503020204020204" charset="-122"/>
              </a:rPr>
              <a:t>/ </a:t>
            </a:r>
            <a:r>
              <a:rPr lang="zh-CN" altLang="en-US" i="1" dirty="0">
                <a:latin typeface="Arial" panose="020B0604020202020204" pitchFamily="34" charset="0"/>
                <a:ea typeface="微软雅黑" panose="020B0503020204020204" charset="-122"/>
              </a:rPr>
              <a:t>S</a:t>
            </a:r>
            <a:r>
              <a:rPr lang="zh-CN" altLang="en-US" dirty="0">
                <a:latin typeface="Arial" panose="020B0604020202020204" pitchFamily="34" charset="0"/>
                <a:ea typeface="微软雅黑" panose="020B0503020204020204" charset="-122"/>
              </a:rPr>
              <a:t>  （A/dm</a:t>
            </a:r>
            <a:r>
              <a:rPr lang="zh-CN" altLang="en-US" baseline="30000" dirty="0">
                <a:latin typeface="Arial" panose="020B0604020202020204" pitchFamily="34" charset="0"/>
                <a:ea typeface="微软雅黑" panose="020B0503020204020204" charset="-122"/>
              </a:rPr>
              <a:t>2</a:t>
            </a:r>
            <a:r>
              <a:rPr lang="zh-CN" altLang="en-US" dirty="0">
                <a:latin typeface="Arial" panose="020B0604020202020204" pitchFamily="34" charset="0"/>
                <a:ea typeface="微软雅黑" panose="020B0503020204020204" charset="-122"/>
              </a:rPr>
              <a:t>)</a:t>
            </a:r>
            <a:endParaRPr lang="zh-CN" altLang="en-US" i="1" dirty="0">
              <a:latin typeface="Arial" panose="020B0604020202020204" pitchFamily="34" charset="0"/>
              <a:ea typeface="微软雅黑" panose="020B0503020204020204" charset="-122"/>
            </a:endParaRPr>
          </a:p>
          <a:p>
            <a:pPr>
              <a:lnSpc>
                <a:spcPct val="150000"/>
              </a:lnSpc>
            </a:pPr>
            <a:r>
              <a:rPr lang="zh-CN" altLang="en-US" dirty="0">
                <a:latin typeface="Arial" panose="020B0604020202020204" pitchFamily="34" charset="0"/>
                <a:ea typeface="微软雅黑" panose="020B0503020204020204" charset="-122"/>
              </a:rPr>
              <a:t>每种镀液有它最佳的电流密度范围，</a:t>
            </a:r>
            <a:endParaRPr lang="zh-CN" altLang="en-US" dirty="0">
              <a:latin typeface="Arial" panose="020B0604020202020204" pitchFamily="34" charset="0"/>
              <a:ea typeface="微软雅黑" panose="020B0503020204020204" charset="-122"/>
            </a:endParaRPr>
          </a:p>
          <a:p>
            <a:pPr>
              <a:lnSpc>
                <a:spcPct val="150000"/>
              </a:lnSpc>
            </a:pPr>
            <a:r>
              <a:rPr lang="zh-CN" altLang="en-US" dirty="0">
                <a:latin typeface="Arial" panose="020B0604020202020204" pitchFamily="34" charset="0"/>
                <a:ea typeface="微软雅黑" panose="020B0503020204020204" charset="-122"/>
              </a:rPr>
              <a:t>一般电镀的阴极电流密度范围：0.5~5 A/dm</a:t>
            </a:r>
            <a:r>
              <a:rPr lang="zh-CN" altLang="en-US" baseline="30000" dirty="0">
                <a:latin typeface="Arial" panose="020B0604020202020204" pitchFamily="34" charset="0"/>
                <a:ea typeface="微软雅黑" panose="020B0503020204020204" charset="-122"/>
              </a:rPr>
              <a:t>2</a:t>
            </a:r>
            <a:endParaRPr lang="zh-CN" altLang="en-US" dirty="0">
              <a:latin typeface="Arial" panose="020B0604020202020204" pitchFamily="34" charset="0"/>
              <a:ea typeface="微软雅黑" panose="020B0503020204020204" charset="-122"/>
            </a:endParaRPr>
          </a:p>
        </p:txBody>
      </p:sp>
      <p:sp>
        <p:nvSpPr>
          <p:cNvPr id="53252" name="Text Box 4"/>
          <p:cNvSpPr txBox="1">
            <a:spLocks noChangeArrowheads="1"/>
          </p:cNvSpPr>
          <p:nvPr/>
        </p:nvSpPr>
        <p:spPr bwMode="auto">
          <a:xfrm>
            <a:off x="521547" y="1389945"/>
            <a:ext cx="8231011"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lnSpc>
                <a:spcPct val="150000"/>
              </a:lnSpc>
              <a:spcBef>
                <a:spcPct val="50000"/>
              </a:spcBef>
              <a:spcAft>
                <a:spcPct val="0"/>
              </a:spcAft>
            </a:pPr>
            <a:r>
              <a:rPr lang="zh-CN" altLang="en-US" sz="2400" b="1" dirty="0">
                <a:solidFill>
                  <a:srgbClr val="000000"/>
                </a:solidFill>
                <a:latin typeface="Arial" panose="020B0604020202020204" pitchFamily="34" charset="0"/>
                <a:ea typeface="微软雅黑" panose="020B0503020204020204" charset="-122"/>
              </a:rPr>
              <a:t>阴极电流密度、镀液温度、搅拌、电流波形、周期换向电流、金属前处理等。</a:t>
            </a:r>
            <a:endParaRPr lang="zh-CN" altLang="en-US" sz="2400" b="1" dirty="0">
              <a:solidFill>
                <a:srgbClr val="000000"/>
              </a:solidFill>
              <a:latin typeface="Arial" panose="020B0604020202020204" pitchFamily="34" charset="0"/>
              <a:ea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defTabSz="812800" eaLnBrk="0" fontAlgn="base" hangingPunct="0">
              <a:spcBef>
                <a:spcPct val="0"/>
              </a:spcBef>
              <a:spcAft>
                <a:spcPct val="0"/>
              </a:spcAft>
            </a:pPr>
            <a:fld id="{D151F963-6DC4-4B25-927D-23FF9872FB22}"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54274" name="Rectangle 2"/>
          <p:cNvSpPr>
            <a:spLocks noGrp="1" noChangeArrowheads="1"/>
          </p:cNvSpPr>
          <p:nvPr>
            <p:ph type="body" idx="1"/>
          </p:nvPr>
        </p:nvSpPr>
        <p:spPr>
          <a:xfrm>
            <a:off x="277990" y="1052689"/>
            <a:ext cx="3014133" cy="613834"/>
          </a:xfrm>
        </p:spPr>
        <p:txBody>
          <a:bodyPr/>
          <a:lstStyle/>
          <a:p>
            <a:pPr algn="just">
              <a:lnSpc>
                <a:spcPct val="150000"/>
              </a:lnSpc>
            </a:pPr>
            <a:r>
              <a:rPr lang="zh-CN" altLang="en-US">
                <a:latin typeface="Arial" panose="020B0604020202020204" pitchFamily="34" charset="0"/>
                <a:ea typeface="微软雅黑" panose="020B0503020204020204" charset="-122"/>
              </a:rPr>
              <a:t>(1) 阴极电流密度</a:t>
            </a:r>
            <a:r>
              <a:rPr lang="zh-CN" altLang="en-US" i="1">
                <a:latin typeface="Arial" panose="020B0604020202020204" pitchFamily="34" charset="0"/>
                <a:ea typeface="微软雅黑" panose="020B0503020204020204" charset="-122"/>
              </a:rPr>
              <a:t>D</a:t>
            </a:r>
            <a:r>
              <a:rPr lang="zh-CN" altLang="en-US" baseline="-25000">
                <a:latin typeface="Arial" panose="020B0604020202020204" pitchFamily="34" charset="0"/>
                <a:ea typeface="微软雅黑" panose="020B0503020204020204" charset="-122"/>
              </a:rPr>
              <a:t>k</a:t>
            </a:r>
            <a:endParaRPr lang="zh-CN" altLang="en-US" baseline="-25000">
              <a:latin typeface="Arial" panose="020B0604020202020204" pitchFamily="34" charset="0"/>
              <a:ea typeface="微软雅黑" panose="020B0503020204020204" charset="-122"/>
            </a:endParaRPr>
          </a:p>
        </p:txBody>
      </p:sp>
      <p:pic>
        <p:nvPicPr>
          <p:cNvPr id="542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5012" y="1945923"/>
            <a:ext cx="3558822" cy="2668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276" name="Text Box 4"/>
          <p:cNvSpPr txBox="1">
            <a:spLocks noChangeArrowheads="1"/>
          </p:cNvSpPr>
          <p:nvPr/>
        </p:nvSpPr>
        <p:spPr bwMode="auto">
          <a:xfrm>
            <a:off x="800100" y="4715933"/>
            <a:ext cx="3793067"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阴极电流密度过大，镀层发黑</a:t>
            </a:r>
            <a:endParaRPr lang="zh-CN" altLang="en-US" sz="2135">
              <a:solidFill>
                <a:srgbClr val="000000"/>
              </a:solidFill>
              <a:latin typeface="Arial" panose="020B0604020202020204" pitchFamily="34" charset="0"/>
              <a:ea typeface="微软雅黑" panose="020B0503020204020204" charset="-122"/>
            </a:endParaRPr>
          </a:p>
        </p:txBody>
      </p:sp>
      <p:sp>
        <p:nvSpPr>
          <p:cNvPr id="54277" name="Text Box 5"/>
          <p:cNvSpPr txBox="1">
            <a:spLocks noChangeArrowheads="1"/>
          </p:cNvSpPr>
          <p:nvPr/>
        </p:nvSpPr>
        <p:spPr bwMode="auto">
          <a:xfrm>
            <a:off x="4824590" y="2058812"/>
            <a:ext cx="3857978" cy="223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lnSpc>
                <a:spcPct val="150000"/>
              </a:lnSpc>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电流密度过低，阴极极化率小，镀层粗糙；</a:t>
            </a:r>
            <a:endParaRPr lang="en-US" altLang="zh-CN" sz="2135">
              <a:solidFill>
                <a:srgbClr val="000000"/>
              </a:solidFill>
              <a:latin typeface="Arial" panose="020B0604020202020204" pitchFamily="34" charset="0"/>
              <a:ea typeface="微软雅黑" panose="020B0503020204020204" charset="-122"/>
            </a:endParaRPr>
          </a:p>
          <a:p>
            <a:pPr defTabSz="812800" eaLnBrk="0" fontAlgn="base" hangingPunct="0">
              <a:lnSpc>
                <a:spcPct val="150000"/>
              </a:lnSpc>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电流密度过大，镀层会被烧黑或烧焦；氢气析出。</a:t>
            </a:r>
            <a:endParaRPr lang="en-US" altLang="zh-CN" sz="2135">
              <a:solidFill>
                <a:srgbClr val="000000"/>
              </a:solidFill>
              <a:latin typeface="Arial" panose="020B0604020202020204" pitchFamily="34" charset="0"/>
              <a:ea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0"/>
          </p:nvPr>
        </p:nvSpPr>
        <p:spPr/>
        <p:txBody>
          <a:bodyPr/>
          <a:lstStyle/>
          <a:p>
            <a:pPr defTabSz="812800" eaLnBrk="0" fontAlgn="base" hangingPunct="0">
              <a:spcBef>
                <a:spcPct val="0"/>
              </a:spcBef>
              <a:spcAft>
                <a:spcPct val="0"/>
              </a:spcAft>
            </a:pPr>
            <a:fld id="{AF73EAE6-55B3-4043-8654-430B9C7CE33F}"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55298" name="Rectangle 2"/>
          <p:cNvSpPr>
            <a:spLocks noGrp="1" noChangeArrowheads="1"/>
          </p:cNvSpPr>
          <p:nvPr>
            <p:ph type="body" idx="1"/>
          </p:nvPr>
        </p:nvSpPr>
        <p:spPr>
          <a:xfrm>
            <a:off x="173568" y="962378"/>
            <a:ext cx="8458200" cy="4470400"/>
          </a:xfrm>
        </p:spPr>
        <p:txBody>
          <a:bodyPr/>
          <a:lstStyle/>
          <a:p>
            <a:pPr algn="just">
              <a:lnSpc>
                <a:spcPct val="90000"/>
              </a:lnSpc>
            </a:pPr>
            <a:endParaRPr lang="zh-CN" altLang="en-US" sz="2400" b="1" dirty="0">
              <a:ea typeface="微软雅黑" panose="020B0503020204020204" charset="-122"/>
            </a:endParaRPr>
          </a:p>
          <a:p>
            <a:pPr algn="just">
              <a:lnSpc>
                <a:spcPct val="150000"/>
              </a:lnSpc>
            </a:pPr>
            <a:r>
              <a:rPr lang="zh-CN" altLang="en-US" sz="2400" b="1" dirty="0">
                <a:ea typeface="微软雅黑" panose="020B0503020204020204" charset="-122"/>
              </a:rPr>
              <a:t>（2）镀液温度</a:t>
            </a:r>
            <a:endParaRPr lang="zh-CN" altLang="en-US" sz="2400" b="1" dirty="0">
              <a:ea typeface="微软雅黑" panose="020B0503020204020204" charset="-122"/>
            </a:endParaRPr>
          </a:p>
          <a:p>
            <a:pPr algn="just">
              <a:lnSpc>
                <a:spcPct val="150000"/>
              </a:lnSpc>
            </a:pPr>
            <a:r>
              <a:rPr lang="zh-CN" altLang="en-US" sz="2400" b="1" dirty="0">
                <a:ea typeface="微软雅黑" panose="020B0503020204020204" charset="-122"/>
              </a:rPr>
              <a:t>通常温度升高，阴极极化作用降低，镀层结晶粗大；但允许提高电流密度上限，并使阴极电流效率提高，改善镀层韧性和镀液的分散能力，减少镀层吸氢量。不同的镀液有其最佳温度范围。</a:t>
            </a:r>
            <a:endParaRPr lang="zh-CN" altLang="en-US" sz="2400" b="1" dirty="0">
              <a:ea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0"/>
          </p:nvPr>
        </p:nvSpPr>
        <p:spPr/>
        <p:txBody>
          <a:bodyPr/>
          <a:lstStyle/>
          <a:p>
            <a:pPr defTabSz="812800" eaLnBrk="0" fontAlgn="base" hangingPunct="0">
              <a:spcBef>
                <a:spcPct val="0"/>
              </a:spcBef>
              <a:spcAft>
                <a:spcPct val="0"/>
              </a:spcAft>
            </a:pPr>
            <a:fld id="{114AF4F4-34F2-4E81-AA21-B60E08254333}"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56322" name="Rectangle 2"/>
          <p:cNvSpPr>
            <a:spLocks noGrp="1" noChangeArrowheads="1"/>
          </p:cNvSpPr>
          <p:nvPr>
            <p:ph type="body" idx="1"/>
          </p:nvPr>
        </p:nvSpPr>
        <p:spPr>
          <a:xfrm>
            <a:off x="342900" y="1056792"/>
            <a:ext cx="8458200" cy="3709171"/>
          </a:xfrm>
        </p:spPr>
        <p:txBody>
          <a:bodyPr/>
          <a:lstStyle/>
          <a:p>
            <a:pPr algn="just">
              <a:lnSpc>
                <a:spcPct val="150000"/>
              </a:lnSpc>
            </a:pPr>
            <a:r>
              <a:rPr lang="zh-CN" altLang="en-US" sz="2400" b="1" dirty="0">
                <a:ea typeface="微软雅黑" panose="020B0503020204020204" charset="-122"/>
              </a:rPr>
              <a:t>(3) 搅拌</a:t>
            </a:r>
            <a:endParaRPr lang="zh-CN" altLang="en-US" sz="2400" b="1" dirty="0">
              <a:ea typeface="微软雅黑" panose="020B0503020204020204" charset="-122"/>
            </a:endParaRPr>
          </a:p>
          <a:p>
            <a:pPr algn="just">
              <a:lnSpc>
                <a:spcPct val="150000"/>
              </a:lnSpc>
            </a:pPr>
            <a:r>
              <a:rPr lang="zh-CN" altLang="en-US" sz="2400" b="1" dirty="0">
                <a:ea typeface="微软雅黑" panose="020B0503020204020204" charset="-122"/>
              </a:rPr>
              <a:t>搅拌增强电解液的流动，降低阴极的浓差极化，使镀层结晶粗大，但搅拌提高电流密度，这可抵消降低浓差极化的作用，并提高生产率。搅拌还可增强整平剂的效果。</a:t>
            </a:r>
            <a:endParaRPr lang="zh-CN" altLang="en-US" sz="2400" b="1" dirty="0">
              <a:ea typeface="微软雅黑" panose="020B0503020204020204" charset="-122"/>
            </a:endParaRPr>
          </a:p>
          <a:p>
            <a:pPr algn="just">
              <a:lnSpc>
                <a:spcPct val="150000"/>
              </a:lnSpc>
            </a:pPr>
            <a:r>
              <a:rPr lang="zh-CN" altLang="en-US" sz="2400" b="1" dirty="0">
                <a:ea typeface="微软雅黑" panose="020B0503020204020204" charset="-122"/>
              </a:rPr>
              <a:t>搅拌方法：机械搅拌法、阴极移动法、压缩空气法、超声波法等。</a:t>
            </a:r>
            <a:endParaRPr lang="zh-CN" altLang="en-US" sz="2400" b="1" dirty="0">
              <a:ea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defTabSz="812800" eaLnBrk="0" fontAlgn="base" hangingPunct="0">
              <a:spcBef>
                <a:spcPct val="0"/>
              </a:spcBef>
              <a:spcAft>
                <a:spcPct val="0"/>
              </a:spcAft>
            </a:pPr>
            <a:fld id="{A8592255-E1AB-4A2D-90EA-0DDC0CE78FAD}"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57346" name="Rectangle 2"/>
          <p:cNvSpPr>
            <a:spLocks noGrp="1" noChangeArrowheads="1"/>
          </p:cNvSpPr>
          <p:nvPr>
            <p:ph type="body" idx="1"/>
          </p:nvPr>
        </p:nvSpPr>
        <p:spPr>
          <a:xfrm>
            <a:off x="354189" y="910167"/>
            <a:ext cx="4578029" cy="4367388"/>
          </a:xfrm>
        </p:spPr>
        <p:txBody>
          <a:bodyPr/>
          <a:lstStyle/>
          <a:p>
            <a:pPr algn="just">
              <a:lnSpc>
                <a:spcPct val="150000"/>
              </a:lnSpc>
            </a:pPr>
            <a:r>
              <a:rPr lang="zh-CN" altLang="en-US" b="1" dirty="0">
                <a:ea typeface="微软雅黑" panose="020B0503020204020204" charset="-122"/>
              </a:rPr>
              <a:t>（4）电流波形的影响</a:t>
            </a:r>
            <a:endParaRPr lang="zh-CN" altLang="en-US" b="1" dirty="0">
              <a:ea typeface="微软雅黑" panose="020B0503020204020204" charset="-122"/>
            </a:endParaRPr>
          </a:p>
          <a:p>
            <a:pPr algn="just">
              <a:lnSpc>
                <a:spcPct val="150000"/>
              </a:lnSpc>
            </a:pPr>
            <a:r>
              <a:rPr lang="zh-CN" altLang="en-US" b="1" dirty="0">
                <a:ea typeface="微软雅黑" panose="020B0503020204020204" charset="-122"/>
              </a:rPr>
              <a:t>电流波形对镀层质量的影响，在某些镀液中非常明显，例如单相半波或全波整流用于镀铬时，镀铬层是灰黑色的。而三相全波整流的波形与稳压直流相似，它们的电镀效果和质量没有明显区别。</a:t>
            </a:r>
            <a:endParaRPr lang="zh-CN" altLang="en-US" b="1" dirty="0">
              <a:ea typeface="微软雅黑" panose="020B0503020204020204" charset="-122"/>
            </a:endParaRPr>
          </a:p>
        </p:txBody>
      </p:sp>
      <p:pic>
        <p:nvPicPr>
          <p:cNvPr id="5734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01546" y="1227667"/>
            <a:ext cx="3496733"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0"/>
          </p:nvPr>
        </p:nvSpPr>
        <p:spPr/>
        <p:txBody>
          <a:bodyPr/>
          <a:lstStyle/>
          <a:p>
            <a:pPr defTabSz="812800" eaLnBrk="0" fontAlgn="base" hangingPunct="0">
              <a:spcBef>
                <a:spcPct val="0"/>
              </a:spcBef>
              <a:spcAft>
                <a:spcPct val="0"/>
              </a:spcAft>
            </a:pPr>
            <a:fld id="{CCCF8E33-1747-47AD-8483-3A3C8E77120A}"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58370" name="Rectangle 2"/>
          <p:cNvSpPr>
            <a:spLocks noGrp="1" noChangeArrowheads="1"/>
          </p:cNvSpPr>
          <p:nvPr>
            <p:ph type="body" idx="1"/>
          </p:nvPr>
        </p:nvSpPr>
        <p:spPr>
          <a:xfrm>
            <a:off x="355600" y="655010"/>
            <a:ext cx="8483600" cy="3556769"/>
          </a:xfrm>
        </p:spPr>
        <p:txBody>
          <a:bodyPr/>
          <a:lstStyle/>
          <a:p>
            <a:pPr algn="just">
              <a:lnSpc>
                <a:spcPct val="150000"/>
              </a:lnSpc>
            </a:pPr>
            <a:r>
              <a:rPr lang="zh-CN" altLang="en-US" sz="2400" b="1" dirty="0">
                <a:ea typeface="微软雅黑" panose="020B0503020204020204" charset="-122"/>
              </a:rPr>
              <a:t>周期换向电流的作用:</a:t>
            </a:r>
            <a:endParaRPr lang="zh-CN" altLang="en-US" sz="2400" b="1" dirty="0">
              <a:ea typeface="微软雅黑" panose="020B0503020204020204" charset="-122"/>
            </a:endParaRPr>
          </a:p>
          <a:p>
            <a:pPr algn="just">
              <a:lnSpc>
                <a:spcPct val="150000"/>
              </a:lnSpc>
            </a:pPr>
            <a:r>
              <a:rPr lang="zh-CN" altLang="en-US" sz="2400" b="1" dirty="0">
                <a:ea typeface="微软雅黑" panose="020B0503020204020204" charset="-122"/>
              </a:rPr>
              <a:t>周期性地改变直流电流方向可适当控制换向周期、电镀时间和退镀时间，可使镀层均匀、平整、光亮。因为退镀时，可去除劣质镀层和镀件凸出处较厚的镀层；周期换向还可减弱阴、阳极的浓差极化作用。但在酸性槽液中，带凹槽的镀件，采用周期换向工艺是有害无益的。</a:t>
            </a:r>
            <a:endParaRPr lang="zh-CN" altLang="en-US" sz="2400" b="1" dirty="0">
              <a:ea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p:cNvSpPr>
            <a:spLocks noGrp="1"/>
          </p:cNvSpPr>
          <p:nvPr>
            <p:ph type="sldNum" sz="quarter" idx="10"/>
          </p:nvPr>
        </p:nvSpPr>
        <p:spPr/>
        <p:txBody>
          <a:bodyPr/>
          <a:lstStyle/>
          <a:p>
            <a:pPr defTabSz="812800" eaLnBrk="0" fontAlgn="base" hangingPunct="0">
              <a:spcBef>
                <a:spcPct val="0"/>
              </a:spcBef>
              <a:spcAft>
                <a:spcPct val="0"/>
              </a:spcAft>
            </a:pPr>
            <a:fld id="{12CA5B21-A702-4D74-A5A7-88369005D2E9}"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33794" name="Text Box 2"/>
          <p:cNvSpPr txBox="1">
            <a:spLocks noChangeArrowheads="1"/>
          </p:cNvSpPr>
          <p:nvPr/>
        </p:nvSpPr>
        <p:spPr bwMode="auto">
          <a:xfrm>
            <a:off x="241300" y="399415"/>
            <a:ext cx="5153660" cy="529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812800" eaLnBrk="0" fontAlgn="base" hangingPunct="0">
              <a:spcBef>
                <a:spcPct val="0"/>
              </a:spcBef>
              <a:spcAft>
                <a:spcPct val="0"/>
              </a:spcAft>
            </a:pPr>
            <a:r>
              <a:rPr lang="en-US" altLang="zh-CN" sz="2845" b="1" dirty="0">
                <a:solidFill>
                  <a:srgbClr val="000000"/>
                </a:solidFill>
                <a:latin typeface="Arial" panose="020B0604020202020204" pitchFamily="34" charset="0"/>
                <a:ea typeface="微软雅黑" panose="020B0503020204020204" charset="-122"/>
              </a:rPr>
              <a:t>4.2.2.3 </a:t>
            </a:r>
            <a:r>
              <a:rPr lang="zh-CN" altLang="en-US" sz="2845" b="1" dirty="0">
                <a:solidFill>
                  <a:srgbClr val="000000"/>
                </a:solidFill>
                <a:latin typeface="Arial" panose="020B0604020202020204" pitchFamily="34" charset="0"/>
                <a:ea typeface="微软雅黑" panose="020B0503020204020204" charset="-122"/>
              </a:rPr>
              <a:t>电镀的阳极的选择</a:t>
            </a:r>
            <a:endParaRPr lang="en-US" altLang="zh-CN" sz="2845" b="1" dirty="0">
              <a:solidFill>
                <a:srgbClr val="000000"/>
              </a:solidFill>
              <a:latin typeface="Arial" panose="020B0604020202020204" pitchFamily="34" charset="0"/>
              <a:ea typeface="微软雅黑" panose="020B0503020204020204" charset="-122"/>
            </a:endParaRPr>
          </a:p>
        </p:txBody>
      </p:sp>
      <p:sp>
        <p:nvSpPr>
          <p:cNvPr id="33795" name="Rectangle 3"/>
          <p:cNvSpPr>
            <a:spLocks noChangeArrowheads="1"/>
          </p:cNvSpPr>
          <p:nvPr/>
        </p:nvSpPr>
        <p:spPr bwMode="auto">
          <a:xfrm>
            <a:off x="241301" y="2177345"/>
            <a:ext cx="3896077" cy="2952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lnSpc>
                <a:spcPct val="150000"/>
              </a:lnSpc>
              <a:spcBef>
                <a:spcPct val="20000"/>
              </a:spcBef>
              <a:spcAft>
                <a:spcPct val="0"/>
              </a:spcAft>
            </a:pPr>
            <a:r>
              <a:rPr lang="en-US" altLang="zh-CN" sz="2135">
                <a:solidFill>
                  <a:srgbClr val="000000"/>
                </a:solidFill>
                <a:latin typeface="Arial" panose="020B0604020202020204" pitchFamily="34" charset="0"/>
                <a:ea typeface="微软雅黑" panose="020B0503020204020204" charset="-122"/>
              </a:rPr>
              <a:t>Anode reactions</a:t>
            </a:r>
            <a:r>
              <a:rPr lang="zh-CN" altLang="en-US" sz="2135">
                <a:solidFill>
                  <a:srgbClr val="000000"/>
                </a:solidFill>
                <a:latin typeface="Arial" panose="020B0604020202020204" pitchFamily="34" charset="0"/>
                <a:ea typeface="微软雅黑" panose="020B0503020204020204" charset="-122"/>
              </a:rPr>
              <a:t>：</a:t>
            </a:r>
            <a:endParaRPr lang="zh-CN" altLang="en-US" sz="2135">
              <a:solidFill>
                <a:srgbClr val="000000"/>
              </a:solidFill>
              <a:latin typeface="Arial" panose="020B0604020202020204" pitchFamily="34" charset="0"/>
              <a:ea typeface="微软雅黑" panose="020B0503020204020204" charset="-122"/>
            </a:endParaRPr>
          </a:p>
          <a:p>
            <a:pPr defTabSz="812800" eaLnBrk="0" fontAlgn="base" hangingPunct="0">
              <a:lnSpc>
                <a:spcPct val="150000"/>
              </a:lnSpc>
              <a:spcBef>
                <a:spcPct val="20000"/>
              </a:spcBef>
              <a:spcAft>
                <a:spcPct val="0"/>
              </a:spcAft>
            </a:pPr>
            <a:r>
              <a:rPr lang="en-US" altLang="zh-CN" sz="2135">
                <a:solidFill>
                  <a:srgbClr val="000000"/>
                </a:solidFill>
                <a:latin typeface="Arial" panose="020B0604020202020204" pitchFamily="34" charset="0"/>
                <a:ea typeface="微软雅黑" panose="020B0503020204020204" charset="-122"/>
              </a:rPr>
              <a:t>M</a:t>
            </a:r>
            <a:r>
              <a:rPr lang="zh-CN" altLang="en-US" sz="2135">
                <a:solidFill>
                  <a:srgbClr val="000000"/>
                </a:solidFill>
                <a:latin typeface="Arial" panose="020B0604020202020204" pitchFamily="34" charset="0"/>
                <a:ea typeface="微软雅黑" panose="020B0503020204020204" charset="-122"/>
              </a:rPr>
              <a:t> → </a:t>
            </a:r>
            <a:r>
              <a:rPr lang="en-US" altLang="zh-CN" sz="2135">
                <a:solidFill>
                  <a:srgbClr val="000000"/>
                </a:solidFill>
                <a:latin typeface="Arial" panose="020B0604020202020204" pitchFamily="34" charset="0"/>
                <a:ea typeface="微软雅黑" panose="020B0503020204020204" charset="-122"/>
              </a:rPr>
              <a:t>M</a:t>
            </a:r>
            <a:r>
              <a:rPr lang="en-US" altLang="zh-CN" sz="2135" baseline="30000">
                <a:solidFill>
                  <a:srgbClr val="000000"/>
                </a:solidFill>
                <a:latin typeface="Arial" panose="020B0604020202020204" pitchFamily="34" charset="0"/>
                <a:ea typeface="微软雅黑" panose="020B0503020204020204" charset="-122"/>
              </a:rPr>
              <a:t>n+</a:t>
            </a:r>
            <a:r>
              <a:rPr lang="en-US" altLang="zh-CN" sz="2135">
                <a:solidFill>
                  <a:srgbClr val="000000"/>
                </a:solidFill>
                <a:latin typeface="Arial" panose="020B0604020202020204" pitchFamily="34" charset="0"/>
                <a:ea typeface="微软雅黑" panose="020B0503020204020204" charset="-122"/>
              </a:rPr>
              <a:t> + ne </a:t>
            </a:r>
            <a:endParaRPr lang="en-US" altLang="zh-CN" sz="2135">
              <a:solidFill>
                <a:srgbClr val="000000"/>
              </a:solidFill>
              <a:latin typeface="Arial" panose="020B0604020202020204" pitchFamily="34" charset="0"/>
              <a:ea typeface="微软雅黑" panose="020B0503020204020204" charset="-122"/>
            </a:endParaRPr>
          </a:p>
          <a:p>
            <a:pPr defTabSz="812800" eaLnBrk="0" fontAlgn="base" hangingPunct="0">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电镀时，阳极上可能有副反应发生。</a:t>
            </a:r>
            <a:endParaRPr lang="en-US" altLang="zh-CN" sz="2135">
              <a:solidFill>
                <a:srgbClr val="000000"/>
              </a:solidFill>
              <a:latin typeface="Arial" panose="020B0604020202020204" pitchFamily="34" charset="0"/>
              <a:ea typeface="微软雅黑" panose="020B0503020204020204" charset="-122"/>
            </a:endParaRPr>
          </a:p>
          <a:p>
            <a:pPr defTabSz="812800" eaLnBrk="0" fontAlgn="base" hangingPunct="0">
              <a:spcBef>
                <a:spcPct val="50000"/>
              </a:spcBef>
              <a:spcAft>
                <a:spcPct val="0"/>
              </a:spcAft>
            </a:pPr>
            <a:r>
              <a:rPr lang="en-US" altLang="zh-CN" sz="2135">
                <a:solidFill>
                  <a:srgbClr val="000000"/>
                </a:solidFill>
                <a:latin typeface="Arial" panose="020B0604020202020204" pitchFamily="34" charset="0"/>
                <a:ea typeface="微软雅黑" panose="020B0503020204020204" charset="-122"/>
              </a:rPr>
              <a:t>4(OH)</a:t>
            </a:r>
            <a:r>
              <a:rPr lang="en-US" altLang="zh-CN" sz="2135" baseline="30000">
                <a:solidFill>
                  <a:srgbClr val="000000"/>
                </a:solidFill>
                <a:latin typeface="Arial" panose="020B0604020202020204" pitchFamily="34" charset="0"/>
                <a:ea typeface="微软雅黑" panose="020B0503020204020204" charset="-122"/>
              </a:rPr>
              <a:t>-</a:t>
            </a:r>
            <a:r>
              <a:rPr lang="en-US" altLang="zh-CN" sz="2135">
                <a:solidFill>
                  <a:srgbClr val="000000"/>
                </a:solidFill>
                <a:latin typeface="Arial" panose="020B0604020202020204" pitchFamily="34" charset="0"/>
                <a:ea typeface="微软雅黑" panose="020B0503020204020204" charset="-122"/>
              </a:rPr>
              <a:t> → O</a:t>
            </a:r>
            <a:r>
              <a:rPr lang="en-US" altLang="zh-CN" sz="2135" baseline="-25000">
                <a:solidFill>
                  <a:srgbClr val="000000"/>
                </a:solidFill>
                <a:latin typeface="Arial" panose="020B0604020202020204" pitchFamily="34" charset="0"/>
                <a:ea typeface="微软雅黑" panose="020B0503020204020204" charset="-122"/>
              </a:rPr>
              <a:t>2</a:t>
            </a:r>
            <a:r>
              <a:rPr lang="en-US" altLang="zh-CN" sz="2135">
                <a:solidFill>
                  <a:srgbClr val="000000"/>
                </a:solidFill>
                <a:latin typeface="Arial" panose="020B0604020202020204" pitchFamily="34" charset="0"/>
                <a:ea typeface="微软雅黑" panose="020B0503020204020204" charset="-122"/>
              </a:rPr>
              <a:t> + H</a:t>
            </a:r>
            <a:r>
              <a:rPr lang="en-US" altLang="zh-CN" sz="2135" baseline="-25000">
                <a:solidFill>
                  <a:srgbClr val="000000"/>
                </a:solidFill>
                <a:latin typeface="Arial" panose="020B0604020202020204" pitchFamily="34" charset="0"/>
                <a:ea typeface="微软雅黑" panose="020B0503020204020204" charset="-122"/>
              </a:rPr>
              <a:t>2</a:t>
            </a:r>
            <a:r>
              <a:rPr lang="en-US" altLang="zh-CN" sz="2135">
                <a:solidFill>
                  <a:srgbClr val="000000"/>
                </a:solidFill>
                <a:latin typeface="Arial" panose="020B0604020202020204" pitchFamily="34" charset="0"/>
                <a:ea typeface="微软雅黑" panose="020B0503020204020204" charset="-122"/>
              </a:rPr>
              <a:t>O+ 4e</a:t>
            </a:r>
            <a:endParaRPr lang="en-US" altLang="zh-CN" sz="2135" baseline="30000">
              <a:solidFill>
                <a:srgbClr val="000000"/>
              </a:solidFill>
              <a:latin typeface="Arial" panose="020B0604020202020204" pitchFamily="34" charset="0"/>
              <a:ea typeface="微软雅黑" panose="020B0503020204020204" charset="-122"/>
            </a:endParaRPr>
          </a:p>
          <a:p>
            <a:pPr defTabSz="812800" eaLnBrk="0" fontAlgn="base" hangingPunct="0">
              <a:spcBef>
                <a:spcPct val="50000"/>
              </a:spcBef>
              <a:spcAft>
                <a:spcPct val="0"/>
              </a:spcAft>
            </a:pPr>
            <a:r>
              <a:rPr lang="en-US" altLang="zh-CN" sz="2135">
                <a:solidFill>
                  <a:srgbClr val="000000"/>
                </a:solidFill>
                <a:latin typeface="Arial" panose="020B0604020202020204" pitchFamily="34" charset="0"/>
                <a:ea typeface="微软雅黑" panose="020B0503020204020204" charset="-122"/>
              </a:rPr>
              <a:t>4H</a:t>
            </a:r>
            <a:r>
              <a:rPr lang="en-US" altLang="zh-CN" sz="2135" baseline="-25000">
                <a:solidFill>
                  <a:srgbClr val="000000"/>
                </a:solidFill>
                <a:latin typeface="Arial" panose="020B0604020202020204" pitchFamily="34" charset="0"/>
                <a:ea typeface="微软雅黑" panose="020B0503020204020204" charset="-122"/>
              </a:rPr>
              <a:t>2</a:t>
            </a:r>
            <a:r>
              <a:rPr lang="en-US" altLang="zh-CN" sz="2135">
                <a:solidFill>
                  <a:srgbClr val="000000"/>
                </a:solidFill>
                <a:latin typeface="Arial" panose="020B0604020202020204" pitchFamily="34" charset="0"/>
                <a:ea typeface="微软雅黑" panose="020B0503020204020204" charset="-122"/>
              </a:rPr>
              <a:t>O → O</a:t>
            </a:r>
            <a:r>
              <a:rPr lang="en-US" altLang="zh-CN" sz="2135" baseline="-25000">
                <a:solidFill>
                  <a:srgbClr val="000000"/>
                </a:solidFill>
                <a:latin typeface="Arial" panose="020B0604020202020204" pitchFamily="34" charset="0"/>
                <a:ea typeface="微软雅黑" panose="020B0503020204020204" charset="-122"/>
              </a:rPr>
              <a:t>2</a:t>
            </a:r>
            <a:r>
              <a:rPr lang="en-US" altLang="zh-CN" sz="2135">
                <a:solidFill>
                  <a:srgbClr val="000000"/>
                </a:solidFill>
                <a:latin typeface="Arial" panose="020B0604020202020204" pitchFamily="34" charset="0"/>
                <a:ea typeface="微软雅黑" panose="020B0503020204020204" charset="-122"/>
              </a:rPr>
              <a:t> + 4H</a:t>
            </a:r>
            <a:r>
              <a:rPr lang="en-US" altLang="zh-CN" sz="2135" baseline="30000">
                <a:solidFill>
                  <a:srgbClr val="000000"/>
                </a:solidFill>
                <a:latin typeface="Arial" panose="020B0604020202020204" pitchFamily="34" charset="0"/>
                <a:ea typeface="微软雅黑" panose="020B0503020204020204" charset="-122"/>
              </a:rPr>
              <a:t>+</a:t>
            </a:r>
            <a:r>
              <a:rPr lang="en-US" altLang="zh-CN" sz="2135">
                <a:solidFill>
                  <a:srgbClr val="000000"/>
                </a:solidFill>
                <a:latin typeface="Arial" panose="020B0604020202020204" pitchFamily="34" charset="0"/>
                <a:ea typeface="微软雅黑" panose="020B0503020204020204" charset="-122"/>
              </a:rPr>
              <a:t> + 4e</a:t>
            </a:r>
            <a:endParaRPr lang="en-US" altLang="zh-CN" sz="2135">
              <a:solidFill>
                <a:srgbClr val="000000"/>
              </a:solidFill>
              <a:latin typeface="Arial" panose="020B0604020202020204" pitchFamily="34" charset="0"/>
              <a:ea typeface="微软雅黑" panose="020B0503020204020204" charset="-122"/>
            </a:endParaRPr>
          </a:p>
        </p:txBody>
      </p:sp>
      <p:pic>
        <p:nvPicPr>
          <p:cNvPr id="3379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82156" y="1759657"/>
            <a:ext cx="5161844" cy="3824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018540" y="1350645"/>
            <a:ext cx="4572000" cy="529590"/>
          </a:xfrm>
          <a:prstGeom prst="rect">
            <a:avLst/>
          </a:prstGeom>
          <a:noFill/>
        </p:spPr>
        <p:txBody>
          <a:bodyPr wrap="square" rtlCol="0" anchor="t">
            <a:spAutoFit/>
          </a:bodyPr>
          <a:p>
            <a:pPr defTabSz="812800" eaLnBrk="0" fontAlgn="base" hangingPunct="0">
              <a:spcBef>
                <a:spcPct val="0"/>
              </a:spcBef>
              <a:spcAft>
                <a:spcPct val="0"/>
              </a:spcAft>
            </a:pPr>
            <a:r>
              <a:rPr lang="zh-CN" altLang="en-US" sz="2845" b="1" dirty="0">
                <a:solidFill>
                  <a:srgbClr val="000000"/>
                </a:solidFill>
                <a:latin typeface="Arial" panose="020B0604020202020204" pitchFamily="34" charset="0"/>
                <a:ea typeface="微软雅黑" panose="020B0503020204020204" charset="-122"/>
                <a:sym typeface="+mn-ea"/>
              </a:rPr>
              <a:t>电镀的阳极过程</a:t>
            </a:r>
            <a:endParaRPr lang="zh-CN" altLang="en-US" sz="2845" b="1" dirty="0">
              <a:solidFill>
                <a:srgbClr val="000000"/>
              </a:solidFill>
              <a:latin typeface="Arial" panose="020B0604020202020204" pitchFamily="34" charset="0"/>
              <a:ea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pPr defTabSz="812800" eaLnBrk="0" fontAlgn="base" hangingPunct="0">
              <a:spcBef>
                <a:spcPct val="0"/>
              </a:spcBef>
              <a:spcAft>
                <a:spcPct val="0"/>
              </a:spcAft>
            </a:pPr>
            <a:fld id="{C9FD8621-D78A-4ACC-AE4F-032270BB925A}"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34818" name="Rectangle 2"/>
          <p:cNvSpPr>
            <a:spLocks noGrp="1" noChangeArrowheads="1"/>
          </p:cNvSpPr>
          <p:nvPr>
            <p:ph type="body" idx="1"/>
          </p:nvPr>
        </p:nvSpPr>
        <p:spPr>
          <a:xfrm>
            <a:off x="131234" y="572911"/>
            <a:ext cx="8802511" cy="1684867"/>
          </a:xfrm>
        </p:spPr>
        <p:txBody>
          <a:bodyPr/>
          <a:lstStyle/>
          <a:p>
            <a:pPr algn="just">
              <a:lnSpc>
                <a:spcPct val="150000"/>
              </a:lnSpc>
              <a:buFontTx/>
              <a:buNone/>
            </a:pPr>
            <a:r>
              <a:rPr lang="zh-CN" altLang="en-US" b="1">
                <a:latin typeface="Arial" panose="020B0604020202020204" pitchFamily="34" charset="0"/>
                <a:ea typeface="微软雅黑" panose="020B0503020204020204" charset="-122"/>
              </a:rPr>
              <a:t>  电镀的阳极种类</a:t>
            </a:r>
            <a:r>
              <a:rPr lang="zh-CN" altLang="en-US">
                <a:latin typeface="Arial" panose="020B0604020202020204" pitchFamily="34" charset="0"/>
                <a:ea typeface="微软雅黑" panose="020B0503020204020204" charset="-122"/>
              </a:rPr>
              <a:t> </a:t>
            </a:r>
            <a:endParaRPr lang="zh-CN" altLang="en-US">
              <a:latin typeface="Arial" panose="020B0604020202020204" pitchFamily="34" charset="0"/>
              <a:ea typeface="微软雅黑" panose="020B0503020204020204" charset="-122"/>
            </a:endParaRPr>
          </a:p>
          <a:p>
            <a:pPr>
              <a:lnSpc>
                <a:spcPct val="150000"/>
              </a:lnSpc>
              <a:buFontTx/>
              <a:buNone/>
            </a:pPr>
            <a:r>
              <a:rPr lang="zh-CN" altLang="en-US">
                <a:latin typeface="Arial" panose="020B0604020202020204" pitchFamily="34" charset="0"/>
                <a:ea typeface="微软雅黑" panose="020B0503020204020204" charset="-122"/>
              </a:rPr>
              <a:t>     不溶性阳极：Pt、Au、Ti、石墨等，起导电作用</a:t>
            </a:r>
            <a:endParaRPr lang="zh-CN" altLang="en-US">
              <a:latin typeface="Arial" panose="020B0604020202020204" pitchFamily="34" charset="0"/>
              <a:ea typeface="微软雅黑" panose="020B0503020204020204" charset="-122"/>
            </a:endParaRPr>
          </a:p>
          <a:p>
            <a:pPr>
              <a:lnSpc>
                <a:spcPct val="150000"/>
              </a:lnSpc>
              <a:buFontTx/>
              <a:buNone/>
            </a:pPr>
            <a:r>
              <a:rPr lang="zh-CN" altLang="en-US">
                <a:latin typeface="Arial" panose="020B0604020202020204" pitchFamily="34" charset="0"/>
                <a:ea typeface="微软雅黑" panose="020B0503020204020204" charset="-122"/>
              </a:rPr>
              <a:t>     可溶性阳极：Cu → Cu</a:t>
            </a:r>
            <a:r>
              <a:rPr lang="zh-CN" altLang="en-US" baseline="30000">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 + 2e，除了导电，还向镀液中补充金属离子</a:t>
            </a:r>
            <a:endParaRPr lang="zh-CN" altLang="en-US">
              <a:latin typeface="Arial" panose="020B0604020202020204" pitchFamily="34" charset="0"/>
              <a:ea typeface="微软雅黑" panose="020B0503020204020204" charset="-122"/>
            </a:endParaRPr>
          </a:p>
        </p:txBody>
      </p:sp>
      <p:pic>
        <p:nvPicPr>
          <p:cNvPr id="3481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23278" y="2717800"/>
            <a:ext cx="2939344" cy="2431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0879" y="2661356"/>
            <a:ext cx="1758244" cy="2652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21" name="Text Box 5"/>
          <p:cNvSpPr txBox="1">
            <a:spLocks noChangeArrowheads="1"/>
          </p:cNvSpPr>
          <p:nvPr/>
        </p:nvSpPr>
        <p:spPr bwMode="auto">
          <a:xfrm>
            <a:off x="1790701" y="5298723"/>
            <a:ext cx="171732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1780">
                <a:solidFill>
                  <a:srgbClr val="000000"/>
                </a:solidFill>
                <a:latin typeface="Arial" panose="020B0604020202020204" pitchFamily="34" charset="0"/>
                <a:ea typeface="微软雅黑" panose="020B0503020204020204" charset="-122"/>
              </a:rPr>
              <a:t>不溶性钛阳极</a:t>
            </a:r>
            <a:endParaRPr lang="zh-CN" altLang="en-US" sz="1780">
              <a:solidFill>
                <a:srgbClr val="000000"/>
              </a:solidFill>
              <a:latin typeface="Arial" panose="020B0604020202020204" pitchFamily="34" charset="0"/>
              <a:ea typeface="微软雅黑" panose="020B0503020204020204" charset="-122"/>
            </a:endParaRPr>
          </a:p>
        </p:txBody>
      </p:sp>
      <p:sp>
        <p:nvSpPr>
          <p:cNvPr id="34822" name="Text Box 6"/>
          <p:cNvSpPr txBox="1">
            <a:spLocks noChangeArrowheads="1"/>
          </p:cNvSpPr>
          <p:nvPr/>
        </p:nvSpPr>
        <p:spPr bwMode="auto">
          <a:xfrm>
            <a:off x="6227234" y="5280378"/>
            <a:ext cx="171732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1780">
                <a:solidFill>
                  <a:srgbClr val="000000"/>
                </a:solidFill>
                <a:latin typeface="Arial" panose="020B0604020202020204" pitchFamily="34" charset="0"/>
                <a:ea typeface="微软雅黑" panose="020B0503020204020204" charset="-122"/>
              </a:rPr>
              <a:t>可溶性锌阳极</a:t>
            </a:r>
            <a:endParaRPr lang="zh-CN" altLang="en-US" sz="1780">
              <a:solidFill>
                <a:srgbClr val="000000"/>
              </a:solidFill>
              <a:latin typeface="Arial" panose="020B0604020202020204" pitchFamily="34" charset="0"/>
              <a:ea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1"/>
          <p:cNvSpPr>
            <a:spLocks noGrp="1"/>
          </p:cNvSpPr>
          <p:nvPr>
            <p:ph type="sldNum" sz="quarter" idx="10"/>
          </p:nvPr>
        </p:nvSpPr>
        <p:spPr/>
        <p:txBody>
          <a:bodyPr/>
          <a:lstStyle/>
          <a:p>
            <a:pPr defTabSz="812800" eaLnBrk="0" fontAlgn="base" hangingPunct="0">
              <a:spcBef>
                <a:spcPct val="0"/>
              </a:spcBef>
              <a:spcAft>
                <a:spcPct val="0"/>
              </a:spcAft>
            </a:pPr>
            <a:fld id="{F3EACC56-2B38-47FB-85CF-8278A7429C1F}"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35842" name="Rectangle 2"/>
          <p:cNvSpPr>
            <a:spLocks noChangeArrowheads="1"/>
          </p:cNvSpPr>
          <p:nvPr/>
        </p:nvSpPr>
        <p:spPr bwMode="auto">
          <a:xfrm>
            <a:off x="0" y="488244"/>
            <a:ext cx="1672590" cy="69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812800" fontAlgn="base">
              <a:spcBef>
                <a:spcPct val="0"/>
              </a:spcBef>
              <a:spcAft>
                <a:spcPct val="0"/>
              </a:spcAft>
            </a:pPr>
            <a:r>
              <a:rPr lang="zh-CN" altLang="en-US" sz="3910" b="1">
                <a:solidFill>
                  <a:srgbClr val="FFFFFF"/>
                </a:solidFill>
                <a:latin typeface="Arial" panose="020B0604020202020204" pitchFamily="34" charset="0"/>
                <a:ea typeface="微软雅黑" panose="020B0503020204020204" charset="-122"/>
              </a:rPr>
              <a:t>电沉积</a:t>
            </a:r>
            <a:endParaRPr lang="zh-CN" altLang="en-US" sz="3910" b="1">
              <a:solidFill>
                <a:srgbClr val="FFFFFF"/>
              </a:solidFill>
              <a:latin typeface="Arial" panose="020B0604020202020204" pitchFamily="34" charset="0"/>
              <a:ea typeface="微软雅黑" panose="020B0503020204020204" charset="-122"/>
            </a:endParaRPr>
          </a:p>
        </p:txBody>
      </p:sp>
      <p:sp>
        <p:nvSpPr>
          <p:cNvPr id="35843" name="Text Box 3"/>
          <p:cNvSpPr txBox="1">
            <a:spLocks noChangeArrowheads="1"/>
          </p:cNvSpPr>
          <p:nvPr/>
        </p:nvSpPr>
        <p:spPr bwMode="auto">
          <a:xfrm>
            <a:off x="1380067" y="842434"/>
            <a:ext cx="1831622"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电镀槽示意图</a:t>
            </a:r>
            <a:endParaRPr lang="zh-CN" altLang="en-US" sz="2135">
              <a:solidFill>
                <a:srgbClr val="000000"/>
              </a:solidFill>
              <a:latin typeface="Arial" panose="020B0604020202020204" pitchFamily="34" charset="0"/>
              <a:ea typeface="微软雅黑" panose="020B0503020204020204" charset="-122"/>
            </a:endParaRPr>
          </a:p>
        </p:txBody>
      </p:sp>
      <p:pic>
        <p:nvPicPr>
          <p:cNvPr id="3584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17257" y="666045"/>
            <a:ext cx="2919588" cy="2245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45" name="Text Box 5"/>
          <p:cNvSpPr txBox="1">
            <a:spLocks noChangeArrowheads="1"/>
          </p:cNvSpPr>
          <p:nvPr/>
        </p:nvSpPr>
        <p:spPr bwMode="auto">
          <a:xfrm>
            <a:off x="4031545" y="1051278"/>
            <a:ext cx="1255889"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阳极袋</a:t>
            </a:r>
            <a:endParaRPr lang="zh-CN" altLang="en-US" sz="2135">
              <a:solidFill>
                <a:srgbClr val="000000"/>
              </a:solidFill>
              <a:latin typeface="Arial" panose="020B0604020202020204" pitchFamily="34" charset="0"/>
              <a:ea typeface="微软雅黑" panose="020B0503020204020204" charset="-122"/>
            </a:endParaRPr>
          </a:p>
        </p:txBody>
      </p:sp>
      <p:pic>
        <p:nvPicPr>
          <p:cNvPr id="3584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9057" y="2971800"/>
            <a:ext cx="2390422" cy="3186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47" name="Text Box 7"/>
          <p:cNvSpPr txBox="1">
            <a:spLocks noChangeArrowheads="1"/>
          </p:cNvSpPr>
          <p:nvPr/>
        </p:nvSpPr>
        <p:spPr bwMode="auto">
          <a:xfrm>
            <a:off x="6749345" y="6273800"/>
            <a:ext cx="904522"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Arial" panose="020B0604020202020204" pitchFamily="34" charset="0"/>
                <a:ea typeface="微软雅黑" panose="020B0503020204020204" charset="-122"/>
              </a:rPr>
              <a:t>挂具</a:t>
            </a:r>
            <a:endParaRPr lang="zh-CN" altLang="en-US" sz="2135">
              <a:solidFill>
                <a:srgbClr val="000000"/>
              </a:solidFill>
              <a:latin typeface="Arial" panose="020B0604020202020204" pitchFamily="34" charset="0"/>
              <a:ea typeface="微软雅黑" panose="020B0503020204020204" charset="-122"/>
            </a:endParaRPr>
          </a:p>
        </p:txBody>
      </p:sp>
      <p:pic>
        <p:nvPicPr>
          <p:cNvPr id="3584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1423"/>
            <a:ext cx="4998156" cy="358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pic>
        <p:nvPicPr>
          <p:cNvPr id="2" name="图片 1"/>
          <p:cNvPicPr>
            <a:picLocks noChangeAspect="1"/>
          </p:cNvPicPr>
          <p:nvPr/>
        </p:nvPicPr>
        <p:blipFill>
          <a:blip r:embed="rId1"/>
          <a:stretch>
            <a:fillRect/>
          </a:stretch>
        </p:blipFill>
        <p:spPr>
          <a:xfrm>
            <a:off x="424815" y="675640"/>
            <a:ext cx="8294370" cy="455168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2C1AD398-3F62-4EC2-9308-65F899E6DB1A}" type="slidenum">
              <a:rPr lang="zh-CN" altLang="en-US" smtClean="0"/>
            </a:fld>
            <a:r>
              <a:rPr lang="en-US" altLang="zh-CN"/>
              <a:t> of 109 </a:t>
            </a:r>
            <a:endParaRPr lang="en-US" altLang="zh-CN"/>
          </a:p>
        </p:txBody>
      </p:sp>
      <p:sp>
        <p:nvSpPr>
          <p:cNvPr id="3" name="灯片编号占位符 3"/>
          <p:cNvSpPr txBox="1"/>
          <p:nvPr/>
        </p:nvSpPr>
        <p:spPr bwMode="auto">
          <a:xfrm>
            <a:off x="8143876" y="6572250"/>
            <a:ext cx="211328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defPPr>
              <a:defRPr lang="zh-CN"/>
            </a:defPPr>
            <a:lvl1pPr marL="0" algn="r" defTabSz="914400" rtl="0" eaLnBrk="1" latinLnBrk="0" hangingPunct="1">
              <a:defRPr sz="1245" b="1" kern="1200">
                <a:solidFill>
                  <a:schemeClr val="bg1"/>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AED4A05-51A6-4DED-BDC4-7797BB4F17BC}" type="slidenum">
              <a:rPr lang="zh-CN" altLang="en-US" smtClean="0"/>
            </a:fld>
            <a:r>
              <a:rPr lang="en-US" altLang="zh-CN"/>
              <a:t> of 109 </a:t>
            </a:r>
            <a:endParaRPr lang="en-US" altLang="zh-CN"/>
          </a:p>
        </p:txBody>
      </p:sp>
      <p:sp>
        <p:nvSpPr>
          <p:cNvPr id="4" name="Rectangle 2"/>
          <p:cNvSpPr txBox="1">
            <a:spLocks noChangeArrowheads="1"/>
          </p:cNvSpPr>
          <p:nvPr/>
        </p:nvSpPr>
        <p:spPr>
          <a:xfrm>
            <a:off x="782639" y="663575"/>
            <a:ext cx="7634442" cy="609600"/>
          </a:xfrm>
          <a:prstGeom prst="rect">
            <a:avLst/>
          </a:prstGeom>
        </p:spPr>
        <p:txBody>
          <a:bodyPr/>
          <a:lstStyle>
            <a:lvl1pPr algn="ctr" rtl="0" eaLnBrk="0" fontAlgn="base" hangingPunct="0">
              <a:spcBef>
                <a:spcPct val="0"/>
              </a:spcBef>
              <a:spcAft>
                <a:spcPct val="0"/>
              </a:spcAft>
              <a:defRPr sz="3555" b="1" kern="1200">
                <a:solidFill>
                  <a:schemeClr val="tx1"/>
                </a:solidFill>
                <a:latin typeface="+mj-lt"/>
                <a:ea typeface="+mj-ea"/>
                <a:cs typeface="+mj-cs"/>
              </a:defRPr>
            </a:lvl1pPr>
            <a:lvl2pPr algn="ctr" rtl="0" eaLnBrk="0" fontAlgn="base" hangingPunct="0">
              <a:spcBef>
                <a:spcPct val="0"/>
              </a:spcBef>
              <a:spcAft>
                <a:spcPct val="0"/>
              </a:spcAft>
              <a:defRPr sz="3555" b="1">
                <a:solidFill>
                  <a:schemeClr val="tx1"/>
                </a:solidFill>
                <a:latin typeface="Times New Roman" panose="02020603050405020304" pitchFamily="18" charset="0"/>
              </a:defRPr>
            </a:lvl2pPr>
            <a:lvl3pPr algn="ctr" rtl="0" eaLnBrk="0" fontAlgn="base" hangingPunct="0">
              <a:spcBef>
                <a:spcPct val="0"/>
              </a:spcBef>
              <a:spcAft>
                <a:spcPct val="0"/>
              </a:spcAft>
              <a:defRPr sz="3555" b="1">
                <a:solidFill>
                  <a:schemeClr val="tx1"/>
                </a:solidFill>
                <a:latin typeface="Times New Roman" panose="02020603050405020304" pitchFamily="18" charset="0"/>
              </a:defRPr>
            </a:lvl3pPr>
            <a:lvl4pPr algn="ctr" rtl="0" eaLnBrk="0" fontAlgn="base" hangingPunct="0">
              <a:spcBef>
                <a:spcPct val="0"/>
              </a:spcBef>
              <a:spcAft>
                <a:spcPct val="0"/>
              </a:spcAft>
              <a:defRPr sz="3555" b="1">
                <a:solidFill>
                  <a:schemeClr val="tx1"/>
                </a:solidFill>
                <a:latin typeface="Times New Roman" panose="02020603050405020304" pitchFamily="18" charset="0"/>
              </a:defRPr>
            </a:lvl4pPr>
            <a:lvl5pPr algn="ctr" rtl="0" eaLnBrk="0" fontAlgn="base" hangingPunct="0">
              <a:spcBef>
                <a:spcPct val="0"/>
              </a:spcBef>
              <a:spcAft>
                <a:spcPct val="0"/>
              </a:spcAft>
              <a:defRPr sz="3555" b="1">
                <a:solidFill>
                  <a:schemeClr val="tx1"/>
                </a:solidFill>
                <a:latin typeface="Times New Roman" panose="02020603050405020304" pitchFamily="18" charset="0"/>
              </a:defRPr>
            </a:lvl5pPr>
            <a:lvl6pPr marL="406400" algn="ctr" rtl="0" eaLnBrk="0" fontAlgn="base" hangingPunct="0">
              <a:spcBef>
                <a:spcPct val="0"/>
              </a:spcBef>
              <a:spcAft>
                <a:spcPct val="0"/>
              </a:spcAft>
              <a:defRPr sz="3555" b="1">
                <a:solidFill>
                  <a:schemeClr val="tx1"/>
                </a:solidFill>
                <a:latin typeface="Times New Roman" panose="02020603050405020304" pitchFamily="18" charset="0"/>
              </a:defRPr>
            </a:lvl6pPr>
            <a:lvl7pPr marL="812800" algn="ctr" rtl="0" eaLnBrk="0" fontAlgn="base" hangingPunct="0">
              <a:spcBef>
                <a:spcPct val="0"/>
              </a:spcBef>
              <a:spcAft>
                <a:spcPct val="0"/>
              </a:spcAft>
              <a:defRPr sz="3555" b="1">
                <a:solidFill>
                  <a:schemeClr val="tx1"/>
                </a:solidFill>
                <a:latin typeface="Times New Roman" panose="02020603050405020304" pitchFamily="18" charset="0"/>
              </a:defRPr>
            </a:lvl7pPr>
            <a:lvl8pPr marL="1219200" algn="ctr" rtl="0" eaLnBrk="0" fontAlgn="base" hangingPunct="0">
              <a:spcBef>
                <a:spcPct val="0"/>
              </a:spcBef>
              <a:spcAft>
                <a:spcPct val="0"/>
              </a:spcAft>
              <a:defRPr sz="3555" b="1">
                <a:solidFill>
                  <a:schemeClr val="tx1"/>
                </a:solidFill>
                <a:latin typeface="Times New Roman" panose="02020603050405020304" pitchFamily="18" charset="0"/>
              </a:defRPr>
            </a:lvl8pPr>
            <a:lvl9pPr marL="1625600" algn="ctr" rtl="0" eaLnBrk="0" fontAlgn="base" hangingPunct="0">
              <a:spcBef>
                <a:spcPct val="0"/>
              </a:spcBef>
              <a:spcAft>
                <a:spcPct val="0"/>
              </a:spcAft>
              <a:defRPr sz="3555" b="1">
                <a:solidFill>
                  <a:schemeClr val="tx1"/>
                </a:solidFill>
                <a:latin typeface="Times New Roman" panose="02020603050405020304" pitchFamily="18" charset="0"/>
              </a:defRPr>
            </a:lvl9pPr>
          </a:lstStyle>
          <a:p>
            <a:pPr algn="l"/>
            <a:r>
              <a:rPr lang="en-US" altLang="zh-CN" sz="3200" dirty="0">
                <a:ea typeface="微软雅黑" panose="020B0503020204020204" charset="-122"/>
              </a:rPr>
              <a:t>4.2.2.4 </a:t>
            </a:r>
            <a:r>
              <a:rPr lang="zh-CN" altLang="en-US" sz="3200" dirty="0">
                <a:ea typeface="微软雅黑" panose="020B0503020204020204" charset="-122"/>
              </a:rPr>
              <a:t>基体金属对镀层的影响</a:t>
            </a:r>
            <a:endParaRPr lang="zh-CN" altLang="en-US" sz="3200" dirty="0">
              <a:ea typeface="微软雅黑" panose="020B0503020204020204" charset="-122"/>
            </a:endParaRPr>
          </a:p>
        </p:txBody>
      </p:sp>
      <p:sp>
        <p:nvSpPr>
          <p:cNvPr id="5" name="Rectangle 3"/>
          <p:cNvSpPr txBox="1">
            <a:spLocks noChangeArrowheads="1"/>
          </p:cNvSpPr>
          <p:nvPr/>
        </p:nvSpPr>
        <p:spPr>
          <a:xfrm>
            <a:off x="96985" y="1676400"/>
            <a:ext cx="8908473" cy="3262313"/>
          </a:xfrm>
          <a:prstGeom prst="rect">
            <a:avLst/>
          </a:prstGeom>
        </p:spPr>
        <p:txBody>
          <a:bodyPr/>
          <a:lstStyle>
            <a:lvl1pPr marL="304800" indent="-304800" algn="l" rtl="0" eaLnBrk="0" fontAlgn="base" hangingPunct="0">
              <a:spcBef>
                <a:spcPct val="20000"/>
              </a:spcBef>
              <a:spcAft>
                <a:spcPct val="0"/>
              </a:spcAft>
              <a:buChar char="•"/>
              <a:defRPr sz="2135" kern="1200">
                <a:solidFill>
                  <a:schemeClr val="tx1"/>
                </a:solidFill>
                <a:latin typeface="+mn-lt"/>
                <a:ea typeface="+mn-ea"/>
                <a:cs typeface="+mn-cs"/>
              </a:defRPr>
            </a:lvl1pPr>
            <a:lvl2pPr marL="660400" indent="-254000" algn="l" rtl="0" eaLnBrk="0" fontAlgn="base" hangingPunct="0">
              <a:spcBef>
                <a:spcPct val="20000"/>
              </a:spcBef>
              <a:spcAft>
                <a:spcPct val="0"/>
              </a:spcAft>
              <a:buChar char="–"/>
              <a:defRPr sz="1780" kern="1200">
                <a:solidFill>
                  <a:schemeClr val="tx1"/>
                </a:solidFill>
                <a:latin typeface="+mn-lt"/>
                <a:ea typeface="+mn-ea"/>
                <a:cs typeface="+mn-cs"/>
              </a:defRPr>
            </a:lvl2pPr>
            <a:lvl3pPr marL="1016000" indent="-203200" algn="l" rtl="0" eaLnBrk="0" fontAlgn="base" hangingPunct="0">
              <a:spcBef>
                <a:spcPct val="20000"/>
              </a:spcBef>
              <a:spcAft>
                <a:spcPct val="0"/>
              </a:spcAft>
              <a:buChar char="•"/>
              <a:defRPr kern="1200">
                <a:solidFill>
                  <a:schemeClr val="tx1"/>
                </a:solidFill>
                <a:latin typeface="+mn-lt"/>
                <a:ea typeface="+mn-ea"/>
                <a:cs typeface="+mn-cs"/>
              </a:defRPr>
            </a:lvl3pPr>
            <a:lvl4pPr marL="1422400" indent="-203200" algn="l" rtl="0" eaLnBrk="0" fontAlgn="base" hangingPunct="0">
              <a:spcBef>
                <a:spcPct val="20000"/>
              </a:spcBef>
              <a:spcAft>
                <a:spcPct val="0"/>
              </a:spcAft>
              <a:buChar char="–"/>
              <a:defRPr sz="1420" kern="1200">
                <a:solidFill>
                  <a:schemeClr val="tx1"/>
                </a:solidFill>
                <a:latin typeface="+mn-lt"/>
                <a:ea typeface="+mn-ea"/>
                <a:cs typeface="+mn-cs"/>
              </a:defRPr>
            </a:lvl4pPr>
            <a:lvl5pPr marL="1828800" indent="-203200" algn="l" rtl="0" eaLnBrk="0" fontAlgn="base" hangingPunct="0">
              <a:spcBef>
                <a:spcPct val="20000"/>
              </a:spcBef>
              <a:spcAft>
                <a:spcPct val="0"/>
              </a:spcAft>
              <a:buChar char="»"/>
              <a:defRPr sz="1420" kern="1200">
                <a:solidFill>
                  <a:schemeClr val="tx1"/>
                </a:solidFill>
                <a:latin typeface="+mn-lt"/>
                <a:ea typeface="+mn-ea"/>
                <a:cs typeface="+mn-cs"/>
              </a:defRPr>
            </a:lvl5pPr>
            <a:lvl6pPr marL="22352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6pPr>
            <a:lvl7pPr marL="26416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7pPr>
            <a:lvl8pPr marL="30480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8pPr>
            <a:lvl9pPr marL="34544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9pPr>
          </a:lstStyle>
          <a:p>
            <a:pPr algn="just">
              <a:lnSpc>
                <a:spcPct val="150000"/>
              </a:lnSpc>
              <a:buFontTx/>
              <a:buNone/>
            </a:pPr>
            <a:r>
              <a:rPr lang="zh-CN" altLang="en-US" sz="2400" b="1" dirty="0">
                <a:ea typeface="微软雅黑" panose="020B0503020204020204" charset="-122"/>
              </a:rPr>
              <a:t>（1）基体金属上的油污或氧化膜没清除干净，影响镀层结合力。</a:t>
            </a:r>
            <a:endParaRPr lang="zh-CN" altLang="en-US" sz="2400" b="1" dirty="0">
              <a:ea typeface="微软雅黑" panose="020B0503020204020204" charset="-122"/>
            </a:endParaRPr>
          </a:p>
          <a:p>
            <a:pPr algn="just">
              <a:lnSpc>
                <a:spcPct val="150000"/>
              </a:lnSpc>
              <a:buFontTx/>
              <a:buNone/>
            </a:pPr>
            <a:r>
              <a:rPr lang="zh-CN" altLang="en-US" sz="2400" b="1" dirty="0">
                <a:ea typeface="微软雅黑" panose="020B0503020204020204" charset="-122"/>
              </a:rPr>
              <a:t>（2）镀件表面过于粗糙、多孔、有裂纹，镀层亦粗糙。</a:t>
            </a:r>
            <a:endParaRPr lang="zh-CN" altLang="en-US" sz="2400" b="1" dirty="0">
              <a:ea typeface="微软雅黑" panose="020B0503020204020204" charset="-122"/>
            </a:endParaRPr>
          </a:p>
          <a:p>
            <a:pPr algn="just">
              <a:lnSpc>
                <a:spcPct val="150000"/>
              </a:lnSpc>
              <a:buFontTx/>
              <a:buNone/>
            </a:pPr>
            <a:r>
              <a:rPr lang="zh-CN" altLang="en-US" sz="2400" b="1" dirty="0">
                <a:ea typeface="微软雅黑" panose="020B0503020204020204" charset="-122"/>
              </a:rPr>
              <a:t>（3）在气孔、裂纹区会产生黑色斑点，或鼓泡、剥落现象。</a:t>
            </a:r>
            <a:endParaRPr lang="zh-CN" altLang="en-US" sz="2400" b="1" dirty="0">
              <a:ea typeface="微软雅黑" panose="020B0503020204020204" charset="-122"/>
            </a:endParaRPr>
          </a:p>
          <a:p>
            <a:pPr algn="just">
              <a:lnSpc>
                <a:spcPct val="150000"/>
              </a:lnSpc>
              <a:buFontTx/>
              <a:buNone/>
            </a:pPr>
            <a:r>
              <a:rPr lang="zh-CN" altLang="en-US" sz="2400" b="1" dirty="0">
                <a:ea typeface="微软雅黑" panose="020B0503020204020204" charset="-122"/>
              </a:rPr>
              <a:t>（4）铸铁表面的石墨有降低氢过电位的作用，H</a:t>
            </a:r>
            <a:r>
              <a:rPr lang="zh-CN" altLang="en-US" sz="2400" b="1" baseline="-25000" dirty="0">
                <a:ea typeface="微软雅黑" panose="020B0503020204020204" charset="-122"/>
              </a:rPr>
              <a:t>2</a:t>
            </a:r>
            <a:r>
              <a:rPr lang="zh-CN" altLang="en-US" sz="2400" b="1" dirty="0">
                <a:ea typeface="微软雅黑" panose="020B0503020204020204" charset="-122"/>
              </a:rPr>
              <a:t>易于在石墨位置析出，阻碍金属沉积。</a:t>
            </a:r>
            <a:endParaRPr lang="zh-CN" altLang="en-US" sz="2400" b="1" dirty="0">
              <a:ea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2C1AD398-3F62-4EC2-9308-65F899E6DB1A}" type="slidenum">
              <a:rPr lang="zh-CN" altLang="en-US" smtClean="0"/>
            </a:fld>
            <a:r>
              <a:rPr lang="en-US" altLang="zh-CN"/>
              <a:t> of 109 </a:t>
            </a:r>
            <a:endParaRPr lang="en-US" altLang="zh-CN"/>
          </a:p>
        </p:txBody>
      </p:sp>
      <p:sp>
        <p:nvSpPr>
          <p:cNvPr id="3" name="Rectangle 2"/>
          <p:cNvSpPr txBox="1">
            <a:spLocks noChangeArrowheads="1"/>
          </p:cNvSpPr>
          <p:nvPr/>
        </p:nvSpPr>
        <p:spPr>
          <a:xfrm>
            <a:off x="889111" y="152400"/>
            <a:ext cx="7772400" cy="685800"/>
          </a:xfrm>
          <a:prstGeom prst="rect">
            <a:avLst/>
          </a:prstGeom>
        </p:spPr>
        <p:txBody>
          <a:bodyPr/>
          <a:lstStyle>
            <a:lvl1pPr algn="ctr" rtl="0" eaLnBrk="0" fontAlgn="base" hangingPunct="0">
              <a:spcBef>
                <a:spcPct val="0"/>
              </a:spcBef>
              <a:spcAft>
                <a:spcPct val="0"/>
              </a:spcAft>
              <a:defRPr sz="3555" b="1" kern="1200">
                <a:solidFill>
                  <a:schemeClr val="tx1"/>
                </a:solidFill>
                <a:latin typeface="+mj-lt"/>
                <a:ea typeface="+mj-ea"/>
                <a:cs typeface="+mj-cs"/>
              </a:defRPr>
            </a:lvl1pPr>
            <a:lvl2pPr algn="ctr" rtl="0" eaLnBrk="0" fontAlgn="base" hangingPunct="0">
              <a:spcBef>
                <a:spcPct val="0"/>
              </a:spcBef>
              <a:spcAft>
                <a:spcPct val="0"/>
              </a:spcAft>
              <a:defRPr sz="3555" b="1">
                <a:solidFill>
                  <a:schemeClr val="tx1"/>
                </a:solidFill>
                <a:latin typeface="Times New Roman" panose="02020603050405020304" pitchFamily="18" charset="0"/>
              </a:defRPr>
            </a:lvl2pPr>
            <a:lvl3pPr algn="ctr" rtl="0" eaLnBrk="0" fontAlgn="base" hangingPunct="0">
              <a:spcBef>
                <a:spcPct val="0"/>
              </a:spcBef>
              <a:spcAft>
                <a:spcPct val="0"/>
              </a:spcAft>
              <a:defRPr sz="3555" b="1">
                <a:solidFill>
                  <a:schemeClr val="tx1"/>
                </a:solidFill>
                <a:latin typeface="Times New Roman" panose="02020603050405020304" pitchFamily="18" charset="0"/>
              </a:defRPr>
            </a:lvl3pPr>
            <a:lvl4pPr algn="ctr" rtl="0" eaLnBrk="0" fontAlgn="base" hangingPunct="0">
              <a:spcBef>
                <a:spcPct val="0"/>
              </a:spcBef>
              <a:spcAft>
                <a:spcPct val="0"/>
              </a:spcAft>
              <a:defRPr sz="3555" b="1">
                <a:solidFill>
                  <a:schemeClr val="tx1"/>
                </a:solidFill>
                <a:latin typeface="Times New Roman" panose="02020603050405020304" pitchFamily="18" charset="0"/>
              </a:defRPr>
            </a:lvl4pPr>
            <a:lvl5pPr algn="ctr" rtl="0" eaLnBrk="0" fontAlgn="base" hangingPunct="0">
              <a:spcBef>
                <a:spcPct val="0"/>
              </a:spcBef>
              <a:spcAft>
                <a:spcPct val="0"/>
              </a:spcAft>
              <a:defRPr sz="3555" b="1">
                <a:solidFill>
                  <a:schemeClr val="tx1"/>
                </a:solidFill>
                <a:latin typeface="Times New Roman" panose="02020603050405020304" pitchFamily="18" charset="0"/>
              </a:defRPr>
            </a:lvl5pPr>
            <a:lvl6pPr marL="406400" algn="ctr" rtl="0" eaLnBrk="0" fontAlgn="base" hangingPunct="0">
              <a:spcBef>
                <a:spcPct val="0"/>
              </a:spcBef>
              <a:spcAft>
                <a:spcPct val="0"/>
              </a:spcAft>
              <a:defRPr sz="3555" b="1">
                <a:solidFill>
                  <a:schemeClr val="tx1"/>
                </a:solidFill>
                <a:latin typeface="Times New Roman" panose="02020603050405020304" pitchFamily="18" charset="0"/>
              </a:defRPr>
            </a:lvl6pPr>
            <a:lvl7pPr marL="812800" algn="ctr" rtl="0" eaLnBrk="0" fontAlgn="base" hangingPunct="0">
              <a:spcBef>
                <a:spcPct val="0"/>
              </a:spcBef>
              <a:spcAft>
                <a:spcPct val="0"/>
              </a:spcAft>
              <a:defRPr sz="3555" b="1">
                <a:solidFill>
                  <a:schemeClr val="tx1"/>
                </a:solidFill>
                <a:latin typeface="Times New Roman" panose="02020603050405020304" pitchFamily="18" charset="0"/>
              </a:defRPr>
            </a:lvl7pPr>
            <a:lvl8pPr marL="1219200" algn="ctr" rtl="0" eaLnBrk="0" fontAlgn="base" hangingPunct="0">
              <a:spcBef>
                <a:spcPct val="0"/>
              </a:spcBef>
              <a:spcAft>
                <a:spcPct val="0"/>
              </a:spcAft>
              <a:defRPr sz="3555" b="1">
                <a:solidFill>
                  <a:schemeClr val="tx1"/>
                </a:solidFill>
                <a:latin typeface="Times New Roman" panose="02020603050405020304" pitchFamily="18" charset="0"/>
              </a:defRPr>
            </a:lvl8pPr>
            <a:lvl9pPr marL="1625600" algn="ctr" rtl="0" eaLnBrk="0" fontAlgn="base" hangingPunct="0">
              <a:spcBef>
                <a:spcPct val="0"/>
              </a:spcBef>
              <a:spcAft>
                <a:spcPct val="0"/>
              </a:spcAft>
              <a:defRPr sz="3555" b="1">
                <a:solidFill>
                  <a:schemeClr val="tx1"/>
                </a:solidFill>
                <a:latin typeface="Times New Roman" panose="02020603050405020304" pitchFamily="18" charset="0"/>
              </a:defRPr>
            </a:lvl9pPr>
          </a:lstStyle>
          <a:p>
            <a:pPr eaLnBrk="1" hangingPunct="1"/>
            <a:r>
              <a:rPr lang="en-US" altLang="zh-CN" sz="3600" dirty="0"/>
              <a:t>4.2.3  </a:t>
            </a:r>
            <a:r>
              <a:rPr lang="zh-CN" altLang="en-US" sz="3600" dirty="0"/>
              <a:t>电镀生产工艺</a:t>
            </a:r>
            <a:endParaRPr lang="zh-CN" altLang="en-US" sz="3600" dirty="0"/>
          </a:p>
        </p:txBody>
      </p:sp>
      <p:sp>
        <p:nvSpPr>
          <p:cNvPr id="4" name="Rectangle 3"/>
          <p:cNvSpPr txBox="1">
            <a:spLocks noChangeArrowheads="1"/>
          </p:cNvSpPr>
          <p:nvPr/>
        </p:nvSpPr>
        <p:spPr>
          <a:xfrm>
            <a:off x="499221" y="838200"/>
            <a:ext cx="8534400" cy="5715000"/>
          </a:xfrm>
          <a:prstGeom prst="rect">
            <a:avLst/>
          </a:prstGeom>
        </p:spPr>
        <p:txBody>
          <a:bodyPr/>
          <a:lstStyle>
            <a:lvl1pPr marL="304800" indent="-304800" algn="l" rtl="0" eaLnBrk="0" fontAlgn="base" hangingPunct="0">
              <a:spcBef>
                <a:spcPct val="20000"/>
              </a:spcBef>
              <a:spcAft>
                <a:spcPct val="0"/>
              </a:spcAft>
              <a:buChar char="•"/>
              <a:defRPr sz="2135" kern="1200">
                <a:solidFill>
                  <a:schemeClr val="tx1"/>
                </a:solidFill>
                <a:latin typeface="+mn-lt"/>
                <a:ea typeface="+mn-ea"/>
                <a:cs typeface="+mn-cs"/>
              </a:defRPr>
            </a:lvl1pPr>
            <a:lvl2pPr marL="660400" indent="-254000" algn="l" rtl="0" eaLnBrk="0" fontAlgn="base" hangingPunct="0">
              <a:spcBef>
                <a:spcPct val="20000"/>
              </a:spcBef>
              <a:spcAft>
                <a:spcPct val="0"/>
              </a:spcAft>
              <a:buChar char="–"/>
              <a:defRPr sz="1780" kern="1200">
                <a:solidFill>
                  <a:schemeClr val="tx1"/>
                </a:solidFill>
                <a:latin typeface="+mn-lt"/>
                <a:ea typeface="+mn-ea"/>
                <a:cs typeface="+mn-cs"/>
              </a:defRPr>
            </a:lvl2pPr>
            <a:lvl3pPr marL="1016000" indent="-203200" algn="l" rtl="0" eaLnBrk="0" fontAlgn="base" hangingPunct="0">
              <a:spcBef>
                <a:spcPct val="20000"/>
              </a:spcBef>
              <a:spcAft>
                <a:spcPct val="0"/>
              </a:spcAft>
              <a:buChar char="•"/>
              <a:defRPr kern="1200">
                <a:solidFill>
                  <a:schemeClr val="tx1"/>
                </a:solidFill>
                <a:latin typeface="+mn-lt"/>
                <a:ea typeface="+mn-ea"/>
                <a:cs typeface="+mn-cs"/>
              </a:defRPr>
            </a:lvl3pPr>
            <a:lvl4pPr marL="1422400" indent="-203200" algn="l" rtl="0" eaLnBrk="0" fontAlgn="base" hangingPunct="0">
              <a:spcBef>
                <a:spcPct val="20000"/>
              </a:spcBef>
              <a:spcAft>
                <a:spcPct val="0"/>
              </a:spcAft>
              <a:buChar char="–"/>
              <a:defRPr sz="1420" kern="1200">
                <a:solidFill>
                  <a:schemeClr val="tx1"/>
                </a:solidFill>
                <a:latin typeface="+mn-lt"/>
                <a:ea typeface="+mn-ea"/>
                <a:cs typeface="+mn-cs"/>
              </a:defRPr>
            </a:lvl4pPr>
            <a:lvl5pPr marL="1828800" indent="-203200" algn="l" rtl="0" eaLnBrk="0" fontAlgn="base" hangingPunct="0">
              <a:spcBef>
                <a:spcPct val="20000"/>
              </a:spcBef>
              <a:spcAft>
                <a:spcPct val="0"/>
              </a:spcAft>
              <a:buChar char="»"/>
              <a:defRPr sz="1420" kern="1200">
                <a:solidFill>
                  <a:schemeClr val="tx1"/>
                </a:solidFill>
                <a:latin typeface="+mn-lt"/>
                <a:ea typeface="+mn-ea"/>
                <a:cs typeface="+mn-cs"/>
              </a:defRPr>
            </a:lvl5pPr>
            <a:lvl6pPr marL="22352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6pPr>
            <a:lvl7pPr marL="26416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7pPr>
            <a:lvl8pPr marL="30480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8pPr>
            <a:lvl9pPr marL="34544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9pPr>
          </a:lstStyle>
          <a:p>
            <a:pPr algn="just" eaLnBrk="1" hangingPunct="1">
              <a:lnSpc>
                <a:spcPct val="90000"/>
              </a:lnSpc>
              <a:buFontTx/>
              <a:buNone/>
            </a:pPr>
            <a:r>
              <a:rPr lang="en-US" altLang="zh-CN" sz="2400" dirty="0">
                <a:latin typeface="Arial" panose="020B0604020202020204" pitchFamily="34" charset="0"/>
                <a:ea typeface="微软雅黑" panose="020B0503020204020204" charset="-122"/>
              </a:rPr>
              <a:t>             </a:t>
            </a:r>
            <a:r>
              <a:rPr lang="zh-CN" altLang="en-US" sz="2800" b="1" dirty="0">
                <a:latin typeface="Arial" panose="020B0604020202020204" pitchFamily="34" charset="0"/>
                <a:ea typeface="微软雅黑" panose="020B0503020204020204" charset="-122"/>
              </a:rPr>
              <a:t>电镀生产工艺流程一般包括</a:t>
            </a:r>
            <a:r>
              <a:rPr lang="zh-CN" altLang="en-US" sz="2800" b="1" dirty="0">
                <a:solidFill>
                  <a:srgbClr val="FF0000"/>
                </a:solidFill>
                <a:latin typeface="Arial" panose="020B0604020202020204" pitchFamily="34" charset="0"/>
                <a:ea typeface="微软雅黑" panose="020B0503020204020204" charset="-122"/>
              </a:rPr>
              <a:t>镀前处理</a:t>
            </a:r>
            <a:r>
              <a:rPr lang="zh-CN" altLang="en-US" sz="2800" b="1" dirty="0">
                <a:latin typeface="Arial" panose="020B0604020202020204" pitchFamily="34" charset="0"/>
                <a:ea typeface="微软雅黑" panose="020B0503020204020204" charset="-122"/>
              </a:rPr>
              <a:t>、</a:t>
            </a:r>
            <a:r>
              <a:rPr lang="zh-CN" altLang="en-US" sz="2800" b="1" dirty="0">
                <a:solidFill>
                  <a:srgbClr val="FF0000"/>
                </a:solidFill>
                <a:latin typeface="Arial" panose="020B0604020202020204" pitchFamily="34" charset="0"/>
                <a:ea typeface="微软雅黑" panose="020B0503020204020204" charset="-122"/>
              </a:rPr>
              <a:t>电镀</a:t>
            </a:r>
            <a:r>
              <a:rPr lang="zh-CN" altLang="en-US" sz="2800" b="1" dirty="0">
                <a:latin typeface="Arial" panose="020B0604020202020204" pitchFamily="34" charset="0"/>
                <a:ea typeface="微软雅黑" panose="020B0503020204020204" charset="-122"/>
              </a:rPr>
              <a:t>和</a:t>
            </a:r>
            <a:r>
              <a:rPr lang="zh-CN" altLang="en-US" sz="2800" b="1" dirty="0">
                <a:solidFill>
                  <a:srgbClr val="FF0000"/>
                </a:solidFill>
                <a:latin typeface="Arial" panose="020B0604020202020204" pitchFamily="34" charset="0"/>
                <a:ea typeface="微软雅黑" panose="020B0503020204020204" charset="-122"/>
              </a:rPr>
              <a:t>镀后处理</a:t>
            </a:r>
            <a:r>
              <a:rPr lang="zh-CN" altLang="en-US" sz="2800" b="1" dirty="0">
                <a:latin typeface="Arial" panose="020B0604020202020204" pitchFamily="34" charset="0"/>
                <a:ea typeface="微软雅黑" panose="020B0503020204020204" charset="-122"/>
              </a:rPr>
              <a:t>三大步。 </a:t>
            </a:r>
            <a:endParaRPr lang="zh-CN" altLang="en-US" sz="2800" b="1" dirty="0">
              <a:latin typeface="Arial" panose="020B0604020202020204" pitchFamily="34" charset="0"/>
              <a:ea typeface="微软雅黑" panose="020B0503020204020204" charset="-122"/>
            </a:endParaRPr>
          </a:p>
          <a:p>
            <a:pPr algn="just" eaLnBrk="1" hangingPunct="1">
              <a:lnSpc>
                <a:spcPct val="90000"/>
              </a:lnSpc>
              <a:buFontTx/>
              <a:buNone/>
            </a:pPr>
            <a:r>
              <a:rPr lang="zh-CN" altLang="en-US" sz="2800" b="1" dirty="0">
                <a:latin typeface="Arial" panose="020B0604020202020204" pitchFamily="34" charset="0"/>
                <a:ea typeface="微软雅黑" panose="020B0503020204020204" charset="-122"/>
              </a:rPr>
              <a:t>     </a:t>
            </a:r>
            <a:endParaRPr lang="en-US" altLang="zh-CN" sz="2800" b="1" dirty="0">
              <a:latin typeface="Arial" panose="020B0604020202020204" pitchFamily="34" charset="0"/>
              <a:ea typeface="微软雅黑" panose="020B0503020204020204" charset="-122"/>
            </a:endParaRPr>
          </a:p>
        </p:txBody>
      </p:sp>
      <p:pic>
        <p:nvPicPr>
          <p:cNvPr id="5" name="图片 4"/>
          <p:cNvPicPr>
            <a:picLocks noChangeAspect="1"/>
          </p:cNvPicPr>
          <p:nvPr/>
        </p:nvPicPr>
        <p:blipFill>
          <a:blip r:embed="rId1"/>
          <a:stretch>
            <a:fillRect/>
          </a:stretch>
        </p:blipFill>
        <p:spPr>
          <a:xfrm>
            <a:off x="1936750" y="1959610"/>
            <a:ext cx="6010275" cy="39497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0"/>
          </p:nvPr>
        </p:nvSpPr>
        <p:spPr/>
        <p:txBody>
          <a:bodyPr/>
          <a:p>
            <a:fld id="{2C1AD398-3F62-4EC2-9308-65F899E6DB1A}" type="slidenum">
              <a:rPr lang="zh-CN" altLang="en-US"/>
            </a:fld>
            <a:r>
              <a:rPr lang="en-US" altLang="zh-CN"/>
              <a:t> of 109 </a:t>
            </a:r>
            <a:endParaRPr lang="en-US" altLang="zh-CN"/>
          </a:p>
        </p:txBody>
      </p:sp>
      <p:sp>
        <p:nvSpPr>
          <p:cNvPr id="3" name="文本框 2"/>
          <p:cNvSpPr txBox="1"/>
          <p:nvPr/>
        </p:nvSpPr>
        <p:spPr>
          <a:xfrm>
            <a:off x="1078230" y="795655"/>
            <a:ext cx="7261225" cy="4739005"/>
          </a:xfrm>
          <a:prstGeom prst="rect">
            <a:avLst/>
          </a:prstGeom>
          <a:noFill/>
        </p:spPr>
        <p:txBody>
          <a:bodyPr wrap="square" rtlCol="0" anchor="t">
            <a:spAutoFit/>
          </a:bodyPr>
          <a:p>
            <a:pPr algn="just" eaLnBrk="1" hangingPunct="1">
              <a:lnSpc>
                <a:spcPct val="90000"/>
              </a:lnSpc>
              <a:buFontTx/>
              <a:buNone/>
            </a:pPr>
            <a:r>
              <a:rPr lang="zh-CN" altLang="en-US" sz="2800" b="1" dirty="0">
                <a:latin typeface="Arial" panose="020B0604020202020204" pitchFamily="34" charset="0"/>
                <a:ea typeface="微软雅黑" panose="020B0503020204020204" charset="-122"/>
                <a:sym typeface="+mn-ea"/>
              </a:rPr>
              <a:t> </a:t>
            </a:r>
            <a:r>
              <a:rPr lang="zh-CN" altLang="en-US" sz="2800" b="1" dirty="0">
                <a:solidFill>
                  <a:srgbClr val="FF0000"/>
                </a:solidFill>
                <a:latin typeface="Arial" panose="020B0604020202020204" pitchFamily="34" charset="0"/>
                <a:ea typeface="微软雅黑" panose="020B0503020204020204" charset="-122"/>
                <a:sym typeface="+mn-ea"/>
              </a:rPr>
              <a:t>镀前处理</a:t>
            </a:r>
            <a:r>
              <a:rPr lang="en-US" altLang="zh-CN" sz="2800" b="1" dirty="0">
                <a:latin typeface="Arial" panose="020B0604020202020204" pitchFamily="34" charset="0"/>
                <a:ea typeface="微软雅黑" panose="020B0503020204020204" charset="-122"/>
                <a:sym typeface="+mn-ea"/>
              </a:rPr>
              <a:t>:</a:t>
            </a:r>
            <a:r>
              <a:rPr lang="zh-CN" altLang="en-US" sz="2800" b="1" dirty="0">
                <a:latin typeface="Arial" panose="020B0604020202020204" pitchFamily="34" charset="0"/>
                <a:ea typeface="微软雅黑" panose="020B0503020204020204" charset="-122"/>
                <a:sym typeface="+mn-ea"/>
              </a:rPr>
              <a:t>是获得良好镀层的前提。</a:t>
            </a:r>
            <a:r>
              <a:rPr lang="zh-CN" altLang="en-US" sz="2800" b="1" dirty="0">
                <a:solidFill>
                  <a:srgbClr val="FF3300"/>
                </a:solidFill>
                <a:latin typeface="Arial" panose="020B0604020202020204" pitchFamily="34" charset="0"/>
                <a:ea typeface="微软雅黑" panose="020B0503020204020204" charset="-122"/>
                <a:sym typeface="+mn-ea"/>
              </a:rPr>
              <a:t>镀前处理一般包括机械加工、酸洗、除油等步骤</a:t>
            </a:r>
            <a:r>
              <a:rPr lang="en-US" altLang="zh-CN" sz="2800" b="1" dirty="0">
                <a:latin typeface="Arial" panose="020B0604020202020204" pitchFamily="34" charset="0"/>
                <a:ea typeface="微软雅黑" panose="020B0503020204020204" charset="-122"/>
                <a:sym typeface="+mn-ea"/>
              </a:rPr>
              <a:t>.</a:t>
            </a:r>
            <a:r>
              <a:rPr lang="zh-CN" altLang="en-US" sz="2800" b="1" dirty="0">
                <a:latin typeface="Arial" panose="020B0604020202020204" pitchFamily="34" charset="0"/>
                <a:ea typeface="微软雅黑" panose="020B0503020204020204" charset="-122"/>
                <a:sym typeface="+mn-ea"/>
              </a:rPr>
              <a:t>机械加工是指用机械的方法，，使镀件表面光洁平整</a:t>
            </a:r>
            <a:r>
              <a:rPr lang="en-US" altLang="zh-CN" sz="2800" b="1" dirty="0">
                <a:latin typeface="Arial" panose="020B0604020202020204" pitchFamily="34" charset="0"/>
                <a:ea typeface="微软雅黑" panose="020B0503020204020204" charset="-122"/>
                <a:sym typeface="+mn-ea"/>
              </a:rPr>
              <a:t>,</a:t>
            </a:r>
            <a:r>
              <a:rPr lang="zh-CN" altLang="en-US" sz="2800" b="1" dirty="0">
                <a:latin typeface="Arial" panose="020B0604020202020204" pitchFamily="34" charset="0"/>
                <a:ea typeface="微软雅黑" panose="020B0503020204020204" charset="-122"/>
                <a:sym typeface="+mn-ea"/>
              </a:rPr>
              <a:t>这样可使镀层与整体结合良好。除机械加工抛光外</a:t>
            </a:r>
            <a:r>
              <a:rPr lang="en-US" altLang="zh-CN" sz="2800" b="1" dirty="0">
                <a:latin typeface="Arial" panose="020B0604020202020204" pitchFamily="34" charset="0"/>
                <a:ea typeface="微软雅黑" panose="020B0503020204020204" charset="-122"/>
                <a:sym typeface="+mn-ea"/>
              </a:rPr>
              <a:t>,</a:t>
            </a:r>
            <a:r>
              <a:rPr lang="zh-CN" altLang="en-US" sz="2800" b="1" dirty="0">
                <a:latin typeface="Arial" panose="020B0604020202020204" pitchFamily="34" charset="0"/>
                <a:ea typeface="微软雅黑" panose="020B0503020204020204" charset="-122"/>
                <a:sym typeface="+mn-ea"/>
              </a:rPr>
              <a:t>还可用电解抛光使镀件表面光洁平整。电解抛光是将金属镀件放入腐蚀强度中等、浓度较高的电解液中在较高温度下以较大的电流密度使金属在阳极溶解，这样可除去镀件缺陷，得到一个洁净平整的表面</a:t>
            </a:r>
            <a:r>
              <a:rPr lang="en-US" altLang="zh-CN" sz="2800" b="1" dirty="0">
                <a:latin typeface="Arial" panose="020B0604020202020204" pitchFamily="34" charset="0"/>
                <a:ea typeface="微软雅黑" panose="020B0503020204020204" charset="-122"/>
                <a:sym typeface="+mn-ea"/>
              </a:rPr>
              <a:t>,</a:t>
            </a:r>
            <a:r>
              <a:rPr lang="zh-CN" altLang="en-US" sz="2800" b="1" dirty="0">
                <a:latin typeface="Arial" panose="020B0604020202020204" pitchFamily="34" charset="0"/>
                <a:ea typeface="微软雅黑" panose="020B0503020204020204" charset="-122"/>
                <a:sym typeface="+mn-ea"/>
              </a:rPr>
              <a:t>且镀层与基体有较好的结合力，减少麻坑和空隙</a:t>
            </a:r>
            <a:r>
              <a:rPr lang="en-US" altLang="zh-CN" sz="2800" b="1" dirty="0">
                <a:latin typeface="Arial" panose="020B0604020202020204" pitchFamily="34" charset="0"/>
                <a:ea typeface="微软雅黑" panose="020B0503020204020204" charset="-122"/>
                <a:sym typeface="+mn-ea"/>
              </a:rPr>
              <a:t>.</a:t>
            </a:r>
            <a:r>
              <a:rPr lang="zh-CN" altLang="en-US" sz="2800" b="1" dirty="0">
                <a:latin typeface="Arial" panose="020B0604020202020204" pitchFamily="34" charset="0"/>
                <a:ea typeface="微软雅黑" panose="020B0503020204020204" charset="-122"/>
                <a:sym typeface="+mn-ea"/>
              </a:rPr>
              <a:t>使镀层耐蚀性提高，但电解抛光不能代替机械抛光</a:t>
            </a:r>
            <a:r>
              <a:rPr lang="en-US" altLang="zh-CN" sz="2800" b="1" dirty="0">
                <a:latin typeface="Arial" panose="020B0604020202020204" pitchFamily="34" charset="0"/>
                <a:ea typeface="微软雅黑" panose="020B0503020204020204" charset="-122"/>
                <a:sym typeface="+mn-ea"/>
              </a:rPr>
              <a:t>. </a:t>
            </a:r>
            <a:endParaRPr lang="en-US" altLang="zh-CN" sz="2800" b="1" dirty="0">
              <a:latin typeface="Arial" panose="020B0604020202020204" pitchFamily="34" charset="0"/>
              <a:ea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2C1AD398-3F62-4EC2-9308-65F899E6DB1A}" type="slidenum">
              <a:rPr lang="zh-CN" altLang="en-US" smtClean="0"/>
            </a:fld>
            <a:r>
              <a:rPr lang="en-US" altLang="zh-CN"/>
              <a:t> of 109 </a:t>
            </a:r>
            <a:endParaRPr lang="en-US" altLang="zh-CN"/>
          </a:p>
        </p:txBody>
      </p:sp>
      <p:sp>
        <p:nvSpPr>
          <p:cNvPr id="3" name="Text Box 2"/>
          <p:cNvSpPr txBox="1">
            <a:spLocks noChangeArrowheads="1"/>
          </p:cNvSpPr>
          <p:nvPr/>
        </p:nvSpPr>
        <p:spPr bwMode="auto">
          <a:xfrm>
            <a:off x="815010" y="261974"/>
            <a:ext cx="7772400" cy="5908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lnSpc>
                <a:spcPct val="150000"/>
              </a:lnSpc>
              <a:spcBef>
                <a:spcPct val="50000"/>
              </a:spcBef>
              <a:spcAft>
                <a:spcPct val="0"/>
              </a:spcAft>
              <a:buNone/>
            </a:pPr>
            <a:r>
              <a:rPr lang="en-US" altLang="zh-CN" sz="2800" dirty="0">
                <a:solidFill>
                  <a:srgbClr val="000000"/>
                </a:solidFill>
                <a:latin typeface="Arial" panose="020B0604020202020204" pitchFamily="34" charset="0"/>
                <a:ea typeface="微软雅黑" panose="020B0503020204020204" charset="-122"/>
              </a:rPr>
              <a:t>    </a:t>
            </a:r>
            <a:r>
              <a:rPr lang="zh-CN" altLang="en-US" sz="2800" b="1" dirty="0">
                <a:solidFill>
                  <a:srgbClr val="FF0000"/>
                </a:solidFill>
                <a:latin typeface="Arial" panose="020B0604020202020204" pitchFamily="34" charset="0"/>
                <a:ea typeface="微软雅黑" panose="020B0503020204020204" charset="-122"/>
              </a:rPr>
              <a:t>酸洗</a:t>
            </a:r>
            <a:r>
              <a:rPr lang="zh-CN" altLang="en-US" sz="2800" b="1" dirty="0">
                <a:solidFill>
                  <a:srgbClr val="000000"/>
                </a:solidFill>
                <a:latin typeface="Arial" panose="020B0604020202020204" pitchFamily="34" charset="0"/>
                <a:ea typeface="微软雅黑" panose="020B0503020204020204" charset="-122"/>
              </a:rPr>
              <a:t>的目的是为了除去镀件表面氧化层或其他腐蚀物。常用的酸为盐酸</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用盐酸清洗镀件表面</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除锈能力强且快</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但缺点是易产生酸雾</a:t>
            </a:r>
            <a:r>
              <a:rPr lang="en-US" altLang="zh-CN" sz="2800" b="1" dirty="0">
                <a:solidFill>
                  <a:srgbClr val="000000"/>
                </a:solidFill>
                <a:latin typeface="Arial" panose="020B0604020202020204" pitchFamily="34" charset="0"/>
                <a:ea typeface="微软雅黑" panose="020B0503020204020204" charset="-122"/>
              </a:rPr>
              <a:t>(HCl</a:t>
            </a:r>
            <a:r>
              <a:rPr lang="zh-CN" altLang="en-US" sz="2800" b="1" dirty="0">
                <a:solidFill>
                  <a:srgbClr val="000000"/>
                </a:solidFill>
                <a:latin typeface="Arial" panose="020B0604020202020204" pitchFamily="34" charset="0"/>
                <a:ea typeface="微软雅黑" panose="020B0503020204020204" charset="-122"/>
              </a:rPr>
              <a:t>气体</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对</a:t>
            </a:r>
            <a:r>
              <a:rPr lang="en-US" altLang="zh-CN" sz="2800" b="1" dirty="0" err="1">
                <a:solidFill>
                  <a:srgbClr val="000000"/>
                </a:solidFill>
                <a:latin typeface="Arial" panose="020B0604020202020204" pitchFamily="34" charset="0"/>
                <a:ea typeface="微软雅黑" panose="020B0503020204020204" charset="-122"/>
              </a:rPr>
              <a:t>Al,Ni</a:t>
            </a:r>
            <a:r>
              <a:rPr lang="en-US" altLang="zh-CN" sz="2800" b="1" dirty="0">
                <a:solidFill>
                  <a:srgbClr val="000000"/>
                </a:solidFill>
                <a:latin typeface="Arial" panose="020B0604020202020204" pitchFamily="34" charset="0"/>
                <a:ea typeface="微软雅黑" panose="020B0503020204020204" charset="-122"/>
              </a:rPr>
              <a:t>, Fe</a:t>
            </a:r>
            <a:r>
              <a:rPr lang="zh-CN" altLang="en-US" sz="2800" b="1" dirty="0">
                <a:solidFill>
                  <a:srgbClr val="000000"/>
                </a:solidFill>
                <a:latin typeface="Arial" panose="020B0604020202020204" pitchFamily="34" charset="0"/>
                <a:ea typeface="微软雅黑" panose="020B0503020204020204" charset="-122"/>
              </a:rPr>
              <a:t>合金易发生局部腐蚀</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不适用。改进的措施是使用加入表面活性剂的低温盐酸</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除钢铁外的金属或合金亦可考虑用硫酸、乙酸及其混合酸来机械酸洗。需要说明的是</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对于氰化电镀</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为防止酸带入镀液中</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酸洗后还需进行中和处理</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以避免氰化物的酸解</a:t>
            </a:r>
            <a:r>
              <a:rPr lang="en-US" altLang="zh-CN" sz="2800" b="1" dirty="0">
                <a:solidFill>
                  <a:srgbClr val="000000"/>
                </a:solidFill>
                <a:latin typeface="Arial" panose="020B0604020202020204" pitchFamily="34" charset="0"/>
                <a:ea typeface="微软雅黑" panose="020B0503020204020204" charset="-122"/>
              </a:rPr>
              <a:t>. </a:t>
            </a:r>
            <a:endParaRPr lang="en-US" altLang="zh-CN" sz="2800" b="1" dirty="0">
              <a:solidFill>
                <a:srgbClr val="000000"/>
              </a:solidFill>
              <a:latin typeface="Arial" panose="020B0604020202020204" pitchFamily="34" charset="0"/>
              <a:ea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2C1AD398-3F62-4EC2-9308-65F899E6DB1A}" type="slidenum">
              <a:rPr lang="zh-CN" altLang="en-US" smtClean="0"/>
            </a:fld>
            <a:r>
              <a:rPr lang="en-US" altLang="zh-CN"/>
              <a:t> of 109 </a:t>
            </a:r>
            <a:endParaRPr lang="en-US" altLang="zh-CN"/>
          </a:p>
        </p:txBody>
      </p:sp>
      <p:sp>
        <p:nvSpPr>
          <p:cNvPr id="3" name="Text Box 2"/>
          <p:cNvSpPr txBox="1">
            <a:spLocks noChangeArrowheads="1"/>
          </p:cNvSpPr>
          <p:nvPr/>
        </p:nvSpPr>
        <p:spPr bwMode="auto">
          <a:xfrm>
            <a:off x="533400" y="0"/>
            <a:ext cx="8077200" cy="5908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lnSpc>
                <a:spcPct val="150000"/>
              </a:lnSpc>
              <a:spcBef>
                <a:spcPct val="50000"/>
              </a:spcBef>
              <a:spcAft>
                <a:spcPct val="0"/>
              </a:spcAft>
              <a:buNone/>
            </a:pPr>
            <a:r>
              <a:rPr lang="en-US" altLang="zh-CN" sz="2800" b="1" dirty="0">
                <a:solidFill>
                  <a:srgbClr val="000000"/>
                </a:solidFill>
                <a:latin typeface="Arial" panose="020B0604020202020204" pitchFamily="34" charset="0"/>
                <a:ea typeface="微软雅黑" panose="020B0503020204020204" charset="-122"/>
              </a:rPr>
              <a:t>    </a:t>
            </a:r>
            <a:r>
              <a:rPr lang="zh-CN" altLang="en-US" sz="2800" b="1" dirty="0">
                <a:solidFill>
                  <a:srgbClr val="FF0000"/>
                </a:solidFill>
                <a:latin typeface="Arial" panose="020B0604020202020204" pitchFamily="34" charset="0"/>
                <a:ea typeface="微软雅黑" panose="020B0503020204020204" charset="-122"/>
              </a:rPr>
              <a:t>除油</a:t>
            </a:r>
            <a:r>
              <a:rPr lang="zh-CN" altLang="en-US" sz="2800" b="1" dirty="0">
                <a:solidFill>
                  <a:srgbClr val="000000"/>
                </a:solidFill>
                <a:latin typeface="Arial" panose="020B0604020202020204" pitchFamily="34" charset="0"/>
                <a:ea typeface="微软雅黑" panose="020B0503020204020204" charset="-122"/>
              </a:rPr>
              <a:t>的目的是消除基体表面上的油脂。</a:t>
            </a:r>
            <a:r>
              <a:rPr lang="zh-CN" altLang="en-US" sz="2800" b="1" dirty="0">
                <a:solidFill>
                  <a:srgbClr val="FF3300"/>
                </a:solidFill>
                <a:latin typeface="Arial" panose="020B0604020202020204" pitchFamily="34" charset="0"/>
                <a:ea typeface="微软雅黑" panose="020B0503020204020204" charset="-122"/>
              </a:rPr>
              <a:t>常用的除油方法有碱性除油和电解除油</a:t>
            </a:r>
            <a:r>
              <a:rPr lang="en-US" altLang="zh-CN" sz="2800" b="1" dirty="0">
                <a:solidFill>
                  <a:srgbClr val="FF3300"/>
                </a:solidFill>
                <a:latin typeface="Arial" panose="020B0604020202020204" pitchFamily="34" charset="0"/>
                <a:ea typeface="微软雅黑" panose="020B0503020204020204" charset="-122"/>
              </a:rPr>
              <a:t>,</a:t>
            </a:r>
            <a:r>
              <a:rPr lang="zh-CN" altLang="en-US" sz="2800" b="1" dirty="0">
                <a:solidFill>
                  <a:srgbClr val="FF3300"/>
                </a:solidFill>
                <a:latin typeface="Arial" panose="020B0604020202020204" pitchFamily="34" charset="0"/>
                <a:ea typeface="微软雅黑" panose="020B0503020204020204" charset="-122"/>
              </a:rPr>
              <a:t>此外还有溶剂</a:t>
            </a:r>
            <a:r>
              <a:rPr lang="en-US" altLang="zh-CN" sz="2800" b="1" dirty="0">
                <a:solidFill>
                  <a:srgbClr val="FF3300"/>
                </a:solidFill>
                <a:latin typeface="Arial" panose="020B0604020202020204" pitchFamily="34" charset="0"/>
                <a:ea typeface="微软雅黑" panose="020B0503020204020204" charset="-122"/>
              </a:rPr>
              <a:t>(</a:t>
            </a:r>
            <a:r>
              <a:rPr lang="zh-CN" altLang="en-US" sz="2800" b="1" dirty="0">
                <a:solidFill>
                  <a:srgbClr val="FF3300"/>
                </a:solidFill>
                <a:latin typeface="Arial" panose="020B0604020202020204" pitchFamily="34" charset="0"/>
                <a:ea typeface="微软雅黑" panose="020B0503020204020204" charset="-122"/>
              </a:rPr>
              <a:t>有机溶剂</a:t>
            </a:r>
            <a:r>
              <a:rPr lang="en-US" altLang="zh-CN" sz="2800" b="1" dirty="0">
                <a:solidFill>
                  <a:srgbClr val="FF3300"/>
                </a:solidFill>
                <a:latin typeface="Arial" panose="020B0604020202020204" pitchFamily="34" charset="0"/>
                <a:ea typeface="微软雅黑" panose="020B0503020204020204" charset="-122"/>
              </a:rPr>
              <a:t>)</a:t>
            </a:r>
            <a:r>
              <a:rPr lang="zh-CN" altLang="en-US" sz="2800" b="1" dirty="0">
                <a:solidFill>
                  <a:srgbClr val="FF3300"/>
                </a:solidFill>
                <a:latin typeface="Arial" panose="020B0604020202020204" pitchFamily="34" charset="0"/>
                <a:ea typeface="微软雅黑" panose="020B0503020204020204" charset="-122"/>
              </a:rPr>
              <a:t>除油和超声波除油等</a:t>
            </a:r>
            <a:r>
              <a:rPr lang="zh-CN" altLang="en-US" sz="2800" b="1" dirty="0">
                <a:solidFill>
                  <a:srgbClr val="000000"/>
                </a:solidFill>
                <a:latin typeface="Arial" panose="020B0604020202020204" pitchFamily="34" charset="0"/>
                <a:ea typeface="微软雅黑" panose="020B0503020204020204" charset="-122"/>
              </a:rPr>
              <a:t>。碱性除油是基于皂化原理</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除油效果好</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尤其适用于除重油，但要求在较高温度下进行</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能耗大。电解除油是利用阴极析出的氢气和阳极析出的氧气的冲击、搅拌以及电解质的作用来进行</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但阴极会引起氢脆</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阳极会引起腐蚀。需要说明的是在镀前处理的各步骤中</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由一道工序转入另一道工序均需经过水洗步骤。</a:t>
            </a:r>
            <a:endParaRPr lang="zh-CN" altLang="en-US" sz="2800" b="1" dirty="0">
              <a:solidFill>
                <a:srgbClr val="000000"/>
              </a:solidFill>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2C1AD398-3F62-4EC2-9308-65F899E6DB1A}" type="slidenum">
              <a:rPr lang="zh-CN" altLang="en-US" smtClean="0"/>
            </a:fld>
            <a:r>
              <a:rPr lang="en-US" altLang="zh-CN"/>
              <a:t> of 109 </a:t>
            </a:r>
            <a:endParaRPr lang="en-US" altLang="zh-CN"/>
          </a:p>
        </p:txBody>
      </p:sp>
      <p:sp>
        <p:nvSpPr>
          <p:cNvPr id="5" name="Text Box 2"/>
          <p:cNvSpPr txBox="1">
            <a:spLocks noChangeArrowheads="1"/>
          </p:cNvSpPr>
          <p:nvPr/>
        </p:nvSpPr>
        <p:spPr bwMode="auto">
          <a:xfrm>
            <a:off x="727213" y="1017104"/>
            <a:ext cx="7754178"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lnSpc>
                <a:spcPct val="150000"/>
              </a:lnSpc>
              <a:spcBef>
                <a:spcPct val="50000"/>
              </a:spcBef>
              <a:spcAft>
                <a:spcPct val="0"/>
              </a:spcAft>
              <a:buNone/>
            </a:pPr>
            <a:r>
              <a:rPr lang="en-US" altLang="zh-CN" sz="2800" b="1" dirty="0">
                <a:solidFill>
                  <a:srgbClr val="FF0000"/>
                </a:solidFill>
                <a:latin typeface="Arial" panose="020B0604020202020204" pitchFamily="34" charset="0"/>
                <a:ea typeface="微软雅黑" panose="020B0503020204020204" charset="-122"/>
              </a:rPr>
              <a:t>    </a:t>
            </a:r>
            <a:r>
              <a:rPr lang="zh-CN" altLang="en-US" sz="2800" b="1" dirty="0">
                <a:solidFill>
                  <a:srgbClr val="FF0000"/>
                </a:solidFill>
                <a:latin typeface="Arial" panose="020B0604020202020204" pitchFamily="34" charset="0"/>
                <a:ea typeface="微软雅黑" panose="020B0503020204020204" charset="-122"/>
              </a:rPr>
              <a:t>电镀</a:t>
            </a:r>
            <a:r>
              <a:rPr lang="zh-CN" altLang="en-US" sz="2800" b="1" dirty="0">
                <a:solidFill>
                  <a:srgbClr val="000000"/>
                </a:solidFill>
                <a:latin typeface="Arial" panose="020B0604020202020204" pitchFamily="34" charset="0"/>
                <a:ea typeface="微软雅黑" panose="020B0503020204020204" charset="-122"/>
              </a:rPr>
              <a:t>：镀件经镀前处理，即可进入电镀工序。在进行电镀时还必须注意电镀液的配方</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电流密度的选择以及温度、</a:t>
            </a:r>
            <a:r>
              <a:rPr lang="en-US" altLang="zh-CN" sz="2800" b="1" dirty="0">
                <a:solidFill>
                  <a:srgbClr val="000000"/>
                </a:solidFill>
                <a:latin typeface="Arial" panose="020B0604020202020204" pitchFamily="34" charset="0"/>
                <a:ea typeface="微软雅黑" panose="020B0503020204020204" charset="-122"/>
              </a:rPr>
              <a:t>PH</a:t>
            </a:r>
            <a:r>
              <a:rPr lang="zh-CN" altLang="en-US" sz="2800" b="1" dirty="0">
                <a:solidFill>
                  <a:srgbClr val="000000"/>
                </a:solidFill>
                <a:latin typeface="Arial" panose="020B0604020202020204" pitchFamily="34" charset="0"/>
                <a:ea typeface="微软雅黑" panose="020B0503020204020204" charset="-122"/>
              </a:rPr>
              <a:t>值等的调节。需要说明的是</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单盐电解液适用于形状简单、外观要求又不高的镀层</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络盐电解液分散能力高</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电镀时电流密度和效率低</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主要适用于表面形状较复杂的镀层。</a:t>
            </a:r>
            <a:endParaRPr lang="zh-CN" altLang="en-US" sz="2800" b="1" dirty="0">
              <a:solidFill>
                <a:srgbClr val="000000"/>
              </a:solidFill>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2C1AD398-3F62-4EC2-9308-65F899E6DB1A}" type="slidenum">
              <a:rPr lang="zh-CN" altLang="en-US" smtClean="0"/>
            </a:fld>
            <a:r>
              <a:rPr lang="en-US" altLang="zh-CN"/>
              <a:t> of 109 </a:t>
            </a:r>
            <a:endParaRPr lang="en-US" altLang="zh-CN"/>
          </a:p>
        </p:txBody>
      </p:sp>
      <p:sp>
        <p:nvSpPr>
          <p:cNvPr id="3" name="Text Box 3"/>
          <p:cNvSpPr txBox="1">
            <a:spLocks noChangeArrowheads="1"/>
          </p:cNvSpPr>
          <p:nvPr/>
        </p:nvSpPr>
        <p:spPr bwMode="auto">
          <a:xfrm>
            <a:off x="495300" y="1035659"/>
            <a:ext cx="8153400" cy="332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lnSpc>
                <a:spcPct val="150000"/>
              </a:lnSpc>
              <a:spcBef>
                <a:spcPct val="50000"/>
              </a:spcBef>
              <a:spcAft>
                <a:spcPct val="0"/>
              </a:spcAft>
              <a:buNone/>
            </a:pPr>
            <a:r>
              <a:rPr lang="en-US" altLang="zh-CN" sz="2800" b="1" dirty="0">
                <a:solidFill>
                  <a:srgbClr val="000000"/>
                </a:solidFill>
                <a:latin typeface="Arial" panose="020B0604020202020204" pitchFamily="34" charset="0"/>
                <a:ea typeface="微软雅黑" panose="020B0503020204020204" charset="-122"/>
              </a:rPr>
              <a:t>    </a:t>
            </a:r>
            <a:r>
              <a:rPr lang="zh-CN" altLang="en-US" sz="2800" b="1" dirty="0">
                <a:solidFill>
                  <a:srgbClr val="FF0000"/>
                </a:solidFill>
                <a:latin typeface="Arial" panose="020B0604020202020204" pitchFamily="34" charset="0"/>
                <a:ea typeface="微软雅黑" panose="020B0503020204020204" charset="-122"/>
              </a:rPr>
              <a:t>镀后处理</a:t>
            </a:r>
            <a:r>
              <a:rPr lang="zh-CN" altLang="en-US" sz="2800" b="1" dirty="0">
                <a:solidFill>
                  <a:srgbClr val="000000"/>
                </a:solidFill>
                <a:latin typeface="Arial" panose="020B0604020202020204" pitchFamily="34" charset="0"/>
                <a:ea typeface="微软雅黑" panose="020B0503020204020204" charset="-122"/>
              </a:rPr>
              <a:t>：镀件经电镀后表面常吸附着镀液，若不经处理可能腐蚀镀层</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水洗和烘干是最简单的镀后处理。视镀层使用的目的</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镀层可能还需要进行一些特殊的镀后处理</a:t>
            </a:r>
            <a:r>
              <a:rPr lang="en-US" altLang="zh-CN" sz="2800" b="1" dirty="0">
                <a:solidFill>
                  <a:srgbClr val="000000"/>
                </a:solidFill>
                <a:latin typeface="Arial" panose="020B0604020202020204" pitchFamily="34" charset="0"/>
                <a:ea typeface="微软雅黑" panose="020B0503020204020204" charset="-122"/>
              </a:rPr>
              <a:t>,</a:t>
            </a:r>
            <a:r>
              <a:rPr lang="zh-CN" altLang="en-US" sz="2800" b="1" dirty="0">
                <a:solidFill>
                  <a:srgbClr val="000000"/>
                </a:solidFill>
                <a:latin typeface="Arial" panose="020B0604020202020204" pitchFamily="34" charset="0"/>
                <a:ea typeface="微软雅黑" panose="020B0503020204020204" charset="-122"/>
              </a:rPr>
              <a:t>如镀</a:t>
            </a:r>
            <a:r>
              <a:rPr lang="en-US" altLang="zh-CN" sz="2800" b="1" dirty="0">
                <a:solidFill>
                  <a:srgbClr val="000000"/>
                </a:solidFill>
                <a:latin typeface="Arial" panose="020B0604020202020204" pitchFamily="34" charset="0"/>
                <a:ea typeface="微软雅黑" panose="020B0503020204020204" charset="-122"/>
              </a:rPr>
              <a:t>Zn, Cd</a:t>
            </a:r>
            <a:r>
              <a:rPr lang="zh-CN" altLang="en-US" sz="2800" b="1" dirty="0">
                <a:solidFill>
                  <a:srgbClr val="000000"/>
                </a:solidFill>
                <a:latin typeface="Arial" panose="020B0604020202020204" pitchFamily="34" charset="0"/>
                <a:ea typeface="微软雅黑" panose="020B0503020204020204" charset="-122"/>
              </a:rPr>
              <a:t>后的钝化处理和镀</a:t>
            </a:r>
            <a:r>
              <a:rPr lang="en-US" altLang="zh-CN" sz="2800" b="1" dirty="0">
                <a:solidFill>
                  <a:srgbClr val="000000"/>
                </a:solidFill>
                <a:latin typeface="Arial" panose="020B0604020202020204" pitchFamily="34" charset="0"/>
                <a:ea typeface="微软雅黑" panose="020B0503020204020204" charset="-122"/>
              </a:rPr>
              <a:t>Ag</a:t>
            </a:r>
            <a:r>
              <a:rPr lang="zh-CN" altLang="en-US" sz="2800" b="1" dirty="0">
                <a:solidFill>
                  <a:srgbClr val="000000"/>
                </a:solidFill>
                <a:latin typeface="Arial" panose="020B0604020202020204" pitchFamily="34" charset="0"/>
                <a:ea typeface="微软雅黑" panose="020B0503020204020204" charset="-122"/>
              </a:rPr>
              <a:t>后的防变色处理等</a:t>
            </a:r>
            <a:r>
              <a:rPr lang="en-US" altLang="zh-CN" sz="2800" b="1" dirty="0">
                <a:solidFill>
                  <a:srgbClr val="000000"/>
                </a:solidFill>
                <a:latin typeface="Arial" panose="020B0604020202020204" pitchFamily="34" charset="0"/>
                <a:ea typeface="微软雅黑" panose="020B0503020204020204" charset="-122"/>
              </a:rPr>
              <a:t>.</a:t>
            </a:r>
            <a:endParaRPr lang="en-US" altLang="zh-CN" sz="2800" b="1" dirty="0">
              <a:solidFill>
                <a:srgbClr val="000000"/>
              </a:solidFill>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0"/>
          </p:nvPr>
        </p:nvSpPr>
        <p:spPr/>
        <p:txBody>
          <a:bodyPr/>
          <a:p>
            <a:fld id="{2C1AD398-3F62-4EC2-9308-65F899E6DB1A}" type="slidenum">
              <a:rPr lang="zh-CN" altLang="en-US"/>
            </a:fld>
            <a:r>
              <a:rPr lang="en-US" altLang="zh-CN"/>
              <a:t> of 109 </a:t>
            </a:r>
            <a:endParaRPr lang="en-US" altLang="zh-CN"/>
          </a:p>
        </p:txBody>
      </p:sp>
      <p:pic>
        <p:nvPicPr>
          <p:cNvPr id="3" name="图片 2"/>
          <p:cNvPicPr>
            <a:picLocks noChangeAspect="1"/>
          </p:cNvPicPr>
          <p:nvPr/>
        </p:nvPicPr>
        <p:blipFill>
          <a:blip r:embed="rId1"/>
          <a:stretch>
            <a:fillRect/>
          </a:stretch>
        </p:blipFill>
        <p:spPr>
          <a:xfrm>
            <a:off x="205740" y="890270"/>
            <a:ext cx="8589010" cy="4394835"/>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417.88330708661414,&quot;left&quot;:378.3556692913386,&quot;top&quot;:51.00007874015748,&quot;width&quot;:287.3111023622047}"/>
</p:tagLst>
</file>

<file path=ppt/tags/tag2.xml><?xml version="1.0" encoding="utf-8"?>
<p:tagLst xmlns:p="http://schemas.openxmlformats.org/presentationml/2006/main">
  <p:tag name="KSO_WM_DIAGRAM_VIRTUALLY_FRAME" val="{&quot;height&quot;:417.88330708661414,&quot;left&quot;:378.3556692913386,&quot;top&quot;:51.00007874015748,&quot;width&quot;:287.3111023622047}"/>
</p:tagLst>
</file>

<file path=ppt/tags/tag3.xml><?xml version="1.0" encoding="utf-8"?>
<p:tagLst xmlns:p="http://schemas.openxmlformats.org/presentationml/2006/main">
  <p:tag name="KSO_WM_DIAGRAM_VIRTUALLY_FRAME" val="{&quot;height&quot;:417.88330708661414,&quot;left&quot;:378.3556692913386,&quot;top&quot;:51.00007874015748,&quot;width&quot;:287.3111023622047}"/>
</p:tagLst>
</file>

<file path=ppt/tags/tag4.xml><?xml version="1.0" encoding="utf-8"?>
<p:tagLst xmlns:p="http://schemas.openxmlformats.org/presentationml/2006/main">
  <p:tag name="KSO_WM_DIAGRAM_VIRTUALLY_FRAME" val="{&quot;height&quot;:417.88330708661414,&quot;left&quot;:378.3556692913386,&quot;top&quot;:51.00007874015748,&quot;width&quot;:287.3111023622047}"/>
</p:tagLst>
</file>

<file path=ppt/tags/tag5.xml><?xml version="1.0" encoding="utf-8"?>
<p:tagLst xmlns:p="http://schemas.openxmlformats.org/presentationml/2006/main">
  <p:tag name="KSO_WM_DIAGRAM_VIRTUALLY_FRAME" val="{&quot;height&quot;:417.88330708661414,&quot;left&quot;:378.3556692913386,&quot;top&quot;:51.00007874015748,&quot;width&quot;:287.3111023622047}"/>
</p:tagLst>
</file>

<file path=ppt/tags/tag6.xml><?xml version="1.0" encoding="utf-8"?>
<p:tagLst xmlns:p="http://schemas.openxmlformats.org/presentationml/2006/main">
  <p:tag name="KSO_WM_DIAGRAM_VIRTUALLY_FRAME" val="{&quot;height&quot;:417.88330708661414,&quot;left&quot;:378.3556692913386,&quot;top&quot;:51.00007874015748,&quot;width&quot;:287.3111023622047}"/>
</p:tagLst>
</file>

<file path=ppt/tags/tag7.xml><?xml version="1.0" encoding="utf-8"?>
<p:tagLst xmlns:p="http://schemas.openxmlformats.org/presentationml/2006/main">
  <p:tag name="KSO_WPP_MARK_KEY" val="ea615225-2c32-40b0-b24a-76bda2ef322c"/>
  <p:tag name="COMMONDATA" val="eyJoZGlkIjoiODIyZGQ3MzI3NDI1MDU1N2YyZWRhMDJkZThkMjhmMDY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508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508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3979</Words>
  <Application>WPS 演示</Application>
  <PresentationFormat>全屏显示(4:3)</PresentationFormat>
  <Paragraphs>322</Paragraphs>
  <Slides>41</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41</vt:i4>
      </vt:variant>
    </vt:vector>
  </HeadingPairs>
  <TitlesOfParts>
    <vt:vector size="57" baseType="lpstr">
      <vt:lpstr>Arial</vt:lpstr>
      <vt:lpstr>宋体</vt:lpstr>
      <vt:lpstr>Wingdings</vt:lpstr>
      <vt:lpstr>Times New Roman</vt:lpstr>
      <vt:lpstr>楷体_GB2312</vt:lpstr>
      <vt:lpstr>新宋体</vt:lpstr>
      <vt:lpstr>黑体</vt:lpstr>
      <vt:lpstr>Courier New</vt:lpstr>
      <vt:lpstr>微软雅黑</vt:lpstr>
      <vt:lpstr>Arial Unicode MS</vt:lpstr>
      <vt:lpstr>Calibri</vt:lpstr>
      <vt:lpstr>Arial Unicode MS</vt:lpstr>
      <vt:lpstr>等线 Light</vt:lpstr>
      <vt:lpstr>等线</vt:lpstr>
      <vt:lpstr>自定义设计方案</vt:lpstr>
      <vt:lpstr>Blank Presentation</vt:lpstr>
      <vt:lpstr>4.2  电镀过程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络合剂</vt:lpstr>
      <vt:lpstr>(1)   主盐 </vt:lpstr>
      <vt:lpstr>PowerPoint 演示文稿</vt:lpstr>
      <vt:lpstr>络合剂的作用</vt:lpstr>
      <vt:lpstr>(3). 导电盐（附加电解质）</vt:lpstr>
      <vt:lpstr>PowerPoint 演示文稿</vt:lpstr>
      <vt:lpstr>PowerPoint 演示文稿</vt:lpstr>
      <vt:lpstr>（5）. pH值</vt:lpstr>
      <vt:lpstr>PowerPoint 演示文稿</vt:lpstr>
      <vt:lpstr>PowerPoint 演示文稿</vt:lpstr>
      <vt:lpstr>PowerPoint 演示文稿</vt:lpstr>
      <vt:lpstr>PowerPoint 演示文稿</vt:lpstr>
      <vt:lpstr>PowerPoint 演示文稿</vt:lpstr>
      <vt:lpstr>4.2.2.2  电镀工艺因素的影响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yj</dc:creator>
  <cp:lastModifiedBy>无际</cp:lastModifiedBy>
  <cp:revision>46</cp:revision>
  <dcterms:created xsi:type="dcterms:W3CDTF">2020-02-17T00:33:00Z</dcterms:created>
  <dcterms:modified xsi:type="dcterms:W3CDTF">2025-11-12T01:53:41Z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A420E48EC80B4B0DB4F5F44B44497299</vt:lpwstr>
  </property>
  <property fmtid="{D5CDD505-2E9C-101B-9397-08002B2CF9AE}" pid="3" name="KSOProductBuildVer">
    <vt:lpwstr>2052-12.1.0.23542</vt:lpwstr>
  </property>
</Properties>
</file>